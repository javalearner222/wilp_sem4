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5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3.xml" ContentType="application/vnd.openxmlformats-officedocument.presentationml.slide+xml"/>
  <Override PartName="/ppt/slides/slide53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1549" r:id="rId3"/>
    <p:sldId id="259" r:id="rId4"/>
    <p:sldId id="257" r:id="rId5"/>
    <p:sldId id="258" r:id="rId6"/>
    <p:sldId id="1550" r:id="rId7"/>
    <p:sldId id="1551" r:id="rId8"/>
    <p:sldId id="1552" r:id="rId9"/>
    <p:sldId id="1553" r:id="rId10"/>
    <p:sldId id="1554" r:id="rId11"/>
    <p:sldId id="1555" r:id="rId12"/>
    <p:sldId id="1556" r:id="rId13"/>
    <p:sldId id="1557" r:id="rId14"/>
    <p:sldId id="1558" r:id="rId15"/>
    <p:sldId id="1559" r:id="rId16"/>
    <p:sldId id="1560" r:id="rId17"/>
    <p:sldId id="1561" r:id="rId18"/>
    <p:sldId id="1562" r:id="rId19"/>
    <p:sldId id="1563" r:id="rId20"/>
    <p:sldId id="1564" r:id="rId21"/>
    <p:sldId id="1565" r:id="rId22"/>
    <p:sldId id="1566" r:id="rId23"/>
    <p:sldId id="1567" r:id="rId24"/>
    <p:sldId id="1595" r:id="rId25"/>
    <p:sldId id="1568" r:id="rId26"/>
    <p:sldId id="1569" r:id="rId27"/>
    <p:sldId id="1570" r:id="rId28"/>
    <p:sldId id="1571" r:id="rId29"/>
    <p:sldId id="1572" r:id="rId30"/>
    <p:sldId id="1573" r:id="rId31"/>
    <p:sldId id="1574" r:id="rId32"/>
    <p:sldId id="1575" r:id="rId33"/>
    <p:sldId id="1576" r:id="rId34"/>
    <p:sldId id="1577" r:id="rId35"/>
    <p:sldId id="1596" r:id="rId36"/>
    <p:sldId id="1578" r:id="rId37"/>
    <p:sldId id="1579" r:id="rId38"/>
    <p:sldId id="1580" r:id="rId39"/>
    <p:sldId id="1581" r:id="rId40"/>
    <p:sldId id="1582" r:id="rId41"/>
    <p:sldId id="1583" r:id="rId42"/>
    <p:sldId id="1584" r:id="rId43"/>
    <p:sldId id="1585" r:id="rId44"/>
    <p:sldId id="1597" r:id="rId45"/>
    <p:sldId id="1586" r:id="rId46"/>
    <p:sldId id="1587" r:id="rId47"/>
    <p:sldId id="1588" r:id="rId48"/>
    <p:sldId id="1589" r:id="rId49"/>
    <p:sldId id="1590" r:id="rId50"/>
    <p:sldId id="1591" r:id="rId51"/>
    <p:sldId id="1592" r:id="rId52"/>
    <p:sldId id="1598" r:id="rId53"/>
    <p:sldId id="1599" r:id="rId54"/>
    <p:sldId id="1593" r:id="rId55"/>
    <p:sldId id="1594" r:id="rId56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6"/>
    <p:restoredTop sz="94667"/>
  </p:normalViewPr>
  <p:slideViewPr>
    <p:cSldViewPr snapToGrid="0">
      <p:cViewPr varScale="1">
        <p:scale>
          <a:sx n="67" d="100"/>
          <a:sy n="67" d="100"/>
        </p:scale>
        <p:origin x="14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2887716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F1635D6-F918-E4B0-D8DF-45976B43E5CC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509FF428-FD03-A3ED-E874-F7399C457B5A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A493EE98-E537-385E-2051-74DF0B3608DF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E4627D7-A115-550F-D7B3-42FC43297FF1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" name="Picture 10" descr="Picture 10">
            <a:extLst>
              <a:ext uri="{FF2B5EF4-FFF2-40B4-BE49-F238E27FC236}">
                <a16:creationId xmlns:a16="http://schemas.microsoft.com/office/drawing/2014/main" xmlns="" id="{D695F453-58E4-7D66-AB7F-98878BD646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xmlns="" id="{93711A98-B303-E78D-34AC-04374950E07A}"/>
              </a:ext>
            </a:extLst>
          </p:cNvPr>
          <p:cNvSpPr txBox="1"/>
          <p:nvPr userDrawn="1"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xfrm>
            <a:off x="2667000" y="3898061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endParaRPr/>
          </a:p>
        </p:txBody>
      </p:sp>
      <p:sp>
        <p:nvSpPr>
          <p:cNvPr id="27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0" name="Picture 10" descr="Picture 10"/>
          <p:cNvPicPr>
            <a:picLocks noChangeAspect="1"/>
          </p:cNvPicPr>
          <p:nvPr/>
        </p:nvPicPr>
        <p:blipFill>
          <a:blip r:embed="rId3"/>
          <a:srcRect t="2" b="28592"/>
          <a:stretch>
            <a:fillRect/>
          </a:stretch>
        </p:blipFill>
        <p:spPr>
          <a:xfrm>
            <a:off x="76200" y="3352800"/>
            <a:ext cx="2057400" cy="197961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Box 8"/>
          <p:cNvSpPr txBox="1"/>
          <p:nvPr/>
        </p:nvSpPr>
        <p:spPr>
          <a:xfrm>
            <a:off x="-30481" y="52578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dirty="0"/>
              <a:t>BITS</a:t>
            </a:r>
            <a:r>
              <a:rPr b="0" dirty="0"/>
              <a:t> </a:t>
            </a:r>
            <a:r>
              <a:rPr b="0" dirty="0" err="1"/>
              <a:t>Pilani</a:t>
            </a:r>
            <a:endParaRPr b="0" dirty="0"/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FFFFFF"/>
                </a:solidFill>
              </a:defRPr>
            </a:lvl1pPr>
            <a:lvl2pPr marL="640896" indent="-183696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2pPr>
            <a:lvl3pPr marL="1085850" indent="-171450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3pPr>
            <a:lvl4pPr marL="15773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4pPr>
            <a:lvl5pPr marL="2034539" indent="-205739" algn="r">
              <a:lnSpc>
                <a:spcPts val="1800"/>
              </a:lnSpc>
              <a:spcBef>
                <a:spcPts val="0"/>
              </a:spcBef>
              <a:buFontTx/>
              <a:defRPr sz="18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Rectangle 2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4" name="Picture 8" descr="Picture 8"/>
          <p:cNvPicPr>
            <a:picLocks noChangeAspect="1"/>
          </p:cNvPicPr>
          <p:nvPr/>
        </p:nvPicPr>
        <p:blipFill>
          <a:blip r:embed="rId3"/>
          <a:srcRect t="2677" b="2677"/>
          <a:stretch>
            <a:fillRect/>
          </a:stretch>
        </p:blipFill>
        <p:spPr>
          <a:xfrm>
            <a:off x="6629400" y="0"/>
            <a:ext cx="2193925" cy="69215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Rectangle 4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6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TextBox 7"/>
          <p:cNvSpPr txBox="1"/>
          <p:nvPr/>
        </p:nvSpPr>
        <p:spPr>
          <a:xfrm>
            <a:off x="6903719" y="762000"/>
            <a:ext cx="2118362" cy="498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BITS</a:t>
            </a:r>
            <a:r>
              <a:rPr b="0"/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02C8AA01-D23D-4041-A02F-F9D7E8C37BA3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00B6697F-8542-4467-A5D4-DC15ABACEC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xmlns="" id="{960E9350-5FB1-471B-9AD7-8193A597F7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xmlns="" id="{DF072920-AAB1-4F9B-AEF5-9F5B25676B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xmlns="" id="{A05A99E4-B47E-42C9-87BE-16A834F645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xmlns="" id="{976E5146-2464-4A58-B8E6-F561205F0C87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6" name="Group 6">
                <a:extLst>
                  <a:ext uri="{FF2B5EF4-FFF2-40B4-BE49-F238E27FC236}">
                    <a16:creationId xmlns:a16="http://schemas.microsoft.com/office/drawing/2014/main" xmlns="" id="{D474A4EC-C93A-493C-88B2-A48BACCF5FE0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3" name="Rectangle 6">
                  <a:extLst>
                    <a:ext uri="{FF2B5EF4-FFF2-40B4-BE49-F238E27FC236}">
                      <a16:creationId xmlns:a16="http://schemas.microsoft.com/office/drawing/2014/main" xmlns="" id="{C23217C1-B547-4717-A00E-AEDE28E1BA28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7">
                  <a:extLst>
                    <a:ext uri="{FF2B5EF4-FFF2-40B4-BE49-F238E27FC236}">
                      <a16:creationId xmlns:a16="http://schemas.microsoft.com/office/drawing/2014/main" xmlns="" id="{94960EAA-1D93-4A85-9211-9BE99B61295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5" name="Rectangle 8">
                  <a:extLst>
                    <a:ext uri="{FF2B5EF4-FFF2-40B4-BE49-F238E27FC236}">
                      <a16:creationId xmlns:a16="http://schemas.microsoft.com/office/drawing/2014/main" xmlns="" id="{23DC74F6-8BD3-4602-A913-B33658D4540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7" name="Group 10">
                <a:extLst>
                  <a:ext uri="{FF2B5EF4-FFF2-40B4-BE49-F238E27FC236}">
                    <a16:creationId xmlns:a16="http://schemas.microsoft.com/office/drawing/2014/main" xmlns="" id="{B487F23B-3F7A-4580-828C-3849452F8D18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40" name="Rectangle 10">
                  <a:extLst>
                    <a:ext uri="{FF2B5EF4-FFF2-40B4-BE49-F238E27FC236}">
                      <a16:creationId xmlns:a16="http://schemas.microsoft.com/office/drawing/2014/main" xmlns="" id="{806EAF59-B583-4157-AF07-612D17BCA1AD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1">
                  <a:extLst>
                    <a:ext uri="{FF2B5EF4-FFF2-40B4-BE49-F238E27FC236}">
                      <a16:creationId xmlns:a16="http://schemas.microsoft.com/office/drawing/2014/main" xmlns="" id="{A4CE5782-6411-48D1-8D40-24ABC6B6C51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12">
                  <a:extLst>
                    <a:ext uri="{FF2B5EF4-FFF2-40B4-BE49-F238E27FC236}">
                      <a16:creationId xmlns:a16="http://schemas.microsoft.com/office/drawing/2014/main" xmlns="" id="{36543293-26AC-4E3C-A8DA-43E28BB29BF9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8" name="Picture 14" descr="Picture 14">
                <a:extLst>
                  <a:ext uri="{FF2B5EF4-FFF2-40B4-BE49-F238E27FC236}">
                    <a16:creationId xmlns:a16="http://schemas.microsoft.com/office/drawing/2014/main" xmlns="" id="{AC11A442-C24C-4CF0-824F-FAB8D04EC68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9" name="TextBox 14">
                <a:extLst>
                  <a:ext uri="{FF2B5EF4-FFF2-40B4-BE49-F238E27FC236}">
                    <a16:creationId xmlns:a16="http://schemas.microsoft.com/office/drawing/2014/main" xmlns="" id="{F994DF25-1BCD-464E-ADD1-B3C346DE9FDD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xmlns="" id="{210FB0E2-5FFB-452D-AB3F-19BF47E44D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xmlns="" id="{8F91D43F-7C38-4BC3-A6AC-0620D2341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531476E3-6618-41E5-B93A-14E2B090D389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xmlns="" id="{707C4D97-FA4C-43AD-A3A6-046BAF1E63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xmlns="" id="{AD996AF8-0F52-466B-A88F-982434CFCF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03CD6F12-6B8E-4077-B8E6-C61198251E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xmlns="" id="{F4AE2367-EBE8-4A93-A7F3-F593EAE170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xmlns="" id="{3D885BBF-39F7-4A8A-91AC-D9C30BBE711A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4" name="Group 6">
                <a:extLst>
                  <a:ext uri="{FF2B5EF4-FFF2-40B4-BE49-F238E27FC236}">
                    <a16:creationId xmlns:a16="http://schemas.microsoft.com/office/drawing/2014/main" xmlns="" id="{97581F17-86DF-42A7-8344-4EC886C8D83A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1" name="Rectangle 6">
                  <a:extLst>
                    <a:ext uri="{FF2B5EF4-FFF2-40B4-BE49-F238E27FC236}">
                      <a16:creationId xmlns:a16="http://schemas.microsoft.com/office/drawing/2014/main" xmlns="" id="{C6886CEE-6FD5-435F-98D0-B44543D9F3C5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7">
                  <a:extLst>
                    <a:ext uri="{FF2B5EF4-FFF2-40B4-BE49-F238E27FC236}">
                      <a16:creationId xmlns:a16="http://schemas.microsoft.com/office/drawing/2014/main" xmlns="" id="{AB3E477A-7C7C-437E-B681-3531561594D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8">
                  <a:extLst>
                    <a:ext uri="{FF2B5EF4-FFF2-40B4-BE49-F238E27FC236}">
                      <a16:creationId xmlns:a16="http://schemas.microsoft.com/office/drawing/2014/main" xmlns="" id="{47582FD4-4030-4167-B603-89C8D765589D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5" name="Group 10">
                <a:extLst>
                  <a:ext uri="{FF2B5EF4-FFF2-40B4-BE49-F238E27FC236}">
                    <a16:creationId xmlns:a16="http://schemas.microsoft.com/office/drawing/2014/main" xmlns="" id="{ADDF278C-3593-4F13-8912-2B76096A63CF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8" name="Rectangle 10">
                  <a:extLst>
                    <a:ext uri="{FF2B5EF4-FFF2-40B4-BE49-F238E27FC236}">
                      <a16:creationId xmlns:a16="http://schemas.microsoft.com/office/drawing/2014/main" xmlns="" id="{726A9603-FF52-4FBB-933E-87E6A59B99CF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9" name="Rectangle 11">
                  <a:extLst>
                    <a:ext uri="{FF2B5EF4-FFF2-40B4-BE49-F238E27FC236}">
                      <a16:creationId xmlns:a16="http://schemas.microsoft.com/office/drawing/2014/main" xmlns="" id="{1AA2D04C-E4D1-4CE8-BD5E-D08ECCBB35FC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2">
                  <a:extLst>
                    <a:ext uri="{FF2B5EF4-FFF2-40B4-BE49-F238E27FC236}">
                      <a16:creationId xmlns:a16="http://schemas.microsoft.com/office/drawing/2014/main" xmlns="" id="{9FB1FA82-6256-488A-843A-BFF38782026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6" name="Picture 14" descr="Picture 14">
                <a:extLst>
                  <a:ext uri="{FF2B5EF4-FFF2-40B4-BE49-F238E27FC236}">
                    <a16:creationId xmlns:a16="http://schemas.microsoft.com/office/drawing/2014/main" xmlns="" id="{25AFD529-C38A-4635-8FE2-6B95D66D7DE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xmlns="" id="{E1BEF9CC-4DC1-43D6-9CD8-7512360C035E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xmlns="" id="{0306CAEB-A221-400F-9C9D-C3389EE376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xmlns="" id="{0639220D-D8C1-4468-BF2D-EB0F493FFD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1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buSzTx/>
              <a:buFontTx/>
              <a:buNone/>
              <a:defRPr sz="2800"/>
            </a:lvl1pPr>
            <a:lvl2pPr marL="957262" indent="-500062">
              <a:spcBef>
                <a:spcPts val="600"/>
              </a:spcBef>
              <a:buFontTx/>
              <a:defRPr sz="2800"/>
            </a:lvl2pPr>
            <a:lvl3pPr marL="1234439" indent="-320039">
              <a:spcBef>
                <a:spcPts val="600"/>
              </a:spcBef>
              <a:buFontTx/>
              <a:defRPr sz="2800"/>
            </a:lvl3pPr>
            <a:lvl4pPr marL="1727200" indent="-355600">
              <a:spcBef>
                <a:spcPts val="600"/>
              </a:spcBef>
              <a:buFontTx/>
              <a:defRPr sz="2800"/>
            </a:lvl4pPr>
            <a:lvl5pPr marL="2184400" indent="-355600">
              <a:spcBef>
                <a:spcPts val="600"/>
              </a:spcBef>
              <a:buFontTx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89DD12E4-2B35-48F4-955D-28A64DABC54D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xmlns="" id="{0E29ED1F-7B36-44E9-92F7-B457DABAD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281C375C-B5C0-45D0-B33F-E3BF81BDA5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xmlns="" id="{06E78BA7-6274-4681-94B3-2DC601B43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xmlns="" id="{0437CA33-E5AD-4BCB-8B11-B47B147C0C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10F5677A-8F29-4D0D-B380-91037DB87352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5" name="Group 6">
                <a:extLst>
                  <a:ext uri="{FF2B5EF4-FFF2-40B4-BE49-F238E27FC236}">
                    <a16:creationId xmlns:a16="http://schemas.microsoft.com/office/drawing/2014/main" xmlns="" id="{62EAEC06-AFD4-446D-B251-AFE5C3CE0C48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2" name="Rectangle 6">
                  <a:extLst>
                    <a:ext uri="{FF2B5EF4-FFF2-40B4-BE49-F238E27FC236}">
                      <a16:creationId xmlns:a16="http://schemas.microsoft.com/office/drawing/2014/main" xmlns="" id="{D0425501-A502-4ED6-9F4A-96FFB8F43759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7">
                  <a:extLst>
                    <a:ext uri="{FF2B5EF4-FFF2-40B4-BE49-F238E27FC236}">
                      <a16:creationId xmlns:a16="http://schemas.microsoft.com/office/drawing/2014/main" xmlns="" id="{B4376F61-06E8-4210-84AB-01C9E7532494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8">
                  <a:extLst>
                    <a:ext uri="{FF2B5EF4-FFF2-40B4-BE49-F238E27FC236}">
                      <a16:creationId xmlns:a16="http://schemas.microsoft.com/office/drawing/2014/main" xmlns="" id="{C0D27610-F24A-4687-AE59-C74702169ECF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6" name="Group 10">
                <a:extLst>
                  <a:ext uri="{FF2B5EF4-FFF2-40B4-BE49-F238E27FC236}">
                    <a16:creationId xmlns:a16="http://schemas.microsoft.com/office/drawing/2014/main" xmlns="" id="{454079E6-F8F6-445B-97A9-73BA8B191521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9" name="Rectangle 10">
                  <a:extLst>
                    <a:ext uri="{FF2B5EF4-FFF2-40B4-BE49-F238E27FC236}">
                      <a16:creationId xmlns:a16="http://schemas.microsoft.com/office/drawing/2014/main" xmlns="" id="{15DBB343-9258-4A1F-9BC1-F131A810DF31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1">
                  <a:extLst>
                    <a:ext uri="{FF2B5EF4-FFF2-40B4-BE49-F238E27FC236}">
                      <a16:creationId xmlns:a16="http://schemas.microsoft.com/office/drawing/2014/main" xmlns="" id="{AEE6667A-2C4A-4AD6-8105-D8FB5A41C988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2">
                  <a:extLst>
                    <a:ext uri="{FF2B5EF4-FFF2-40B4-BE49-F238E27FC236}">
                      <a16:creationId xmlns:a16="http://schemas.microsoft.com/office/drawing/2014/main" xmlns="" id="{578E794C-ABBF-499A-91B1-5061295376CD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7" name="Picture 14" descr="Picture 14">
                <a:extLst>
                  <a:ext uri="{FF2B5EF4-FFF2-40B4-BE49-F238E27FC236}">
                    <a16:creationId xmlns:a16="http://schemas.microsoft.com/office/drawing/2014/main" xmlns="" id="{DF27BAFC-8456-41EF-82D5-DF13AEF6371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xmlns="" id="{716A3443-11EE-44A7-8FA8-8FAD0B68BA88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xmlns="" id="{AA136973-CD36-4EB1-8B35-991AF40727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xmlns="" id="{F503401F-D2DD-4474-BF62-563217681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1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8270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827088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FFFFFF">
            <a:alpha val="7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0C8218EC-2182-4720-9EF5-4F2EACA28DC0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xmlns="" id="{7462481F-7715-4729-964E-DC5B8345F6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xmlns="" id="{61A74D04-9BD4-46DA-922F-4DB57D793C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1F8DB2C8-8B90-4EC9-BED6-7B24BFE46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xmlns="" id="{B55E2AEF-A193-4820-B3E2-6B28D7617F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xmlns="" id="{A6604083-AC5A-48B9-822C-7ACAB9839276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4" name="Group 6">
                <a:extLst>
                  <a:ext uri="{FF2B5EF4-FFF2-40B4-BE49-F238E27FC236}">
                    <a16:creationId xmlns:a16="http://schemas.microsoft.com/office/drawing/2014/main" xmlns="" id="{8FB3F820-42C3-44A0-9122-5323E0488288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1" name="Rectangle 6">
                  <a:extLst>
                    <a:ext uri="{FF2B5EF4-FFF2-40B4-BE49-F238E27FC236}">
                      <a16:creationId xmlns:a16="http://schemas.microsoft.com/office/drawing/2014/main" xmlns="" id="{C147685D-B442-4C69-83D5-E96E317D7394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7">
                  <a:extLst>
                    <a:ext uri="{FF2B5EF4-FFF2-40B4-BE49-F238E27FC236}">
                      <a16:creationId xmlns:a16="http://schemas.microsoft.com/office/drawing/2014/main" xmlns="" id="{965C2F39-F033-4286-BDA5-9811AF1605EE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8">
                  <a:extLst>
                    <a:ext uri="{FF2B5EF4-FFF2-40B4-BE49-F238E27FC236}">
                      <a16:creationId xmlns:a16="http://schemas.microsoft.com/office/drawing/2014/main" xmlns="" id="{FCC25AE3-2640-47C5-84E2-CF42F7255C5F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5" name="Group 10">
                <a:extLst>
                  <a:ext uri="{FF2B5EF4-FFF2-40B4-BE49-F238E27FC236}">
                    <a16:creationId xmlns:a16="http://schemas.microsoft.com/office/drawing/2014/main" xmlns="" id="{F4C11F94-FE7F-4642-AAF3-1ECEAA13CE64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8" name="Rectangle 10">
                  <a:extLst>
                    <a:ext uri="{FF2B5EF4-FFF2-40B4-BE49-F238E27FC236}">
                      <a16:creationId xmlns:a16="http://schemas.microsoft.com/office/drawing/2014/main" xmlns="" id="{486D2B71-F8A4-471A-B2C4-41CB5EE75F59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9" name="Rectangle 11">
                  <a:extLst>
                    <a:ext uri="{FF2B5EF4-FFF2-40B4-BE49-F238E27FC236}">
                      <a16:creationId xmlns:a16="http://schemas.microsoft.com/office/drawing/2014/main" xmlns="" id="{80235D74-C941-4203-86D1-FF21CB1EC1F2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2">
                  <a:extLst>
                    <a:ext uri="{FF2B5EF4-FFF2-40B4-BE49-F238E27FC236}">
                      <a16:creationId xmlns:a16="http://schemas.microsoft.com/office/drawing/2014/main" xmlns="" id="{D475A3AA-6798-42E9-9076-FF0888926EE7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6" name="Picture 14" descr="Picture 14">
                <a:extLst>
                  <a:ext uri="{FF2B5EF4-FFF2-40B4-BE49-F238E27FC236}">
                    <a16:creationId xmlns:a16="http://schemas.microsoft.com/office/drawing/2014/main" xmlns="" id="{A582A43D-917B-4D60-9785-40B014720A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7" name="TextBox 14">
                <a:extLst>
                  <a:ext uri="{FF2B5EF4-FFF2-40B4-BE49-F238E27FC236}">
                    <a16:creationId xmlns:a16="http://schemas.microsoft.com/office/drawing/2014/main" xmlns="" id="{8A4AEE3A-B5A0-4CDB-BF50-2269FD786571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xmlns="" id="{91C3856B-3E52-42DB-ACBC-13E807143D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xmlns="" id="{E9E5A32D-4769-4969-B5C4-1A755BB7E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24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indent="-685800">
              <a:lnSpc>
                <a:spcPts val="3600"/>
              </a:lnSpc>
              <a:spcBef>
                <a:spcPts val="0"/>
              </a:spcBef>
              <a:buSzTx/>
              <a:buFontTx/>
              <a:buNone/>
              <a:defRPr sz="3600" b="1" spc="-150"/>
            </a:lvl1pPr>
            <a:lvl2pPr marL="824592" indent="-367392">
              <a:lnSpc>
                <a:spcPts val="3600"/>
              </a:lnSpc>
              <a:spcBef>
                <a:spcPts val="0"/>
              </a:spcBef>
              <a:buFontTx/>
              <a:defRPr sz="3600" b="1" spc="-150"/>
            </a:lvl2pPr>
            <a:lvl3pPr marL="1257300" indent="-342900">
              <a:lnSpc>
                <a:spcPts val="3600"/>
              </a:lnSpc>
              <a:spcBef>
                <a:spcPts val="0"/>
              </a:spcBef>
              <a:buFontTx/>
              <a:defRPr sz="3600" b="1" spc="-150"/>
            </a:lvl3pPr>
            <a:lvl4pPr marL="17830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4pPr>
            <a:lvl5pPr marL="2240279" indent="-411479">
              <a:lnSpc>
                <a:spcPts val="3600"/>
              </a:lnSpc>
              <a:spcBef>
                <a:spcPts val="0"/>
              </a:spcBef>
              <a:buFontTx/>
              <a:defRPr sz="36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9E85C051-C62A-4E02-82F0-4743CDF7D9CC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xmlns="" id="{6F66933A-F4A7-42BC-81BD-DEA124D0E3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9F0C2216-8DC3-4DA4-A3F9-891BAA51E5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xmlns="" id="{94C0A7B3-D27C-47AA-AE86-7E29B15F50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xmlns="" id="{BA517305-79FE-4B75-B395-B6FFDCA591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xmlns="" id="{2AAC31BF-BB87-4EEE-8EEA-276059B6AA03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5" name="Group 6">
                <a:extLst>
                  <a:ext uri="{FF2B5EF4-FFF2-40B4-BE49-F238E27FC236}">
                    <a16:creationId xmlns:a16="http://schemas.microsoft.com/office/drawing/2014/main" xmlns="" id="{73BB3CE0-0ECB-4B16-993D-B590E7F32901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2" name="Rectangle 6">
                  <a:extLst>
                    <a:ext uri="{FF2B5EF4-FFF2-40B4-BE49-F238E27FC236}">
                      <a16:creationId xmlns:a16="http://schemas.microsoft.com/office/drawing/2014/main" xmlns="" id="{23B3EF1E-3A4F-48F4-AE56-51950FBDB34A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3" name="Rectangle 7">
                  <a:extLst>
                    <a:ext uri="{FF2B5EF4-FFF2-40B4-BE49-F238E27FC236}">
                      <a16:creationId xmlns:a16="http://schemas.microsoft.com/office/drawing/2014/main" xmlns="" id="{3E9BC4FD-8E66-4FFE-A463-A456D3EC1BE9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8">
                  <a:extLst>
                    <a:ext uri="{FF2B5EF4-FFF2-40B4-BE49-F238E27FC236}">
                      <a16:creationId xmlns:a16="http://schemas.microsoft.com/office/drawing/2014/main" xmlns="" id="{F43762E6-67DB-471C-93A5-EA11DE2D6F70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6" name="Group 10">
                <a:extLst>
                  <a:ext uri="{FF2B5EF4-FFF2-40B4-BE49-F238E27FC236}">
                    <a16:creationId xmlns:a16="http://schemas.microsoft.com/office/drawing/2014/main" xmlns="" id="{A57B087F-3A94-4771-9F8A-FEA6A2DA8638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9" name="Rectangle 10">
                  <a:extLst>
                    <a:ext uri="{FF2B5EF4-FFF2-40B4-BE49-F238E27FC236}">
                      <a16:creationId xmlns:a16="http://schemas.microsoft.com/office/drawing/2014/main" xmlns="" id="{1B72D4B9-3C71-412B-9849-ADED72C955B0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0" name="Rectangle 11">
                  <a:extLst>
                    <a:ext uri="{FF2B5EF4-FFF2-40B4-BE49-F238E27FC236}">
                      <a16:creationId xmlns:a16="http://schemas.microsoft.com/office/drawing/2014/main" xmlns="" id="{A0A76FFB-69B0-4080-A5C5-2B97AF23E585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2">
                  <a:extLst>
                    <a:ext uri="{FF2B5EF4-FFF2-40B4-BE49-F238E27FC236}">
                      <a16:creationId xmlns:a16="http://schemas.microsoft.com/office/drawing/2014/main" xmlns="" id="{DB8831E5-328E-4FE7-9BEF-B86C33EDC414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7" name="Picture 14" descr="Picture 14">
                <a:extLst>
                  <a:ext uri="{FF2B5EF4-FFF2-40B4-BE49-F238E27FC236}">
                    <a16:creationId xmlns:a16="http://schemas.microsoft.com/office/drawing/2014/main" xmlns="" id="{32CBA012-5A32-4BDF-822B-126E81338E9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8" name="TextBox 14">
                <a:extLst>
                  <a:ext uri="{FF2B5EF4-FFF2-40B4-BE49-F238E27FC236}">
                    <a16:creationId xmlns:a16="http://schemas.microsoft.com/office/drawing/2014/main" xmlns="" id="{E7D7DA3B-7F22-44CE-88B6-9E962D2FD924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xmlns="" id="{6FFDE068-C448-4274-A66F-58D6A33395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xmlns="" id="{5F3D097B-E307-43A9-8752-2348E8608F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27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290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600200"/>
            <a:ext cx="300831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29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350C3CAB-9174-4F01-B27C-E112DB3519E4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xmlns="" id="{227BB530-9C97-4605-8FD5-5A17703AD9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xmlns="" id="{71A33D6D-BA71-4646-903B-B286815BB6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xmlns="" id="{78E137CB-8197-4898-A0DF-757CAB253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xmlns="" id="{579AC676-1ED7-49C2-B4CD-A1A43DD8B8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xmlns="" id="{6CD01343-0723-445D-B34F-4090F302B93A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6" name="Group 6">
                <a:extLst>
                  <a:ext uri="{FF2B5EF4-FFF2-40B4-BE49-F238E27FC236}">
                    <a16:creationId xmlns:a16="http://schemas.microsoft.com/office/drawing/2014/main" xmlns="" id="{D10290F3-E87B-4959-987A-FEB2BA42BE8A}"/>
                  </a:ext>
                </a:extLst>
              </p:cNvPr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43" name="Rectangle 6">
                  <a:extLst>
                    <a:ext uri="{FF2B5EF4-FFF2-40B4-BE49-F238E27FC236}">
                      <a16:creationId xmlns:a16="http://schemas.microsoft.com/office/drawing/2014/main" xmlns="" id="{C50B156A-F1F3-4D52-95DA-52931FAA8C49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4" name="Rectangle 7">
                  <a:extLst>
                    <a:ext uri="{FF2B5EF4-FFF2-40B4-BE49-F238E27FC236}">
                      <a16:creationId xmlns:a16="http://schemas.microsoft.com/office/drawing/2014/main" xmlns="" id="{A28F8E31-541D-4B40-9703-5461D8910532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5" name="Rectangle 8">
                  <a:extLst>
                    <a:ext uri="{FF2B5EF4-FFF2-40B4-BE49-F238E27FC236}">
                      <a16:creationId xmlns:a16="http://schemas.microsoft.com/office/drawing/2014/main" xmlns="" id="{71075D01-A656-45FD-8610-7A1F10DE8B06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7" name="Group 10">
                <a:extLst>
                  <a:ext uri="{FF2B5EF4-FFF2-40B4-BE49-F238E27FC236}">
                    <a16:creationId xmlns:a16="http://schemas.microsoft.com/office/drawing/2014/main" xmlns="" id="{BE16A811-CCFA-4EA5-9C10-369C8D578E7D}"/>
                  </a:ext>
                </a:extLst>
              </p:cNvPr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40" name="Rectangle 10">
                  <a:extLst>
                    <a:ext uri="{FF2B5EF4-FFF2-40B4-BE49-F238E27FC236}">
                      <a16:creationId xmlns:a16="http://schemas.microsoft.com/office/drawing/2014/main" xmlns="" id="{2D84DAB1-A053-421D-B486-D43B2EBB2E4F}"/>
                    </a:ext>
                  </a:extLst>
                </p:cNvPr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1" name="Rectangle 11">
                  <a:extLst>
                    <a:ext uri="{FF2B5EF4-FFF2-40B4-BE49-F238E27FC236}">
                      <a16:creationId xmlns:a16="http://schemas.microsoft.com/office/drawing/2014/main" xmlns="" id="{05DAC5A6-24E5-47AE-83BF-F0459FB02883}"/>
                    </a:ext>
                  </a:extLst>
                </p:cNvPr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42" name="Rectangle 12">
                  <a:extLst>
                    <a:ext uri="{FF2B5EF4-FFF2-40B4-BE49-F238E27FC236}">
                      <a16:creationId xmlns:a16="http://schemas.microsoft.com/office/drawing/2014/main" xmlns="" id="{321A1610-FB39-469A-9D8B-CF107A259D8C}"/>
                    </a:ext>
                  </a:extLst>
                </p:cNvPr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8" name="Picture 14" descr="Picture 14">
                <a:extLst>
                  <a:ext uri="{FF2B5EF4-FFF2-40B4-BE49-F238E27FC236}">
                    <a16:creationId xmlns:a16="http://schemas.microsoft.com/office/drawing/2014/main" xmlns="" id="{9E29D63C-B053-461C-8490-642D9D2E088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9" name="TextBox 14">
                <a:extLst>
                  <a:ext uri="{FF2B5EF4-FFF2-40B4-BE49-F238E27FC236}">
                    <a16:creationId xmlns:a16="http://schemas.microsoft.com/office/drawing/2014/main" xmlns="" id="{8804AEC7-BDD4-459D-A22D-2226BB538972}"/>
                  </a:ext>
                </a:extLst>
              </p:cNvPr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xmlns="" id="{316A8D8F-3F02-480E-85E1-806322A133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xmlns="" id="{F08D8C1A-70B1-4A49-AC40-01F8878148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  <p:sp>
        <p:nvSpPr>
          <p:cNvPr id="337" name="Title Text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1" cy="3048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sz="1800" spc="0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711825"/>
            <a:ext cx="5486401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600"/>
            </a:lvl1pPr>
            <a:lvl2pPr marL="0" indent="457200">
              <a:spcBef>
                <a:spcPts val="300"/>
              </a:spcBef>
              <a:buSzTx/>
              <a:buFontTx/>
              <a:buNone/>
              <a:defRPr sz="1600"/>
            </a:lvl2pPr>
            <a:lvl3pPr marL="0" indent="914400">
              <a:spcBef>
                <a:spcPts val="300"/>
              </a:spcBef>
              <a:buSzTx/>
              <a:buFontTx/>
              <a:buNone/>
              <a:defRPr sz="1600"/>
            </a:lvl3pPr>
            <a:lvl4pPr marL="0" indent="1371600">
              <a:spcBef>
                <a:spcPts val="300"/>
              </a:spcBef>
              <a:buSzTx/>
              <a:buFontTx/>
              <a:buNone/>
              <a:defRPr sz="1600"/>
            </a:lvl4pPr>
            <a:lvl5pPr marL="0" indent="1828800">
              <a:spcBef>
                <a:spcPts val="300"/>
              </a:spcBef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1828800"/>
            <a:ext cx="5486401" cy="3429000"/>
          </a:xfrm>
          <a:prstGeom prst="rect">
            <a:avLst/>
          </a:prstGeom>
          <a:ln w="57150">
            <a:solidFill>
              <a:srgbClr val="DCE6F2"/>
            </a:solidFill>
            <a:round/>
          </a:ln>
        </p:spPr>
        <p:txBody>
          <a:bodyPr lIns="91439" rIns="91439"/>
          <a:lstStyle/>
          <a:p>
            <a:endParaRPr/>
          </a:p>
        </p:txBody>
      </p:sp>
      <p:sp>
        <p:nvSpPr>
          <p:cNvPr id="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EE4C52FF-101A-462E-800F-022BB52CE63F}"/>
              </a:ext>
            </a:extLst>
          </p:cNvPr>
          <p:cNvGrpSpPr/>
          <p:nvPr userDrawn="1"/>
        </p:nvGrpSpPr>
        <p:grpSpPr>
          <a:xfrm>
            <a:off x="-211367" y="-654317"/>
            <a:ext cx="9517143" cy="8232476"/>
            <a:chOff x="-211367" y="-654317"/>
            <a:chExt cx="9517143" cy="8232476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xmlns="" id="{68CEEAD4-131A-420F-BC4F-B8D910811F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-211367" y="4076943"/>
              <a:ext cx="3329835" cy="3329835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83942759-5305-46F1-9EA5-AB1F17BAF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883072" y="4248324"/>
              <a:ext cx="3329835" cy="3329835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xmlns="" id="{1B104A8E-51B2-42E7-B651-568B9D1D36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0" y="-654317"/>
              <a:ext cx="3329835" cy="3329835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62F3D4CE-0862-4E00-B299-11A67A5904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4121095">
              <a:off x="5975941" y="-392139"/>
              <a:ext cx="3329835" cy="3329835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1C5A1F24-1ABA-4385-8DF2-98C8D03B2CCD}"/>
                </a:ext>
              </a:extLst>
            </p:cNvPr>
            <p:cNvGrpSpPr/>
            <p:nvPr userDrawn="1"/>
          </p:nvGrpSpPr>
          <p:grpSpPr>
            <a:xfrm>
              <a:off x="0" y="0"/>
              <a:ext cx="9144001" cy="6857673"/>
              <a:chOff x="0" y="0"/>
              <a:chExt cx="9144001" cy="6857673"/>
            </a:xfrm>
          </p:grpSpPr>
          <p:grpSp>
            <p:nvGrpSpPr>
              <p:cNvPr id="330" name="Group 6"/>
              <p:cNvGrpSpPr/>
              <p:nvPr userDrawn="1"/>
            </p:nvGrpSpPr>
            <p:grpSpPr>
              <a:xfrm>
                <a:off x="0" y="1295400"/>
                <a:ext cx="7010401" cy="46038"/>
                <a:chOff x="0" y="0"/>
                <a:chExt cx="7010400" cy="46037"/>
              </a:xfrm>
            </p:grpSpPr>
            <p:sp>
              <p:nvSpPr>
                <p:cNvPr id="327" name="Rectangle 6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8" name="Rectangle 7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29" name="Rectangle 8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grpSp>
            <p:nvGrpSpPr>
              <p:cNvPr id="334" name="Group 10"/>
              <p:cNvGrpSpPr/>
              <p:nvPr userDrawn="1"/>
            </p:nvGrpSpPr>
            <p:grpSpPr>
              <a:xfrm>
                <a:off x="2133600" y="6553200"/>
                <a:ext cx="7010401" cy="46038"/>
                <a:chOff x="0" y="0"/>
                <a:chExt cx="7010400" cy="46037"/>
              </a:xfrm>
            </p:grpSpPr>
            <p:sp>
              <p:nvSpPr>
                <p:cNvPr id="331" name="Rectangle 10"/>
                <p:cNvSpPr/>
                <p:nvPr/>
              </p:nvSpPr>
              <p:spPr>
                <a:xfrm>
                  <a:off x="2362199" y="0"/>
                  <a:ext cx="2328865" cy="46038"/>
                </a:xfrm>
                <a:prstGeom prst="rect">
                  <a:avLst/>
                </a:prstGeom>
                <a:solidFill>
                  <a:srgbClr val="76C2E5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2" name="Rectangle 11"/>
                <p:cNvSpPr/>
                <p:nvPr/>
              </p:nvSpPr>
              <p:spPr>
                <a:xfrm>
                  <a:off x="-1" y="0"/>
                  <a:ext cx="2362201" cy="46038"/>
                </a:xfrm>
                <a:prstGeom prst="rect">
                  <a:avLst/>
                </a:prstGeom>
                <a:solidFill>
                  <a:srgbClr val="FCB017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  <p:sp>
              <p:nvSpPr>
                <p:cNvPr id="333" name="Rectangle 12"/>
                <p:cNvSpPr/>
                <p:nvPr/>
              </p:nvSpPr>
              <p:spPr>
                <a:xfrm>
                  <a:off x="4681537" y="0"/>
                  <a:ext cx="2328864" cy="46038"/>
                </a:xfrm>
                <a:prstGeom prst="rect">
                  <a:avLst/>
                </a:prstGeom>
                <a:solidFill>
                  <a:srgbClr val="FF0000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  <p:pic>
            <p:nvPicPr>
              <p:cNvPr id="335" name="Picture 14" descr="Picture 14"/>
              <p:cNvPicPr>
                <a:picLocks noChangeAspect="1"/>
              </p:cNvPicPr>
              <p:nvPr userDrawn="1"/>
            </p:nvPicPr>
            <p:blipFill>
              <a:blip r:embed="rId4"/>
              <a:srcRect t="2677" b="2677"/>
              <a:stretch>
                <a:fillRect/>
              </a:stretch>
            </p:blipFill>
            <p:spPr>
              <a:xfrm>
                <a:off x="6629400" y="0"/>
                <a:ext cx="2193925" cy="692150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336" name="TextBox 14"/>
              <p:cNvSpPr txBox="1"/>
              <p:nvPr userDrawn="1"/>
            </p:nvSpPr>
            <p:spPr>
              <a:xfrm>
                <a:off x="3322319" y="6596063"/>
                <a:ext cx="5775962" cy="2616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algn="r">
                  <a:defRPr sz="1100" b="1">
                    <a:solidFill>
                      <a:srgbClr val="101141"/>
                    </a:solidFill>
                    <a:latin typeface="+mj-lt"/>
                    <a:ea typeface="+mj-ea"/>
                    <a:cs typeface="+mj-cs"/>
                    <a:sym typeface="Arial"/>
                  </a:defRPr>
                </a:pPr>
                <a:r>
                  <a:rPr lang="en-IN" dirty="0"/>
                  <a:t>BITS </a:t>
                </a:r>
                <a:r>
                  <a:rPr lang="en-IN" b="0" dirty="0" err="1"/>
                  <a:t>Pilani</a:t>
                </a:r>
                <a:r>
                  <a:rPr lang="en-IN" b="0" dirty="0"/>
                  <a:t>, Deemed to be University under Section 3 of UGC Act, 1956</a:t>
                </a:r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xmlns="" id="{B778ADC1-BEF0-4061-926A-4839BEC48F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866657" y="2807158"/>
              <a:ext cx="1410686" cy="1410686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xmlns="" id="{68C4D830-E082-446B-B643-5F87F72600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1789776">
              <a:off x="1980952" y="2061094"/>
              <a:ext cx="5246055" cy="5246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690160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xmlns="" id="{BC5692C0-A143-3571-7EE1-32346BE8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ransition spd="med"/>
  <p:txStyles>
    <p:titleStyle>
      <a:lvl1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ts val="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-150" baseline="0">
          <a:solidFill>
            <a:srgbClr val="FFFFFF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19.wmf"/><Relationship Id="rId21" Type="http://schemas.openxmlformats.org/officeDocument/2006/relationships/oleObject" Target="../embeddings/oleObject13.bin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5.bin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2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11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7.bin"/><Relationship Id="rId10" Type="http://schemas.openxmlformats.org/officeDocument/2006/relationships/oleObject" Target="../embeddings/oleObject4.bin"/><Relationship Id="rId19" Type="http://schemas.openxmlformats.org/officeDocument/2006/relationships/oleObject" Target="../embeddings/oleObject11.bin"/><Relationship Id="rId4" Type="http://schemas.openxmlformats.org/officeDocument/2006/relationships/image" Target="../media/image20.png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emf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8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25.bin"/><Relationship Id="rId4" Type="http://schemas.openxmlformats.org/officeDocument/2006/relationships/image" Target="../media/image18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wmf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7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8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31.bin"/><Relationship Id="rId4" Type="http://schemas.openxmlformats.org/officeDocument/2006/relationships/image" Target="../media/image18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 algn="ctr"/>
            <a:r>
              <a:rPr lang="en-US" dirty="0"/>
              <a:t>Computer Networks</a:t>
            </a:r>
            <a:endParaRPr dirty="0"/>
          </a:p>
        </p:txBody>
      </p:sp>
      <p:sp>
        <p:nvSpPr>
          <p:cNvPr id="351" name="Content Placeholder 5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Clr>
                <a:schemeClr val="lt1"/>
              </a:buClr>
              <a:buSzPts val="2400"/>
            </a:pPr>
            <a:r>
              <a:rPr lang="en-US" sz="2400" b="1" dirty="0" smtClean="0"/>
              <a:t>Prabhu Subramanian</a:t>
            </a:r>
            <a:endParaRPr lang="en-US" sz="2400" b="1" dirty="0"/>
          </a:p>
          <a:p>
            <a:pPr lvl="0">
              <a:lnSpc>
                <a:spcPct val="100000"/>
              </a:lnSpc>
              <a:buClr>
                <a:schemeClr val="lt1"/>
              </a:buClr>
              <a:buSzPts val="2400"/>
            </a:pPr>
            <a:r>
              <a:rPr lang="en-US" sz="2400" b="1" dirty="0" smtClean="0"/>
              <a:t>prabhus@wilp.bits-pilani.ac.in </a:t>
            </a:r>
            <a:endParaRPr lang="en-US" sz="2400" b="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8261B9-9CDC-5A73-5A7D-2806BA5D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462" y="2186862"/>
            <a:ext cx="5076563" cy="2484276"/>
          </a:xfrm>
          <a:prstGeom prst="rect">
            <a:avLst/>
          </a:prstGeom>
        </p:spPr>
      </p:pic>
      <p:sp>
        <p:nvSpPr>
          <p:cNvPr id="4" name="Google Shape;190;g2231df5f08c_0_0">
            <a:extLst>
              <a:ext uri="{FF2B5EF4-FFF2-40B4-BE49-F238E27FC236}">
                <a16:creationId xmlns:a16="http://schemas.microsoft.com/office/drawing/2014/main" xmlns="" id="{C5364FC2-7DBD-D466-D285-E9BD0C408107}"/>
              </a:ext>
            </a:extLst>
          </p:cNvPr>
          <p:cNvSpPr txBox="1">
            <a:spLocks/>
          </p:cNvSpPr>
          <p:nvPr/>
        </p:nvSpPr>
        <p:spPr>
          <a:xfrm>
            <a:off x="0" y="326901"/>
            <a:ext cx="7211025" cy="8572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4400"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 IMP Note to Self</a:t>
            </a:r>
          </a:p>
        </p:txBody>
      </p:sp>
    </p:spTree>
    <p:extLst>
      <p:ext uri="{BB962C8B-B14F-4D97-AF65-F5344CB8AC3E}">
        <p14:creationId xmlns:p14="http://schemas.microsoft.com/office/powerpoint/2010/main" val="241246463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 txBox="1">
            <a:spLocks/>
          </p:cNvSpPr>
          <p:nvPr/>
        </p:nvSpPr>
        <p:spPr>
          <a:xfrm>
            <a:off x="304800" y="1493838"/>
            <a:ext cx="8518526" cy="490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 fontScale="70000" lnSpcReduction="20000"/>
          </a:bodyPr>
          <a:lstStyle>
            <a:lvl1pPr marL="342900" marR="0" indent="-685800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824592" marR="0" indent="-367392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57300" marR="0" indent="-342900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83079" marR="0" indent="-411479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240279" marR="0" indent="-411479" algn="l" defTabSz="914400" rtl="0" latinLnBrk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1" i="0" u="none" strike="noStrike" cap="none" spc="-15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719138" indent="-449263" algn="just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It is important  to know that just login to the session does not guarantee the  attendance.</a:t>
            </a:r>
          </a:p>
          <a:p>
            <a:pPr marL="719138" indent="-449263" algn="just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Once you join the session, continue till the end to consider you as present in the class.</a:t>
            </a:r>
          </a:p>
          <a:p>
            <a:pPr marL="719138" indent="-449263" algn="just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IMPORTANTLY, you need to make the class more interactive by responding to Professors queries in the session.</a:t>
            </a:r>
          </a:p>
          <a:p>
            <a:pPr marL="719138" indent="-449263" algn="just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Whenever Professor calls your number / name, you need to respond, otherwise it will be considered as ABSENT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483D501-C245-D5D5-F832-D9B887D6910D}"/>
              </a:ext>
            </a:extLst>
          </p:cNvPr>
          <p:cNvSpPr txBox="1">
            <a:spLocks/>
          </p:cNvSpPr>
          <p:nvPr/>
        </p:nvSpPr>
        <p:spPr>
          <a:xfrm>
            <a:off x="124918" y="457200"/>
            <a:ext cx="7520066" cy="73202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783771" marR="0" indent="-326571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19200" marR="0" indent="-3048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373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–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1945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»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0" indent="0" hangingPunct="1">
              <a:buNone/>
            </a:pPr>
            <a:r>
              <a:rPr lang="en-IN" sz="4000" b="1" dirty="0"/>
              <a:t>Important Note to Students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47800908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>
            <a:normAutofit fontScale="92500"/>
          </a:bodyPr>
          <a:lstStyle/>
          <a:p>
            <a:pPr>
              <a:defRPr spc="-200"/>
            </a:pPr>
            <a:r>
              <a:rPr lang="en-IN" smtClean="0"/>
              <a:t>SEVZI </a:t>
            </a:r>
            <a:r>
              <a:rPr lang="en-IN" dirty="0"/>
              <a:t>ZC467</a:t>
            </a:r>
            <a:r>
              <a:rPr dirty="0"/>
              <a:t> </a:t>
            </a:r>
            <a:r>
              <a:rPr lang="en-US" dirty="0"/>
              <a:t>- </a:t>
            </a:r>
            <a:r>
              <a:rPr lang="en-IN" dirty="0"/>
              <a:t>COMPUTER NETWORKS</a:t>
            </a:r>
            <a:endParaRPr dirty="0"/>
          </a:p>
          <a:p>
            <a:pPr>
              <a:defRPr spc="-200"/>
            </a:pPr>
            <a:r>
              <a:rPr dirty="0"/>
              <a:t>Lecture No.</a:t>
            </a:r>
            <a:r>
              <a:rPr lang="en-US" dirty="0"/>
              <a:t> 01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A1E6DB0-7225-864F-ECD2-1829920104A8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Computer Networks</a:t>
            </a:r>
            <a:endParaRPr kumimoji="0" lang="en-AU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65CB25FD-F608-DDBB-5C77-48A778480BD1}"/>
              </a:ext>
            </a:extLst>
          </p:cNvPr>
          <p:cNvSpPr txBox="1">
            <a:spLocks/>
          </p:cNvSpPr>
          <p:nvPr/>
        </p:nvSpPr>
        <p:spPr>
          <a:xfrm>
            <a:off x="539552" y="1576982"/>
            <a:ext cx="7924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Lucida Sans Unicode" panose="020B0602030504020204" pitchFamily="34" charset="0"/>
              </a:rPr>
              <a:t>Interconnected collection of two or more autonomous computers.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Two or more computers are said to be connected only if they can exchange information (data) among themselves.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Lucida Sans Unicode" panose="020B0602030504020204" pitchFamily="34" charset="0"/>
              </a:rPr>
              <a:t>The word data refers to information presented in whatever form agreed upon by the parties creating and using the data.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Lucida Sans Unicode" panose="020B0602030504020204" pitchFamily="34" charset="0"/>
              </a:rPr>
              <a:t>Data communications are the exchange of data between two devices via some form of transmission medium.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06F2E5E-E467-C14D-24E1-130E1495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800978F0-BA0D-A803-3348-4B678ED8C88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476672"/>
            <a:ext cx="8064896" cy="85010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Five Components of Data Communication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xmlns="" id="{B208F47F-2814-0862-2817-9A8933E81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82" y="1699988"/>
            <a:ext cx="8191417" cy="2891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18AF5F4-D571-4E2E-EB6B-A87014DD3299}"/>
              </a:ext>
            </a:extLst>
          </p:cNvPr>
          <p:cNvSpPr txBox="1"/>
          <p:nvPr/>
        </p:nvSpPr>
        <p:spPr>
          <a:xfrm>
            <a:off x="995516" y="4756043"/>
            <a:ext cx="5255342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Receiver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Transmission medium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241756130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E32120-1ADF-25BC-130F-0B34BD66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DC91536-98E0-A71B-6620-7B6C3ADCA5F0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LAN (Local Area Network)</a:t>
            </a:r>
            <a:endParaRPr kumimoji="0" lang="en-AU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B8AE7DD-0490-F921-34AA-8791FD3B23C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10m-1km distance</a:t>
            </a: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Room,building,campus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10Mbps-100Mbps</a:t>
            </a: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Size-restricted</a:t>
            </a: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Transmission technology-Cables</a:t>
            </a: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>
                <a:tab pos="539750" algn="l"/>
              </a:tabLst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Topology-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bus,ring</a:t>
            </a:r>
            <a:endParaRPr kumimoji="0" lang="en-AU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xmlns="" id="{93CB7E00-0010-AFF1-7B2B-58B628A9A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207" y="1600200"/>
            <a:ext cx="3698079" cy="2322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39957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E756FF7-181D-AC57-D46C-FC7BF4AB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FF1EFD7-3DB7-F29D-43B0-4F3BC8542B85}"/>
              </a:ext>
            </a:extLst>
          </p:cNvPr>
          <p:cNvSpPr txBox="1">
            <a:spLocks/>
          </p:cNvSpPr>
          <p:nvPr/>
        </p:nvSpPr>
        <p:spPr>
          <a:xfrm>
            <a:off x="323528" y="404664"/>
            <a:ext cx="7056784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MAN (Metropolitan Area Network)</a:t>
            </a:r>
            <a:endParaRPr kumimoji="0" lang="en-AU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7740EF0-00EA-C2FB-752A-E64B3A724612}"/>
              </a:ext>
            </a:extLst>
          </p:cNvPr>
          <p:cNvSpPr txBox="1">
            <a:spLocks/>
          </p:cNvSpPr>
          <p:nvPr/>
        </p:nvSpPr>
        <p:spPr>
          <a:xfrm>
            <a:off x="323528" y="141338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10km-100km distance</a:t>
            </a: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City</a:t>
            </a:r>
          </a:p>
          <a:p>
            <a:pPr marL="539750" marR="0" lvl="0" indent="-539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Eg: Cable television N/W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xmlns="" id="{2ACF46FD-B565-DFD4-2BFB-89DE238E3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6548" y="3579040"/>
            <a:ext cx="6763291" cy="28742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116560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E8B565-2F60-21FA-C4C8-B33B17FF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E5A6534A-520E-77B7-BC6B-E1D2A8BACC34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WAN (Wide Area Network)</a:t>
            </a:r>
            <a:endParaRPr kumimoji="0" lang="en-AU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E1CF6EF5-2B06-B21A-01BD-1A1E4DCCF86C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100km-10000km distance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Country, continent, planet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Eg: Internet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Traditional applications - E-mail, News, Remote login, File transfer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5926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88008F-5202-1769-3B56-090F5551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44B20E-FF64-1E82-EB85-12C8EED38D4B}"/>
              </a:ext>
            </a:extLst>
          </p:cNvPr>
          <p:cNvSpPr txBox="1">
            <a:spLocks/>
          </p:cNvSpPr>
          <p:nvPr/>
        </p:nvSpPr>
        <p:spPr>
          <a:xfrm>
            <a:off x="73025" y="425449"/>
            <a:ext cx="8534400" cy="7588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Network Structure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BB0A18-2DF6-92B8-3833-7BB5E0286790}"/>
              </a:ext>
            </a:extLst>
          </p:cNvPr>
          <p:cNvSpPr txBox="1">
            <a:spLocks/>
          </p:cNvSpPr>
          <p:nvPr/>
        </p:nvSpPr>
        <p:spPr>
          <a:xfrm>
            <a:off x="301625" y="1371600"/>
            <a:ext cx="4038600" cy="4681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 edge: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applications and hosts 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</a:t>
            </a:r>
            <a:r>
              <a:rPr lang="en-US" altLang="en-US" sz="1600" dirty="0">
                <a:ea typeface="MS PGothic" panose="020B0600070205080204" pitchFamily="34" charset="-128"/>
              </a:rPr>
              <a:t>clients and servers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).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networks, physical media: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wired, wireless communication links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 core: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interconnected routers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network of networks (Internet)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C17406E7-FFF6-E652-B4EC-8DD4A3DD6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3777" y="1578769"/>
            <a:ext cx="36576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8041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1C29EE5-659D-C704-7F91-D23584B4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BEA61C-D7F2-D52C-074F-7ADA571BE426}"/>
              </a:ext>
            </a:extLst>
          </p:cNvPr>
          <p:cNvSpPr txBox="1">
            <a:spLocks/>
          </p:cNvSpPr>
          <p:nvPr/>
        </p:nvSpPr>
        <p:spPr>
          <a:xfrm>
            <a:off x="301625" y="425449"/>
            <a:ext cx="8030344" cy="7588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Network Edge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75C1CF48-FFC1-C2F1-2D03-156969E519A9}"/>
              </a:ext>
            </a:extLst>
          </p:cNvPr>
          <p:cNvSpPr txBox="1">
            <a:spLocks/>
          </p:cNvSpPr>
          <p:nvPr/>
        </p:nvSpPr>
        <p:spPr>
          <a:xfrm>
            <a:off x="301624" y="1371600"/>
            <a:ext cx="4270375" cy="4681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 systems (hosts):</a:t>
            </a:r>
          </a:p>
          <a:p>
            <a:pPr marL="548640" marR="0" lvl="1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run application programs at "edge </a:t>
            </a:r>
          </a:p>
          <a:p>
            <a:pPr marL="548640" marR="0" lvl="1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network” e.g. Web, email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client/server model</a:t>
            </a: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Arial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host requests, receives service from always-on server e.g. Web browser/server; email client/server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F2936"/>
              </a:buClr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peer-peer model: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minimal (or no) use of dedicated servers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e.g. Skype,  Bit-Torrent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75000"/>
              <a:buFont typeface="Wingdings" pitchFamily="2" charset="2"/>
              <a:buChar char="Ø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/>
              <a:buChar char=""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28">
            <a:extLst>
              <a:ext uri="{FF2B5EF4-FFF2-40B4-BE49-F238E27FC236}">
                <a16:creationId xmlns:a16="http://schemas.microsoft.com/office/drawing/2014/main" xmlns="" id="{033ADB5A-5603-2BE1-4A8B-B3CDE4DF0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1600200"/>
            <a:ext cx="4038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482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7F80DD0-BD99-7E9B-4D20-63C43FBA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xmlns="" id="{6AC43435-2F49-8C35-D1AF-D34651088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1339" y="1433590"/>
            <a:ext cx="7435121" cy="2299395"/>
          </a:xfrm>
          <a:prstGeom prst="rect">
            <a:avLst/>
          </a:prstGeom>
          <a:noFill/>
          <a:ln w="12700">
            <a:solidFill>
              <a:schemeClr val="tx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pic>
        <p:nvPicPr>
          <p:cNvPr id="20484" name="Picture 2">
            <a:extLst>
              <a:ext uri="{FF2B5EF4-FFF2-40B4-BE49-F238E27FC236}">
                <a16:creationId xmlns:a16="http://schemas.microsoft.com/office/drawing/2014/main" xmlns="" id="{6F87EDD0-BBD3-9992-8EAA-12E9B6A42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39" y="4151026"/>
            <a:ext cx="7435121" cy="22728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0073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91B2DC5-5AB4-CE79-8D25-E77C0920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21146229-1BD8-F8C1-42B3-7EBC92958CFB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Connection-Oriented Service / Connectionless Service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E819B200-DCB3-CA19-0214-29C08D1B31C5}"/>
              </a:ext>
            </a:extLst>
          </p:cNvPr>
          <p:cNvSpPr txBox="1">
            <a:spLocks/>
          </p:cNvSpPr>
          <p:nvPr/>
        </p:nvSpPr>
        <p:spPr>
          <a:xfrm>
            <a:off x="285135" y="1600200"/>
            <a:ext cx="3905865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Steps – call setup, data transfer, call termination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 – fixed path, order of messages preserved, no loss of data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Reliable data transfer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Receives ACK, adds on overhead &amp; delay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Eg: telephone, FTP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C82E92A-8F91-3C24-739B-14E2B0419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600200"/>
            <a:ext cx="4343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2437" marR="0" lvl="0" indent="-342900" algn="just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Each packet sent independently</a:t>
            </a:r>
          </a:p>
          <a:p>
            <a:pPr marL="452437" marR="0" lvl="0" indent="-342900" algn="just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Routing decisions made at every intermediate system</a:t>
            </a:r>
          </a:p>
          <a:p>
            <a:pPr marL="452437" marR="0" lvl="0" indent="-342900" algn="just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Eg: email, remote login</a:t>
            </a:r>
          </a:p>
          <a:p>
            <a:pPr marL="452437" marR="0" lvl="0" indent="-342900" algn="just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Use of IP</a:t>
            </a:r>
          </a:p>
          <a:p>
            <a:pPr marL="452437" marR="0" lvl="0" indent="-342900" algn="just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Adv – Flexibility, robust, no unnecessary overhead</a:t>
            </a:r>
          </a:p>
          <a:p>
            <a:pPr marL="452437" marR="0" lvl="0" indent="-342900" algn="just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Unreliable, no guaranteed delivery &amp; order of delivery</a:t>
            </a:r>
          </a:p>
        </p:txBody>
      </p:sp>
    </p:spTree>
    <p:extLst>
      <p:ext uri="{BB962C8B-B14F-4D97-AF65-F5344CB8AC3E}">
        <p14:creationId xmlns:p14="http://schemas.microsoft.com/office/powerpoint/2010/main" val="214759264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EA0753-0DBE-E132-59BA-EACDE81A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27C76B8D-3618-5678-1F13-C8D24CB7C083}"/>
              </a:ext>
            </a:extLst>
          </p:cNvPr>
          <p:cNvSpPr txBox="1">
            <a:spLocks/>
          </p:cNvSpPr>
          <p:nvPr/>
        </p:nvSpPr>
        <p:spPr>
          <a:xfrm>
            <a:off x="65088" y="405238"/>
            <a:ext cx="8229600" cy="6476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The Network Core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BE1188C-93B2-8339-1E62-9339FA840D26}"/>
              </a:ext>
            </a:extLst>
          </p:cNvPr>
          <p:cNvSpPr txBox="1">
            <a:spLocks/>
          </p:cNvSpPr>
          <p:nvPr/>
        </p:nvSpPr>
        <p:spPr>
          <a:xfrm>
            <a:off x="533400" y="1600200"/>
            <a:ext cx="41910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mesh of interconnected routers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1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fundamental question: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how is data transferred through net?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circuit switching: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dedicated circuit per call: telephone net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packet-switching: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data sent thru net in discrete “chunks”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35FD80-45EC-361E-4A33-6F6AB80C9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847" y="1465288"/>
            <a:ext cx="4014354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9353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6C05EE-D313-CA08-E1EE-AD053159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6">
            <a:extLst>
              <a:ext uri="{FF2B5EF4-FFF2-40B4-BE49-F238E27FC236}">
                <a16:creationId xmlns:a16="http://schemas.microsoft.com/office/drawing/2014/main" xmlns="" id="{5BF91B51-07E0-E4BD-C3CC-C661F30CAD46}"/>
              </a:ext>
            </a:extLst>
          </p:cNvPr>
          <p:cNvSpPr txBox="1">
            <a:spLocks/>
          </p:cNvSpPr>
          <p:nvPr/>
        </p:nvSpPr>
        <p:spPr>
          <a:xfrm>
            <a:off x="381000" y="479200"/>
            <a:ext cx="8229600" cy="7080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Network Core: Circuit Switching</a:t>
            </a:r>
            <a:endParaRPr kumimoji="0" lang="en-US" altLang="en-US" sz="4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xmlns="" id="{28E7BF2E-65C7-7719-B191-DE7C1C6B0B91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End-end resources reserved for “call”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link bandwidth,  switch capacity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dedicated resources: no sharing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circuit-like (guaranteed) performance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call setup required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1573">
            <a:extLst>
              <a:ext uri="{FF2B5EF4-FFF2-40B4-BE49-F238E27FC236}">
                <a16:creationId xmlns:a16="http://schemas.microsoft.com/office/drawing/2014/main" xmlns="" id="{97B4060E-F6FB-1FDC-B702-709FF7B90984}"/>
              </a:ext>
            </a:extLst>
          </p:cNvPr>
          <p:cNvGrpSpPr>
            <a:grpSpLocks/>
          </p:cNvGrpSpPr>
          <p:nvPr/>
        </p:nvGrpSpPr>
        <p:grpSpPr bwMode="auto">
          <a:xfrm>
            <a:off x="4989513" y="1639888"/>
            <a:ext cx="3470275" cy="4168775"/>
            <a:chOff x="3143" y="1033"/>
            <a:chExt cx="2186" cy="2626"/>
          </a:xfrm>
        </p:grpSpPr>
        <p:sp>
          <p:nvSpPr>
            <p:cNvPr id="5" name="Freeform 1574">
              <a:extLst>
                <a:ext uri="{FF2B5EF4-FFF2-40B4-BE49-F238E27FC236}">
                  <a16:creationId xmlns:a16="http://schemas.microsoft.com/office/drawing/2014/main" xmlns="" id="{0996795A-30DA-AD78-5633-43C4EA909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178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" name="Freeform 1575">
              <a:extLst>
                <a:ext uri="{FF2B5EF4-FFF2-40B4-BE49-F238E27FC236}">
                  <a16:creationId xmlns:a16="http://schemas.microsoft.com/office/drawing/2014/main" xmlns="" id="{48896ADA-67D1-EF7F-D532-D372719BF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217"/>
              <a:ext cx="1090" cy="658"/>
            </a:xfrm>
            <a:custGeom>
              <a:avLst/>
              <a:gdLst>
                <a:gd name="T0" fmla="*/ 5057 w 765"/>
                <a:gd name="T1" fmla="*/ 123 h 459"/>
                <a:gd name="T2" fmla="*/ 3427 w 765"/>
                <a:gd name="T3" fmla="*/ 866 h 459"/>
                <a:gd name="T4" fmla="*/ 1146 w 765"/>
                <a:gd name="T5" fmla="*/ 1241 h 459"/>
                <a:gd name="T6" fmla="*/ 164 w 765"/>
                <a:gd name="T7" fmla="*/ 4186 h 459"/>
                <a:gd name="T8" fmla="*/ 2144 w 765"/>
                <a:gd name="T9" fmla="*/ 5521 h 459"/>
                <a:gd name="T10" fmla="*/ 4121 w 765"/>
                <a:gd name="T11" fmla="*/ 5306 h 459"/>
                <a:gd name="T12" fmla="*/ 6957 w 765"/>
                <a:gd name="T13" fmla="*/ 5521 h 459"/>
                <a:gd name="T14" fmla="*/ 8325 w 765"/>
                <a:gd name="T15" fmla="*/ 5403 h 459"/>
                <a:gd name="T16" fmla="*/ 8961 w 765"/>
                <a:gd name="T17" fmla="*/ 4626 h 459"/>
                <a:gd name="T18" fmla="*/ 8945 w 765"/>
                <a:gd name="T19" fmla="*/ 1968 h 459"/>
                <a:gd name="T20" fmla="*/ 7894 w 765"/>
                <a:gd name="T21" fmla="*/ 421 h 459"/>
                <a:gd name="T22" fmla="*/ 5057 w 765"/>
                <a:gd name="T23" fmla="*/ 123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ysClr val="window" lastClr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7" name="Freeform 1576">
              <a:extLst>
                <a:ext uri="{FF2B5EF4-FFF2-40B4-BE49-F238E27FC236}">
                  <a16:creationId xmlns:a16="http://schemas.microsoft.com/office/drawing/2014/main" xmlns="" id="{628A26EA-22E8-2024-D226-830D308DB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033"/>
              <a:ext cx="1036" cy="675"/>
            </a:xfrm>
            <a:custGeom>
              <a:avLst/>
              <a:gdLst>
                <a:gd name="T0" fmla="*/ 648 w 1036"/>
                <a:gd name="T1" fmla="*/ 11 h 675"/>
                <a:gd name="T2" fmla="*/ 390 w 1036"/>
                <a:gd name="T3" fmla="*/ 53 h 675"/>
                <a:gd name="T4" fmla="*/ 206 w 1036"/>
                <a:gd name="T5" fmla="*/ 129 h 675"/>
                <a:gd name="T6" fmla="*/ 152 w 1036"/>
                <a:gd name="T7" fmla="*/ 229 h 675"/>
                <a:gd name="T8" fmla="*/ 22 w 1036"/>
                <a:gd name="T9" fmla="*/ 297 h 675"/>
                <a:gd name="T10" fmla="*/ 18 w 1036"/>
                <a:gd name="T11" fmla="*/ 459 h 675"/>
                <a:gd name="T12" fmla="*/ 132 w 1036"/>
                <a:gd name="T13" fmla="*/ 489 h 675"/>
                <a:gd name="T14" fmla="*/ 458 w 1036"/>
                <a:gd name="T15" fmla="*/ 489 h 675"/>
                <a:gd name="T16" fmla="*/ 598 w 1036"/>
                <a:gd name="T17" fmla="*/ 555 h 675"/>
                <a:gd name="T18" fmla="*/ 752 w 1036"/>
                <a:gd name="T19" fmla="*/ 657 h 675"/>
                <a:gd name="T20" fmla="*/ 870 w 1036"/>
                <a:gd name="T21" fmla="*/ 661 h 675"/>
                <a:gd name="T22" fmla="*/ 952 w 1036"/>
                <a:gd name="T23" fmla="*/ 603 h 675"/>
                <a:gd name="T24" fmla="*/ 992 w 1036"/>
                <a:gd name="T25" fmla="*/ 445 h 675"/>
                <a:gd name="T26" fmla="*/ 1018 w 1036"/>
                <a:gd name="T27" fmla="*/ 291 h 675"/>
                <a:gd name="T28" fmla="*/ 1022 w 1036"/>
                <a:gd name="T29" fmla="*/ 107 h 675"/>
                <a:gd name="T30" fmla="*/ 934 w 1036"/>
                <a:gd name="T31" fmla="*/ 17 h 675"/>
                <a:gd name="T32" fmla="*/ 776 w 1036"/>
                <a:gd name="T33" fmla="*/ 3 h 675"/>
                <a:gd name="T34" fmla="*/ 648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8" name="Group 1577">
              <a:extLst>
                <a:ext uri="{FF2B5EF4-FFF2-40B4-BE49-F238E27FC236}">
                  <a16:creationId xmlns:a16="http://schemas.microsoft.com/office/drawing/2014/main" xmlns="" id="{6DA12224-A9E8-969B-9786-DD3922B1DE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1874"/>
              <a:ext cx="919" cy="588"/>
              <a:chOff x="2889" y="1631"/>
              <a:chExt cx="980" cy="743"/>
            </a:xfrm>
          </p:grpSpPr>
          <p:sp>
            <p:nvSpPr>
              <p:cNvPr id="27196" name="Rectangle 1578">
                <a:extLst>
                  <a:ext uri="{FF2B5EF4-FFF2-40B4-BE49-F238E27FC236}">
                    <a16:creationId xmlns:a16="http://schemas.microsoft.com/office/drawing/2014/main" xmlns="" id="{55CFAFFD-0427-21D9-61AB-202FCD1FA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97" name="AutoShape 1579">
                <a:extLst>
                  <a:ext uri="{FF2B5EF4-FFF2-40B4-BE49-F238E27FC236}">
                    <a16:creationId xmlns:a16="http://schemas.microsoft.com/office/drawing/2014/main" xmlns="" id="{74A1BAED-D48C-1D24-F261-1E5F34A75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CC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1580">
              <a:extLst>
                <a:ext uri="{FF2B5EF4-FFF2-40B4-BE49-F238E27FC236}">
                  <a16:creationId xmlns:a16="http://schemas.microsoft.com/office/drawing/2014/main" xmlns="" id="{D2774E81-7D13-9681-6FD1-8DD3D82775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0" y="1154"/>
              <a:ext cx="212" cy="335"/>
              <a:chOff x="3796" y="1043"/>
              <a:chExt cx="865" cy="1237"/>
            </a:xfrm>
          </p:grpSpPr>
          <p:sp>
            <p:nvSpPr>
              <p:cNvPr id="27166" name="Line 1581">
                <a:extLst>
                  <a:ext uri="{FF2B5EF4-FFF2-40B4-BE49-F238E27FC236}">
                    <a16:creationId xmlns:a16="http://schemas.microsoft.com/office/drawing/2014/main" xmlns="" id="{F7444690-BBA8-FA0B-8BCC-E84509296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92" y="1481"/>
                <a:ext cx="235" cy="724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67" name="Line 1582">
                <a:extLst>
                  <a:ext uri="{FF2B5EF4-FFF2-40B4-BE49-F238E27FC236}">
                    <a16:creationId xmlns:a16="http://schemas.microsoft.com/office/drawing/2014/main" xmlns="" id="{E3DD0123-675F-10AC-8541-A5BF789F8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481"/>
                <a:ext cx="236" cy="72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68" name="Line 1583">
                <a:extLst>
                  <a:ext uri="{FF2B5EF4-FFF2-40B4-BE49-F238E27FC236}">
                    <a16:creationId xmlns:a16="http://schemas.microsoft.com/office/drawing/2014/main" xmlns="" id="{966C0ACE-7D68-2FFB-19DD-ED93CB273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2" y="2201"/>
                <a:ext cx="235" cy="7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69" name="Line 1584">
                <a:extLst>
                  <a:ext uri="{FF2B5EF4-FFF2-40B4-BE49-F238E27FC236}">
                    <a16:creationId xmlns:a16="http://schemas.microsoft.com/office/drawing/2014/main" xmlns="" id="{F348385B-C9E3-8BF8-CEAF-2632FBE515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7" y="2201"/>
                <a:ext cx="236" cy="7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0" name="Line 1585">
                <a:extLst>
                  <a:ext uri="{FF2B5EF4-FFF2-40B4-BE49-F238E27FC236}">
                    <a16:creationId xmlns:a16="http://schemas.microsoft.com/office/drawing/2014/main" xmlns="" id="{6D6CCB5A-087E-3093-B81A-833E6EFFF0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497"/>
                <a:ext cx="0" cy="783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1" name="Line 1586">
                <a:extLst>
                  <a:ext uri="{FF2B5EF4-FFF2-40B4-BE49-F238E27FC236}">
                    <a16:creationId xmlns:a16="http://schemas.microsoft.com/office/drawing/2014/main" xmlns="" id="{A233F392-000F-15AF-04A5-8C1E345F4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2" y="2127"/>
                <a:ext cx="235" cy="78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2" name="Line 1587">
                <a:extLst>
                  <a:ext uri="{FF2B5EF4-FFF2-40B4-BE49-F238E27FC236}">
                    <a16:creationId xmlns:a16="http://schemas.microsoft.com/office/drawing/2014/main" xmlns="" id="{AE1144DA-383D-C79C-887C-B8E70611E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27" y="2127"/>
                <a:ext cx="236" cy="74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3" name="Line 1588">
                <a:extLst>
                  <a:ext uri="{FF2B5EF4-FFF2-40B4-BE49-F238E27FC236}">
                    <a16:creationId xmlns:a16="http://schemas.microsoft.com/office/drawing/2014/main" xmlns="" id="{14B4ED2E-36B9-0AA4-7D31-9B04C43F21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92" y="1890"/>
                <a:ext cx="135" cy="6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4" name="Line 1589">
                <a:extLst>
                  <a:ext uri="{FF2B5EF4-FFF2-40B4-BE49-F238E27FC236}">
                    <a16:creationId xmlns:a16="http://schemas.microsoft.com/office/drawing/2014/main" xmlns="" id="{40FF9DC3-0426-7C45-2887-F047F816F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7" y="1890"/>
                <a:ext cx="143" cy="6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5" name="Line 1590">
                <a:extLst>
                  <a:ext uri="{FF2B5EF4-FFF2-40B4-BE49-F238E27FC236}">
                    <a16:creationId xmlns:a16="http://schemas.microsoft.com/office/drawing/2014/main" xmlns="" id="{DEF31150-FE14-D952-9D0A-8D0B85B81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7" y="1996"/>
                <a:ext cx="175" cy="81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6" name="Line 1591">
                <a:extLst>
                  <a:ext uri="{FF2B5EF4-FFF2-40B4-BE49-F238E27FC236}">
                    <a16:creationId xmlns:a16="http://schemas.microsoft.com/office/drawing/2014/main" xmlns="" id="{49FF0042-A8D1-0C2A-C85C-2A78FD87ED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7" y="2012"/>
                <a:ext cx="176" cy="71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7" name="Line 1592">
                <a:extLst>
                  <a:ext uri="{FF2B5EF4-FFF2-40B4-BE49-F238E27FC236}">
                    <a16:creationId xmlns:a16="http://schemas.microsoft.com/office/drawing/2014/main" xmlns="" id="{14C22F51-5899-AC70-B120-737E88727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7" y="1782"/>
                <a:ext cx="90" cy="2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8" name="Line 1593">
                <a:extLst>
                  <a:ext uri="{FF2B5EF4-FFF2-40B4-BE49-F238E27FC236}">
                    <a16:creationId xmlns:a16="http://schemas.microsoft.com/office/drawing/2014/main" xmlns="" id="{800AD9D3-F8B8-62BD-371E-014DFBAC9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7" y="1632"/>
                <a:ext cx="57" cy="22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79" name="Line 1594">
                <a:extLst>
                  <a:ext uri="{FF2B5EF4-FFF2-40B4-BE49-F238E27FC236}">
                    <a16:creationId xmlns:a16="http://schemas.microsoft.com/office/drawing/2014/main" xmlns="" id="{B023D636-E85E-2305-DF47-97CF4892B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6" y="1772"/>
                <a:ext cx="109" cy="3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80" name="Line 1595">
                <a:extLst>
                  <a:ext uri="{FF2B5EF4-FFF2-40B4-BE49-F238E27FC236}">
                    <a16:creationId xmlns:a16="http://schemas.microsoft.com/office/drawing/2014/main" xmlns="" id="{B5E98128-4EF6-A7E4-849D-256B0B1559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5" y="1625"/>
                <a:ext cx="63" cy="3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grpSp>
            <p:nvGrpSpPr>
              <p:cNvPr id="27181" name="Group 1596">
                <a:extLst>
                  <a:ext uri="{FF2B5EF4-FFF2-40B4-BE49-F238E27FC236}">
                    <a16:creationId xmlns:a16="http://schemas.microsoft.com/office/drawing/2014/main" xmlns="" id="{2E3E5630-AEDC-4C70-73E8-1CEF99E61D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27192" name="Line 1597">
                  <a:extLst>
                    <a:ext uri="{FF2B5EF4-FFF2-40B4-BE49-F238E27FC236}">
                      <a16:creationId xmlns:a16="http://schemas.microsoft.com/office/drawing/2014/main" xmlns="" id="{C5F2D6E6-A4DB-FFDA-83B0-5D765262DC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7" y="160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93" name="Line 1598">
                  <a:extLst>
                    <a:ext uri="{FF2B5EF4-FFF2-40B4-BE49-F238E27FC236}">
                      <a16:creationId xmlns:a16="http://schemas.microsoft.com/office/drawing/2014/main" xmlns="" id="{5FBEEC53-F535-9CA7-FDED-12CB2859D7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4" y="1205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94" name="Line 1599">
                  <a:extLst>
                    <a:ext uri="{FF2B5EF4-FFF2-40B4-BE49-F238E27FC236}">
                      <a16:creationId xmlns:a16="http://schemas.microsoft.com/office/drawing/2014/main" xmlns="" id="{C0B4311B-E52B-EDE1-C0AF-0E7BC4C95C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>
                  <a:off x="4602" y="1393"/>
                  <a:ext cx="189" cy="203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95" name="Line 1600">
                  <a:extLst>
                    <a:ext uri="{FF2B5EF4-FFF2-40B4-BE49-F238E27FC236}">
                      <a16:creationId xmlns:a16="http://schemas.microsoft.com/office/drawing/2014/main" xmlns="" id="{22FDD133-DED2-7FB4-0900-FF78B92CAD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86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82" name="Group 1601">
                <a:extLst>
                  <a:ext uri="{FF2B5EF4-FFF2-40B4-BE49-F238E27FC236}">
                    <a16:creationId xmlns:a16="http://schemas.microsoft.com/office/drawing/2014/main" xmlns="" id="{BF527B67-9437-29C5-4F48-42D4ED5F78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27188" name="Line 1602">
                  <a:extLst>
                    <a:ext uri="{FF2B5EF4-FFF2-40B4-BE49-F238E27FC236}">
                      <a16:creationId xmlns:a16="http://schemas.microsoft.com/office/drawing/2014/main" xmlns="" id="{02F1F992-E97E-D57C-EA64-747A582E6C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7" y="160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89" name="Line 1603">
                  <a:extLst>
                    <a:ext uri="{FF2B5EF4-FFF2-40B4-BE49-F238E27FC236}">
                      <a16:creationId xmlns:a16="http://schemas.microsoft.com/office/drawing/2014/main" xmlns="" id="{264E556A-E648-6413-C7C4-9F2DD2D2F3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4" y="1205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90" name="Line 1604">
                  <a:extLst>
                    <a:ext uri="{FF2B5EF4-FFF2-40B4-BE49-F238E27FC236}">
                      <a16:creationId xmlns:a16="http://schemas.microsoft.com/office/drawing/2014/main" xmlns="" id="{DB25F441-91D4-84D4-002F-2C6F4CFB19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>
                  <a:off x="4602" y="1393"/>
                  <a:ext cx="189" cy="203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91" name="Line 1605">
                  <a:extLst>
                    <a:ext uri="{FF2B5EF4-FFF2-40B4-BE49-F238E27FC236}">
                      <a16:creationId xmlns:a16="http://schemas.microsoft.com/office/drawing/2014/main" xmlns="" id="{5E0855CA-95EF-0379-73C3-04337D7B39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86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83" name="Group 1606">
                <a:extLst>
                  <a:ext uri="{FF2B5EF4-FFF2-40B4-BE49-F238E27FC236}">
                    <a16:creationId xmlns:a16="http://schemas.microsoft.com/office/drawing/2014/main" xmlns="" id="{0BDBC021-B9B3-3134-B54A-C13F5C3FD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27184" name="Line 1607">
                  <a:extLst>
                    <a:ext uri="{FF2B5EF4-FFF2-40B4-BE49-F238E27FC236}">
                      <a16:creationId xmlns:a16="http://schemas.microsoft.com/office/drawing/2014/main" xmlns="" id="{9BCAD34B-73A2-BD84-715E-E2360AE043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7" y="160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85" name="Line 1608">
                  <a:extLst>
                    <a:ext uri="{FF2B5EF4-FFF2-40B4-BE49-F238E27FC236}">
                      <a16:creationId xmlns:a16="http://schemas.microsoft.com/office/drawing/2014/main" xmlns="" id="{F13BAFF3-FA64-26AE-0102-1D9CE374FE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4" y="1205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86" name="Line 1609">
                  <a:extLst>
                    <a:ext uri="{FF2B5EF4-FFF2-40B4-BE49-F238E27FC236}">
                      <a16:creationId xmlns:a16="http://schemas.microsoft.com/office/drawing/2014/main" xmlns="" id="{0AC9656A-86C3-27F6-3175-6F0D5125FD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>
                  <a:off x="4602" y="1393"/>
                  <a:ext cx="189" cy="203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87" name="Line 1610">
                  <a:extLst>
                    <a:ext uri="{FF2B5EF4-FFF2-40B4-BE49-F238E27FC236}">
                      <a16:creationId xmlns:a16="http://schemas.microsoft.com/office/drawing/2014/main" xmlns="" id="{72211A03-259A-BAA6-EBBA-04741A9345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86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0" name="Group 1611">
              <a:extLst>
                <a:ext uri="{FF2B5EF4-FFF2-40B4-BE49-F238E27FC236}">
                  <a16:creationId xmlns:a16="http://schemas.microsoft.com/office/drawing/2014/main" xmlns="" id="{B3112D3D-B011-288D-E008-A4126B14A2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9" y="1364"/>
              <a:ext cx="436" cy="114"/>
              <a:chOff x="3072" y="739"/>
              <a:chExt cx="652" cy="146"/>
            </a:xfrm>
          </p:grpSpPr>
          <p:pic>
            <p:nvPicPr>
              <p:cNvPr id="27163" name="Picture 1612" descr="lgv_fqmg[1]">
                <a:extLst>
                  <a:ext uri="{FF2B5EF4-FFF2-40B4-BE49-F238E27FC236}">
                    <a16:creationId xmlns:a16="http://schemas.microsoft.com/office/drawing/2014/main" xmlns="" id="{1DE80141-F6D1-836C-AC36-BBD9BEA0AF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164" name="Line 1613">
                <a:extLst>
                  <a:ext uri="{FF2B5EF4-FFF2-40B4-BE49-F238E27FC236}">
                    <a16:creationId xmlns:a16="http://schemas.microsoft.com/office/drawing/2014/main" xmlns="" id="{D13AD319-8DE5-94CC-2124-CFDF89C23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65" name="Line 1614">
                <a:extLst>
                  <a:ext uri="{FF2B5EF4-FFF2-40B4-BE49-F238E27FC236}">
                    <a16:creationId xmlns:a16="http://schemas.microsoft.com/office/drawing/2014/main" xmlns="" id="{5927467A-44E4-A964-9B8C-DDEFE05C72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pic>
          <p:nvPicPr>
            <p:cNvPr id="11" name="Picture 1615" descr="imgyjavg[1]">
              <a:extLst>
                <a:ext uri="{FF2B5EF4-FFF2-40B4-BE49-F238E27FC236}">
                  <a16:creationId xmlns:a16="http://schemas.microsoft.com/office/drawing/2014/main" xmlns="" id="{4857054D-696A-5716-5448-2BC2A19F2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5" y="1183"/>
              <a:ext cx="2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616">
              <a:extLst>
                <a:ext uri="{FF2B5EF4-FFF2-40B4-BE49-F238E27FC236}">
                  <a16:creationId xmlns:a16="http://schemas.microsoft.com/office/drawing/2014/main" xmlns="" id="{2DBD3B53-95C7-D5DE-9F96-96DFA05F0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6" y="1069"/>
              <a:ext cx="256" cy="269"/>
              <a:chOff x="2870" y="1518"/>
              <a:chExt cx="292" cy="320"/>
            </a:xfrm>
          </p:grpSpPr>
          <p:graphicFrame>
            <p:nvGraphicFramePr>
              <p:cNvPr id="27161" name="Object 1617">
                <a:extLst>
                  <a:ext uri="{FF2B5EF4-FFF2-40B4-BE49-F238E27FC236}">
                    <a16:creationId xmlns:a16="http://schemas.microsoft.com/office/drawing/2014/main" xmlns="" id="{992D9BA7-DE39-741A-1936-99E2E75944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5" name="Clip" r:id="rId5" imgW="826829" imgH="840406" progId="">
                      <p:embed/>
                    </p:oleObj>
                  </mc:Choice>
                  <mc:Fallback>
                    <p:oleObj name="Clip" r:id="rId5" imgW="826829" imgH="840406" progId="">
                      <p:embed/>
                      <p:pic>
                        <p:nvPicPr>
                          <p:cNvPr id="26910" name="Object 1617">
                            <a:extLst>
                              <a:ext uri="{FF2B5EF4-FFF2-40B4-BE49-F238E27FC236}">
                                <a16:creationId xmlns:a16="http://schemas.microsoft.com/office/drawing/2014/main" xmlns="" id="{DB9FBA10-3292-15F9-5C5D-5C4089BE9A6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162" name="Object 1618">
                <a:extLst>
                  <a:ext uri="{FF2B5EF4-FFF2-40B4-BE49-F238E27FC236}">
                    <a16:creationId xmlns:a16="http://schemas.microsoft.com/office/drawing/2014/main" xmlns="" id="{5E5B8778-7BE4-9548-6398-4004C0BF6BE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6" name="Clip" r:id="rId7" imgW="1268295" imgH="1199426" progId="">
                      <p:embed/>
                    </p:oleObj>
                  </mc:Choice>
                  <mc:Fallback>
                    <p:oleObj name="Clip" r:id="rId7" imgW="1268295" imgH="1199426" progId="">
                      <p:embed/>
                      <p:pic>
                        <p:nvPicPr>
                          <p:cNvPr id="26911" name="Object 1618">
                            <a:extLst>
                              <a:ext uri="{FF2B5EF4-FFF2-40B4-BE49-F238E27FC236}">
                                <a16:creationId xmlns:a16="http://schemas.microsoft.com/office/drawing/2014/main" xmlns="" id="{D9F16167-18AC-A46D-A49D-051C640ECA5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1619">
              <a:extLst>
                <a:ext uri="{FF2B5EF4-FFF2-40B4-BE49-F238E27FC236}">
                  <a16:creationId xmlns:a16="http://schemas.microsoft.com/office/drawing/2014/main" xmlns="" id="{A476AE9E-326C-EC14-5B29-45F78C4BA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4" y="2253"/>
              <a:ext cx="228" cy="108"/>
              <a:chOff x="3600" y="219"/>
              <a:chExt cx="360" cy="175"/>
            </a:xfrm>
          </p:grpSpPr>
          <p:sp>
            <p:nvSpPr>
              <p:cNvPr id="27148" name="Oval 1620">
                <a:extLst>
                  <a:ext uri="{FF2B5EF4-FFF2-40B4-BE49-F238E27FC236}">
                    <a16:creationId xmlns:a16="http://schemas.microsoft.com/office/drawing/2014/main" xmlns="" id="{589A5D2C-2025-DABB-DBC8-948D04AE3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49" name="Line 1621">
                <a:extLst>
                  <a:ext uri="{FF2B5EF4-FFF2-40B4-BE49-F238E27FC236}">
                    <a16:creationId xmlns:a16="http://schemas.microsoft.com/office/drawing/2014/main" xmlns="" id="{D1AA9602-B756-DE83-BAEE-28A5452B3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50" name="Line 1622">
                <a:extLst>
                  <a:ext uri="{FF2B5EF4-FFF2-40B4-BE49-F238E27FC236}">
                    <a16:creationId xmlns:a16="http://schemas.microsoft.com/office/drawing/2014/main" xmlns="" id="{317D5C34-7D2E-0313-100C-03ED85A79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51" name="Rectangle 1623">
                <a:extLst>
                  <a:ext uri="{FF2B5EF4-FFF2-40B4-BE49-F238E27FC236}">
                    <a16:creationId xmlns:a16="http://schemas.microsoft.com/office/drawing/2014/main" xmlns="" id="{E6002F07-EFE7-4B06-6987-4B69C8549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52" name="Oval 1624">
                <a:extLst>
                  <a:ext uri="{FF2B5EF4-FFF2-40B4-BE49-F238E27FC236}">
                    <a16:creationId xmlns:a16="http://schemas.microsoft.com/office/drawing/2014/main" xmlns="" id="{9614210E-C32E-49AE-EA56-5F546BAE9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153" name="Group 1625">
                <a:extLst>
                  <a:ext uri="{FF2B5EF4-FFF2-40B4-BE49-F238E27FC236}">
                    <a16:creationId xmlns:a16="http://schemas.microsoft.com/office/drawing/2014/main" xmlns="" id="{EE73F438-DEC3-8054-7CB7-A90AB15B59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158" name="Line 1626">
                  <a:extLst>
                    <a:ext uri="{FF2B5EF4-FFF2-40B4-BE49-F238E27FC236}">
                      <a16:creationId xmlns:a16="http://schemas.microsoft.com/office/drawing/2014/main" xmlns="" id="{5535430B-F978-6E4C-AEC6-BF58D6517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59" name="Line 1627">
                  <a:extLst>
                    <a:ext uri="{FF2B5EF4-FFF2-40B4-BE49-F238E27FC236}">
                      <a16:creationId xmlns:a16="http://schemas.microsoft.com/office/drawing/2014/main" xmlns="" id="{1D5517A5-A6CB-615C-2C59-69DF1F107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60" name="Line 1628">
                  <a:extLst>
                    <a:ext uri="{FF2B5EF4-FFF2-40B4-BE49-F238E27FC236}">
                      <a16:creationId xmlns:a16="http://schemas.microsoft.com/office/drawing/2014/main" xmlns="" id="{E3A89CE0-7580-943F-7701-D3E3318A6D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54" name="Group 1629">
                <a:extLst>
                  <a:ext uri="{FF2B5EF4-FFF2-40B4-BE49-F238E27FC236}">
                    <a16:creationId xmlns:a16="http://schemas.microsoft.com/office/drawing/2014/main" xmlns="" id="{6B5328E7-2334-1FF9-6925-1F8F8EA4CD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155" name="Line 1630">
                  <a:extLst>
                    <a:ext uri="{FF2B5EF4-FFF2-40B4-BE49-F238E27FC236}">
                      <a16:creationId xmlns:a16="http://schemas.microsoft.com/office/drawing/2014/main" xmlns="" id="{92542167-6098-0686-7DB7-968C372F95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56" name="Line 1631">
                  <a:extLst>
                    <a:ext uri="{FF2B5EF4-FFF2-40B4-BE49-F238E27FC236}">
                      <a16:creationId xmlns:a16="http://schemas.microsoft.com/office/drawing/2014/main" xmlns="" id="{204F4C7D-F65F-91E0-38F3-BC1B8A8F7B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57" name="Line 1632">
                  <a:extLst>
                    <a:ext uri="{FF2B5EF4-FFF2-40B4-BE49-F238E27FC236}">
                      <a16:creationId xmlns:a16="http://schemas.microsoft.com/office/drawing/2014/main" xmlns="" id="{E6525A27-EB17-BB17-D228-6E7B9155E2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" name="Group 1633">
              <a:extLst>
                <a:ext uri="{FF2B5EF4-FFF2-40B4-BE49-F238E27FC236}">
                  <a16:creationId xmlns:a16="http://schemas.microsoft.com/office/drawing/2014/main" xmlns="" id="{B0202332-33CD-FC5E-E8B7-30B6F7279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28" y="2429"/>
              <a:ext cx="228" cy="108"/>
              <a:chOff x="3600" y="219"/>
              <a:chExt cx="360" cy="175"/>
            </a:xfrm>
          </p:grpSpPr>
          <p:sp>
            <p:nvSpPr>
              <p:cNvPr id="27135" name="Oval 1634">
                <a:extLst>
                  <a:ext uri="{FF2B5EF4-FFF2-40B4-BE49-F238E27FC236}">
                    <a16:creationId xmlns:a16="http://schemas.microsoft.com/office/drawing/2014/main" xmlns="" id="{567FFA60-2472-9CE8-A76B-030DE2B80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36" name="Line 1635">
                <a:extLst>
                  <a:ext uri="{FF2B5EF4-FFF2-40B4-BE49-F238E27FC236}">
                    <a16:creationId xmlns:a16="http://schemas.microsoft.com/office/drawing/2014/main" xmlns="" id="{018B8D99-84C2-14B7-2240-73802A870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37" name="Line 1636">
                <a:extLst>
                  <a:ext uri="{FF2B5EF4-FFF2-40B4-BE49-F238E27FC236}">
                    <a16:creationId xmlns:a16="http://schemas.microsoft.com/office/drawing/2014/main" xmlns="" id="{967DE15E-7D17-ECC9-EED3-F04976B56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38" name="Rectangle 1637">
                <a:extLst>
                  <a:ext uri="{FF2B5EF4-FFF2-40B4-BE49-F238E27FC236}">
                    <a16:creationId xmlns:a16="http://schemas.microsoft.com/office/drawing/2014/main" xmlns="" id="{85E03A94-1F65-9A05-277F-2B471A0E7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39" name="Oval 1638">
                <a:extLst>
                  <a:ext uri="{FF2B5EF4-FFF2-40B4-BE49-F238E27FC236}">
                    <a16:creationId xmlns:a16="http://schemas.microsoft.com/office/drawing/2014/main" xmlns="" id="{C373A071-CF09-FC2D-DF9D-7E14EB2AE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140" name="Group 1639">
                <a:extLst>
                  <a:ext uri="{FF2B5EF4-FFF2-40B4-BE49-F238E27FC236}">
                    <a16:creationId xmlns:a16="http://schemas.microsoft.com/office/drawing/2014/main" xmlns="" id="{516F73EE-EFC3-D40E-2AB5-19CBDDDEF8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145" name="Line 1640">
                  <a:extLst>
                    <a:ext uri="{FF2B5EF4-FFF2-40B4-BE49-F238E27FC236}">
                      <a16:creationId xmlns:a16="http://schemas.microsoft.com/office/drawing/2014/main" xmlns="" id="{2E00BA96-DC3F-78EA-FC9F-64C0DC447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46" name="Line 1641">
                  <a:extLst>
                    <a:ext uri="{FF2B5EF4-FFF2-40B4-BE49-F238E27FC236}">
                      <a16:creationId xmlns:a16="http://schemas.microsoft.com/office/drawing/2014/main" xmlns="" id="{335B4D81-A028-F622-C5E1-B8AA5D2C52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47" name="Line 1642">
                  <a:extLst>
                    <a:ext uri="{FF2B5EF4-FFF2-40B4-BE49-F238E27FC236}">
                      <a16:creationId xmlns:a16="http://schemas.microsoft.com/office/drawing/2014/main" xmlns="" id="{59AC71EF-28DD-696D-6227-91C8B9406C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41" name="Group 1643">
                <a:extLst>
                  <a:ext uri="{FF2B5EF4-FFF2-40B4-BE49-F238E27FC236}">
                    <a16:creationId xmlns:a16="http://schemas.microsoft.com/office/drawing/2014/main" xmlns="" id="{72826D1F-7B1B-1F79-E678-A80215CDBC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142" name="Line 1644">
                  <a:extLst>
                    <a:ext uri="{FF2B5EF4-FFF2-40B4-BE49-F238E27FC236}">
                      <a16:creationId xmlns:a16="http://schemas.microsoft.com/office/drawing/2014/main" xmlns="" id="{3618B3AB-D10B-4395-C289-6B92423104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43" name="Line 1645">
                  <a:extLst>
                    <a:ext uri="{FF2B5EF4-FFF2-40B4-BE49-F238E27FC236}">
                      <a16:creationId xmlns:a16="http://schemas.microsoft.com/office/drawing/2014/main" xmlns="" id="{462047D6-D3B0-FEEE-B286-2CC99BCBE5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44" name="Line 1646">
                  <a:extLst>
                    <a:ext uri="{FF2B5EF4-FFF2-40B4-BE49-F238E27FC236}">
                      <a16:creationId xmlns:a16="http://schemas.microsoft.com/office/drawing/2014/main" xmlns="" id="{FBC39B65-8652-A6DA-7712-A2D8CE2AD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" name="Group 1647">
              <a:extLst>
                <a:ext uri="{FF2B5EF4-FFF2-40B4-BE49-F238E27FC236}">
                  <a16:creationId xmlns:a16="http://schemas.microsoft.com/office/drawing/2014/main" xmlns="" id="{BE0DEDCF-EBEE-0C1C-824F-0B0A65D65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261"/>
              <a:ext cx="228" cy="108"/>
              <a:chOff x="3600" y="219"/>
              <a:chExt cx="360" cy="175"/>
            </a:xfrm>
          </p:grpSpPr>
          <p:sp>
            <p:nvSpPr>
              <p:cNvPr id="27122" name="Oval 1648">
                <a:extLst>
                  <a:ext uri="{FF2B5EF4-FFF2-40B4-BE49-F238E27FC236}">
                    <a16:creationId xmlns:a16="http://schemas.microsoft.com/office/drawing/2014/main" xmlns="" id="{89C7A6F3-D736-5E43-6081-2C2147F4D7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23" name="Line 1649">
                <a:extLst>
                  <a:ext uri="{FF2B5EF4-FFF2-40B4-BE49-F238E27FC236}">
                    <a16:creationId xmlns:a16="http://schemas.microsoft.com/office/drawing/2014/main" xmlns="" id="{F6EB74B5-9C25-8AC5-F0C5-7568207B27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24" name="Line 1650">
                <a:extLst>
                  <a:ext uri="{FF2B5EF4-FFF2-40B4-BE49-F238E27FC236}">
                    <a16:creationId xmlns:a16="http://schemas.microsoft.com/office/drawing/2014/main" xmlns="" id="{A1B66B8E-B628-1363-8B79-9BA334A6F1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25" name="Rectangle 1651">
                <a:extLst>
                  <a:ext uri="{FF2B5EF4-FFF2-40B4-BE49-F238E27FC236}">
                    <a16:creationId xmlns:a16="http://schemas.microsoft.com/office/drawing/2014/main" xmlns="" id="{CCC9779E-CFD1-E09C-EC4B-4D5542B9F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26" name="Oval 1652">
                <a:extLst>
                  <a:ext uri="{FF2B5EF4-FFF2-40B4-BE49-F238E27FC236}">
                    <a16:creationId xmlns:a16="http://schemas.microsoft.com/office/drawing/2014/main" xmlns="" id="{38399E6F-13FE-94C9-AC84-DE003BF1C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127" name="Group 1653">
                <a:extLst>
                  <a:ext uri="{FF2B5EF4-FFF2-40B4-BE49-F238E27FC236}">
                    <a16:creationId xmlns:a16="http://schemas.microsoft.com/office/drawing/2014/main" xmlns="" id="{06D56CDC-27B2-87D0-89D5-90474891D4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132" name="Line 1654">
                  <a:extLst>
                    <a:ext uri="{FF2B5EF4-FFF2-40B4-BE49-F238E27FC236}">
                      <a16:creationId xmlns:a16="http://schemas.microsoft.com/office/drawing/2014/main" xmlns="" id="{2DA33AF5-0932-970A-1F6B-4338A840CE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33" name="Line 1655">
                  <a:extLst>
                    <a:ext uri="{FF2B5EF4-FFF2-40B4-BE49-F238E27FC236}">
                      <a16:creationId xmlns:a16="http://schemas.microsoft.com/office/drawing/2014/main" xmlns="" id="{0CB9E0F9-A724-48A7-6CA9-F994F2C104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34" name="Line 1656">
                  <a:extLst>
                    <a:ext uri="{FF2B5EF4-FFF2-40B4-BE49-F238E27FC236}">
                      <a16:creationId xmlns:a16="http://schemas.microsoft.com/office/drawing/2014/main" xmlns="" id="{C2B2B338-7B5D-F235-0B26-322037E206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28" name="Group 1657">
                <a:extLst>
                  <a:ext uri="{FF2B5EF4-FFF2-40B4-BE49-F238E27FC236}">
                    <a16:creationId xmlns:a16="http://schemas.microsoft.com/office/drawing/2014/main" xmlns="" id="{889AE073-7F72-C12F-0BA4-9B729B48B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129" name="Line 1658">
                  <a:extLst>
                    <a:ext uri="{FF2B5EF4-FFF2-40B4-BE49-F238E27FC236}">
                      <a16:creationId xmlns:a16="http://schemas.microsoft.com/office/drawing/2014/main" xmlns="" id="{37D1079F-1E27-D1C4-57AB-97EA0B8CE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30" name="Line 1659">
                  <a:extLst>
                    <a:ext uri="{FF2B5EF4-FFF2-40B4-BE49-F238E27FC236}">
                      <a16:creationId xmlns:a16="http://schemas.microsoft.com/office/drawing/2014/main" xmlns="" id="{543CB06F-6C04-18A6-67D0-1A10617B7B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31" name="Line 1660">
                  <a:extLst>
                    <a:ext uri="{FF2B5EF4-FFF2-40B4-BE49-F238E27FC236}">
                      <a16:creationId xmlns:a16="http://schemas.microsoft.com/office/drawing/2014/main" xmlns="" id="{DAC3D119-7FD1-CEA2-4024-2915A3BE91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" name="Group 1661">
              <a:extLst>
                <a:ext uri="{FF2B5EF4-FFF2-40B4-BE49-F238E27FC236}">
                  <a16:creationId xmlns:a16="http://schemas.microsoft.com/office/drawing/2014/main" xmlns="" id="{C46F9E70-02BA-4E6C-96E6-4EE730F6FE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532"/>
              <a:ext cx="221" cy="101"/>
              <a:chOff x="3600" y="219"/>
              <a:chExt cx="360" cy="175"/>
            </a:xfrm>
          </p:grpSpPr>
          <p:sp>
            <p:nvSpPr>
              <p:cNvPr id="27109" name="Oval 1662">
                <a:extLst>
                  <a:ext uri="{FF2B5EF4-FFF2-40B4-BE49-F238E27FC236}">
                    <a16:creationId xmlns:a16="http://schemas.microsoft.com/office/drawing/2014/main" xmlns="" id="{48C7243C-72D8-2BE9-84BD-0441FCC4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10" name="Line 1663">
                <a:extLst>
                  <a:ext uri="{FF2B5EF4-FFF2-40B4-BE49-F238E27FC236}">
                    <a16:creationId xmlns:a16="http://schemas.microsoft.com/office/drawing/2014/main" xmlns="" id="{74575274-0F1F-0898-FF12-21907D3CC7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11" name="Line 1664">
                <a:extLst>
                  <a:ext uri="{FF2B5EF4-FFF2-40B4-BE49-F238E27FC236}">
                    <a16:creationId xmlns:a16="http://schemas.microsoft.com/office/drawing/2014/main" xmlns="" id="{80375B27-33CF-63FA-1A5D-D4683F9E7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112" name="Rectangle 1665">
                <a:extLst>
                  <a:ext uri="{FF2B5EF4-FFF2-40B4-BE49-F238E27FC236}">
                    <a16:creationId xmlns:a16="http://schemas.microsoft.com/office/drawing/2014/main" xmlns="" id="{40EB8674-110B-20F8-5824-930BAA33E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13" name="Oval 1666">
                <a:extLst>
                  <a:ext uri="{FF2B5EF4-FFF2-40B4-BE49-F238E27FC236}">
                    <a16:creationId xmlns:a16="http://schemas.microsoft.com/office/drawing/2014/main" xmlns="" id="{F9CF4F28-51A5-93BF-1BA2-9E10F02E43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114" name="Group 1667">
                <a:extLst>
                  <a:ext uri="{FF2B5EF4-FFF2-40B4-BE49-F238E27FC236}">
                    <a16:creationId xmlns:a16="http://schemas.microsoft.com/office/drawing/2014/main" xmlns="" id="{1DE2AABD-C7DC-EC34-2278-CAB247E931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119" name="Line 1668">
                  <a:extLst>
                    <a:ext uri="{FF2B5EF4-FFF2-40B4-BE49-F238E27FC236}">
                      <a16:creationId xmlns:a16="http://schemas.microsoft.com/office/drawing/2014/main" xmlns="" id="{807C543B-253E-C7C7-1701-6F1F042DF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20" name="Line 1669">
                  <a:extLst>
                    <a:ext uri="{FF2B5EF4-FFF2-40B4-BE49-F238E27FC236}">
                      <a16:creationId xmlns:a16="http://schemas.microsoft.com/office/drawing/2014/main" xmlns="" id="{20B89E10-B6CD-7AA6-B9A9-9F92C370B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21" name="Line 1670">
                  <a:extLst>
                    <a:ext uri="{FF2B5EF4-FFF2-40B4-BE49-F238E27FC236}">
                      <a16:creationId xmlns:a16="http://schemas.microsoft.com/office/drawing/2014/main" xmlns="" id="{5317366C-AC41-1656-7BC1-EA58E5F0C9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15" name="Group 1671">
                <a:extLst>
                  <a:ext uri="{FF2B5EF4-FFF2-40B4-BE49-F238E27FC236}">
                    <a16:creationId xmlns:a16="http://schemas.microsoft.com/office/drawing/2014/main" xmlns="" id="{0A8A4737-1BA9-23E8-25C4-ED604205C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116" name="Line 1672">
                  <a:extLst>
                    <a:ext uri="{FF2B5EF4-FFF2-40B4-BE49-F238E27FC236}">
                      <a16:creationId xmlns:a16="http://schemas.microsoft.com/office/drawing/2014/main" xmlns="" id="{B8F7D8D6-6160-30C2-8665-385A0C8E6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17" name="Line 1673">
                  <a:extLst>
                    <a:ext uri="{FF2B5EF4-FFF2-40B4-BE49-F238E27FC236}">
                      <a16:creationId xmlns:a16="http://schemas.microsoft.com/office/drawing/2014/main" xmlns="" id="{32039114-077B-FE18-6DE4-9FF998EDBA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18" name="Line 1674">
                  <a:extLst>
                    <a:ext uri="{FF2B5EF4-FFF2-40B4-BE49-F238E27FC236}">
                      <a16:creationId xmlns:a16="http://schemas.microsoft.com/office/drawing/2014/main" xmlns="" id="{2750440D-EB63-FDC8-8A41-9D016F78A5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" name="Group 1675">
              <a:extLst>
                <a:ext uri="{FF2B5EF4-FFF2-40B4-BE49-F238E27FC236}">
                  <a16:creationId xmlns:a16="http://schemas.microsoft.com/office/drawing/2014/main" xmlns="" id="{19054E83-8767-C7DC-CD23-74FFE3D682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6" y="1693"/>
              <a:ext cx="228" cy="108"/>
              <a:chOff x="3600" y="219"/>
              <a:chExt cx="360" cy="175"/>
            </a:xfrm>
          </p:grpSpPr>
          <p:sp>
            <p:nvSpPr>
              <p:cNvPr id="27096" name="Oval 1676">
                <a:extLst>
                  <a:ext uri="{FF2B5EF4-FFF2-40B4-BE49-F238E27FC236}">
                    <a16:creationId xmlns:a16="http://schemas.microsoft.com/office/drawing/2014/main" xmlns="" id="{C85BDFE5-5907-B809-8B3A-8A3446639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97" name="Line 1677">
                <a:extLst>
                  <a:ext uri="{FF2B5EF4-FFF2-40B4-BE49-F238E27FC236}">
                    <a16:creationId xmlns:a16="http://schemas.microsoft.com/office/drawing/2014/main" xmlns="" id="{7B4CFF54-60A0-B413-AD18-B3ED2EA1C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98" name="Line 1678">
                <a:extLst>
                  <a:ext uri="{FF2B5EF4-FFF2-40B4-BE49-F238E27FC236}">
                    <a16:creationId xmlns:a16="http://schemas.microsoft.com/office/drawing/2014/main" xmlns="" id="{758436DF-40AB-BDB4-00D9-6238199CE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99" name="Rectangle 1679">
                <a:extLst>
                  <a:ext uri="{FF2B5EF4-FFF2-40B4-BE49-F238E27FC236}">
                    <a16:creationId xmlns:a16="http://schemas.microsoft.com/office/drawing/2014/main" xmlns="" id="{AA4319BA-3CC9-A0EA-93CB-5A4A380B1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100" name="Oval 1680">
                <a:extLst>
                  <a:ext uri="{FF2B5EF4-FFF2-40B4-BE49-F238E27FC236}">
                    <a16:creationId xmlns:a16="http://schemas.microsoft.com/office/drawing/2014/main" xmlns="" id="{1339E350-789C-CF99-884C-88B03966F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101" name="Group 1681">
                <a:extLst>
                  <a:ext uri="{FF2B5EF4-FFF2-40B4-BE49-F238E27FC236}">
                    <a16:creationId xmlns:a16="http://schemas.microsoft.com/office/drawing/2014/main" xmlns="" id="{086EB225-9C69-55E2-143E-937D2F84AA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106" name="Line 1682">
                  <a:extLst>
                    <a:ext uri="{FF2B5EF4-FFF2-40B4-BE49-F238E27FC236}">
                      <a16:creationId xmlns:a16="http://schemas.microsoft.com/office/drawing/2014/main" xmlns="" id="{B915165F-FF63-0C4D-27A5-A68F26A057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07" name="Line 1683">
                  <a:extLst>
                    <a:ext uri="{FF2B5EF4-FFF2-40B4-BE49-F238E27FC236}">
                      <a16:creationId xmlns:a16="http://schemas.microsoft.com/office/drawing/2014/main" xmlns="" id="{70DB5592-682F-FB32-8DB1-35B65C9247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08" name="Line 1684">
                  <a:extLst>
                    <a:ext uri="{FF2B5EF4-FFF2-40B4-BE49-F238E27FC236}">
                      <a16:creationId xmlns:a16="http://schemas.microsoft.com/office/drawing/2014/main" xmlns="" id="{F588DBAE-9845-4EDA-77DD-4451F4175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102" name="Group 1685">
                <a:extLst>
                  <a:ext uri="{FF2B5EF4-FFF2-40B4-BE49-F238E27FC236}">
                    <a16:creationId xmlns:a16="http://schemas.microsoft.com/office/drawing/2014/main" xmlns="" id="{38698757-34C9-20FA-F421-9EDAB780B2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103" name="Line 1686">
                  <a:extLst>
                    <a:ext uri="{FF2B5EF4-FFF2-40B4-BE49-F238E27FC236}">
                      <a16:creationId xmlns:a16="http://schemas.microsoft.com/office/drawing/2014/main" xmlns="" id="{25BD2D86-DA86-AE1B-6530-645CF913F8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04" name="Line 1687">
                  <a:extLst>
                    <a:ext uri="{FF2B5EF4-FFF2-40B4-BE49-F238E27FC236}">
                      <a16:creationId xmlns:a16="http://schemas.microsoft.com/office/drawing/2014/main" xmlns="" id="{EA25DBD7-8CF2-30D9-57AB-14AF292C61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105" name="Line 1688">
                  <a:extLst>
                    <a:ext uri="{FF2B5EF4-FFF2-40B4-BE49-F238E27FC236}">
                      <a16:creationId xmlns:a16="http://schemas.microsoft.com/office/drawing/2014/main" xmlns="" id="{5F53B901-E321-983A-0002-49C6860E50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689">
              <a:extLst>
                <a:ext uri="{FF2B5EF4-FFF2-40B4-BE49-F238E27FC236}">
                  <a16:creationId xmlns:a16="http://schemas.microsoft.com/office/drawing/2014/main" xmlns="" id="{0A055CB7-36B8-0AE6-1F04-38902F297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6" y="1472"/>
              <a:ext cx="210" cy="97"/>
              <a:chOff x="3600" y="219"/>
              <a:chExt cx="360" cy="175"/>
            </a:xfrm>
          </p:grpSpPr>
          <p:sp>
            <p:nvSpPr>
              <p:cNvPr id="27083" name="Oval 1690">
                <a:extLst>
                  <a:ext uri="{FF2B5EF4-FFF2-40B4-BE49-F238E27FC236}">
                    <a16:creationId xmlns:a16="http://schemas.microsoft.com/office/drawing/2014/main" xmlns="" id="{546A471D-B889-E418-E135-83A85DCB6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84" name="Line 1691">
                <a:extLst>
                  <a:ext uri="{FF2B5EF4-FFF2-40B4-BE49-F238E27FC236}">
                    <a16:creationId xmlns:a16="http://schemas.microsoft.com/office/drawing/2014/main" xmlns="" id="{DD09BA85-7A74-FA13-6AA9-E952CDCDC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85" name="Line 1692">
                <a:extLst>
                  <a:ext uri="{FF2B5EF4-FFF2-40B4-BE49-F238E27FC236}">
                    <a16:creationId xmlns:a16="http://schemas.microsoft.com/office/drawing/2014/main" xmlns="" id="{6B2908B7-704E-FCE7-FA3F-640C1EE9F1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86" name="Rectangle 1693">
                <a:extLst>
                  <a:ext uri="{FF2B5EF4-FFF2-40B4-BE49-F238E27FC236}">
                    <a16:creationId xmlns:a16="http://schemas.microsoft.com/office/drawing/2014/main" xmlns="" id="{CCD914EE-BB9E-CC8B-60AC-A1AFB2AD5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87" name="Oval 1694">
                <a:extLst>
                  <a:ext uri="{FF2B5EF4-FFF2-40B4-BE49-F238E27FC236}">
                    <a16:creationId xmlns:a16="http://schemas.microsoft.com/office/drawing/2014/main" xmlns="" id="{E4D66445-5F34-9553-8A5F-4F4E9F66A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088" name="Group 1695">
                <a:extLst>
                  <a:ext uri="{FF2B5EF4-FFF2-40B4-BE49-F238E27FC236}">
                    <a16:creationId xmlns:a16="http://schemas.microsoft.com/office/drawing/2014/main" xmlns="" id="{2D5B4B1E-8F12-2EC8-674A-A522CE47E9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93" name="Line 1696">
                  <a:extLst>
                    <a:ext uri="{FF2B5EF4-FFF2-40B4-BE49-F238E27FC236}">
                      <a16:creationId xmlns:a16="http://schemas.microsoft.com/office/drawing/2014/main" xmlns="" id="{CA1165C8-6818-8CF0-558C-FCE1B14ADD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94" name="Line 1697">
                  <a:extLst>
                    <a:ext uri="{FF2B5EF4-FFF2-40B4-BE49-F238E27FC236}">
                      <a16:creationId xmlns:a16="http://schemas.microsoft.com/office/drawing/2014/main" xmlns="" id="{53A6CC6E-08EE-526C-3AE0-642BAF0A31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95" name="Line 1698">
                  <a:extLst>
                    <a:ext uri="{FF2B5EF4-FFF2-40B4-BE49-F238E27FC236}">
                      <a16:creationId xmlns:a16="http://schemas.microsoft.com/office/drawing/2014/main" xmlns="" id="{5F1C13DD-2ACC-FB14-DAF7-C2CD3F7BA5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089" name="Group 1699">
                <a:extLst>
                  <a:ext uri="{FF2B5EF4-FFF2-40B4-BE49-F238E27FC236}">
                    <a16:creationId xmlns:a16="http://schemas.microsoft.com/office/drawing/2014/main" xmlns="" id="{8BB799F5-93AC-19D1-5E49-14F2107B07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090" name="Line 1700">
                  <a:extLst>
                    <a:ext uri="{FF2B5EF4-FFF2-40B4-BE49-F238E27FC236}">
                      <a16:creationId xmlns:a16="http://schemas.microsoft.com/office/drawing/2014/main" xmlns="" id="{6FAF3F75-F797-E3A6-DFB7-39BDDAFF5E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91" name="Line 1701">
                  <a:extLst>
                    <a:ext uri="{FF2B5EF4-FFF2-40B4-BE49-F238E27FC236}">
                      <a16:creationId xmlns:a16="http://schemas.microsoft.com/office/drawing/2014/main" xmlns="" id="{40A59FE9-E9E5-1087-64FA-758C8559A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92" name="Line 1702">
                  <a:extLst>
                    <a:ext uri="{FF2B5EF4-FFF2-40B4-BE49-F238E27FC236}">
                      <a16:creationId xmlns:a16="http://schemas.microsoft.com/office/drawing/2014/main" xmlns="" id="{0BA087FF-E2B1-0A6A-0F01-A197B88E4F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703">
              <a:extLst>
                <a:ext uri="{FF2B5EF4-FFF2-40B4-BE49-F238E27FC236}">
                  <a16:creationId xmlns:a16="http://schemas.microsoft.com/office/drawing/2014/main" xmlns="" id="{7AD183C5-0C39-7248-348C-460F269DB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0" y="1693"/>
              <a:ext cx="228" cy="108"/>
              <a:chOff x="3600" y="219"/>
              <a:chExt cx="360" cy="175"/>
            </a:xfrm>
          </p:grpSpPr>
          <p:sp>
            <p:nvSpPr>
              <p:cNvPr id="27070" name="Oval 1704">
                <a:extLst>
                  <a:ext uri="{FF2B5EF4-FFF2-40B4-BE49-F238E27FC236}">
                    <a16:creationId xmlns:a16="http://schemas.microsoft.com/office/drawing/2014/main" xmlns="" id="{040BFAB5-79CC-E23C-75D0-56437775A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71" name="Line 1705">
                <a:extLst>
                  <a:ext uri="{FF2B5EF4-FFF2-40B4-BE49-F238E27FC236}">
                    <a16:creationId xmlns:a16="http://schemas.microsoft.com/office/drawing/2014/main" xmlns="" id="{AA90F521-23D3-84DF-4051-A75CD045CA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72" name="Line 1706">
                <a:extLst>
                  <a:ext uri="{FF2B5EF4-FFF2-40B4-BE49-F238E27FC236}">
                    <a16:creationId xmlns:a16="http://schemas.microsoft.com/office/drawing/2014/main" xmlns="" id="{D6A73B22-6DF6-F190-9775-BD75499C3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73" name="Rectangle 1707">
                <a:extLst>
                  <a:ext uri="{FF2B5EF4-FFF2-40B4-BE49-F238E27FC236}">
                    <a16:creationId xmlns:a16="http://schemas.microsoft.com/office/drawing/2014/main" xmlns="" id="{A44004CB-41FB-4A74-06EA-56314C588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74" name="Oval 1708">
                <a:extLst>
                  <a:ext uri="{FF2B5EF4-FFF2-40B4-BE49-F238E27FC236}">
                    <a16:creationId xmlns:a16="http://schemas.microsoft.com/office/drawing/2014/main" xmlns="" id="{6B81F9E8-C19E-2F4F-58F5-63FA94117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075" name="Group 1709">
                <a:extLst>
                  <a:ext uri="{FF2B5EF4-FFF2-40B4-BE49-F238E27FC236}">
                    <a16:creationId xmlns:a16="http://schemas.microsoft.com/office/drawing/2014/main" xmlns="" id="{5E5E19A2-BF4E-3AA1-F101-E2DF2DE3E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80" name="Line 1710">
                  <a:extLst>
                    <a:ext uri="{FF2B5EF4-FFF2-40B4-BE49-F238E27FC236}">
                      <a16:creationId xmlns:a16="http://schemas.microsoft.com/office/drawing/2014/main" xmlns="" id="{148C9676-4EE5-21DC-2B2F-7063C22B66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81" name="Line 1711">
                  <a:extLst>
                    <a:ext uri="{FF2B5EF4-FFF2-40B4-BE49-F238E27FC236}">
                      <a16:creationId xmlns:a16="http://schemas.microsoft.com/office/drawing/2014/main" xmlns="" id="{B8AA47EE-11A1-E190-1D8B-F1BA3DB4B4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82" name="Line 1712">
                  <a:extLst>
                    <a:ext uri="{FF2B5EF4-FFF2-40B4-BE49-F238E27FC236}">
                      <a16:creationId xmlns:a16="http://schemas.microsoft.com/office/drawing/2014/main" xmlns="" id="{1DD74BFF-3DB7-1FFD-0213-749356510A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076" name="Group 1713">
                <a:extLst>
                  <a:ext uri="{FF2B5EF4-FFF2-40B4-BE49-F238E27FC236}">
                    <a16:creationId xmlns:a16="http://schemas.microsoft.com/office/drawing/2014/main" xmlns="" id="{8299A24B-F7C6-3405-95E0-94712FBE16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077" name="Line 1714">
                  <a:extLst>
                    <a:ext uri="{FF2B5EF4-FFF2-40B4-BE49-F238E27FC236}">
                      <a16:creationId xmlns:a16="http://schemas.microsoft.com/office/drawing/2014/main" xmlns="" id="{6030E187-092F-2FE9-4C03-19252C811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78" name="Line 1715">
                  <a:extLst>
                    <a:ext uri="{FF2B5EF4-FFF2-40B4-BE49-F238E27FC236}">
                      <a16:creationId xmlns:a16="http://schemas.microsoft.com/office/drawing/2014/main" xmlns="" id="{389D6655-27A6-6AD6-2C17-E31AE76484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79" name="Line 1716">
                  <a:extLst>
                    <a:ext uri="{FF2B5EF4-FFF2-40B4-BE49-F238E27FC236}">
                      <a16:creationId xmlns:a16="http://schemas.microsoft.com/office/drawing/2014/main" xmlns="" id="{839C7887-2384-EA77-4F6C-3BB3A82692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" name="Group 1717">
              <a:extLst>
                <a:ext uri="{FF2B5EF4-FFF2-40B4-BE49-F238E27FC236}">
                  <a16:creationId xmlns:a16="http://schemas.microsoft.com/office/drawing/2014/main" xmlns="" id="{81FBA2A9-E257-96E9-4E2F-5E3225D5A5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2" y="1529"/>
              <a:ext cx="220" cy="100"/>
              <a:chOff x="3600" y="219"/>
              <a:chExt cx="360" cy="175"/>
            </a:xfrm>
          </p:grpSpPr>
          <p:sp>
            <p:nvSpPr>
              <p:cNvPr id="27057" name="Oval 1718">
                <a:extLst>
                  <a:ext uri="{FF2B5EF4-FFF2-40B4-BE49-F238E27FC236}">
                    <a16:creationId xmlns:a16="http://schemas.microsoft.com/office/drawing/2014/main" xmlns="" id="{AD09E342-6739-BDAB-C6D4-64BC7504A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58" name="Line 1719">
                <a:extLst>
                  <a:ext uri="{FF2B5EF4-FFF2-40B4-BE49-F238E27FC236}">
                    <a16:creationId xmlns:a16="http://schemas.microsoft.com/office/drawing/2014/main" xmlns="" id="{C7F5CD3C-5BD7-1267-7FD9-24C0CCF7B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59" name="Line 1720">
                <a:extLst>
                  <a:ext uri="{FF2B5EF4-FFF2-40B4-BE49-F238E27FC236}">
                    <a16:creationId xmlns:a16="http://schemas.microsoft.com/office/drawing/2014/main" xmlns="" id="{2B4F363C-F0B7-B8C2-6B5F-5DE8DC440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60" name="Rectangle 1721">
                <a:extLst>
                  <a:ext uri="{FF2B5EF4-FFF2-40B4-BE49-F238E27FC236}">
                    <a16:creationId xmlns:a16="http://schemas.microsoft.com/office/drawing/2014/main" xmlns="" id="{11B60CC2-ED11-8ACF-2C5E-421F1EBBA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61" name="Oval 1722">
                <a:extLst>
                  <a:ext uri="{FF2B5EF4-FFF2-40B4-BE49-F238E27FC236}">
                    <a16:creationId xmlns:a16="http://schemas.microsoft.com/office/drawing/2014/main" xmlns="" id="{1C6373BC-A5A1-6328-8D98-1D8499920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062" name="Group 1723">
                <a:extLst>
                  <a:ext uri="{FF2B5EF4-FFF2-40B4-BE49-F238E27FC236}">
                    <a16:creationId xmlns:a16="http://schemas.microsoft.com/office/drawing/2014/main" xmlns="" id="{62DB1462-0D3A-8147-F5E2-B517A32496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67" name="Line 1724">
                  <a:extLst>
                    <a:ext uri="{FF2B5EF4-FFF2-40B4-BE49-F238E27FC236}">
                      <a16:creationId xmlns:a16="http://schemas.microsoft.com/office/drawing/2014/main" xmlns="" id="{D1B0D04E-7255-DB78-BD53-73592A90F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68" name="Line 1725">
                  <a:extLst>
                    <a:ext uri="{FF2B5EF4-FFF2-40B4-BE49-F238E27FC236}">
                      <a16:creationId xmlns:a16="http://schemas.microsoft.com/office/drawing/2014/main" xmlns="" id="{4379B80E-45FA-AEC4-6CE9-57302B3D7D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69" name="Line 1726">
                  <a:extLst>
                    <a:ext uri="{FF2B5EF4-FFF2-40B4-BE49-F238E27FC236}">
                      <a16:creationId xmlns:a16="http://schemas.microsoft.com/office/drawing/2014/main" xmlns="" id="{BEA828CA-377A-3270-A3AB-840B3F74D1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063" name="Group 1727">
                <a:extLst>
                  <a:ext uri="{FF2B5EF4-FFF2-40B4-BE49-F238E27FC236}">
                    <a16:creationId xmlns:a16="http://schemas.microsoft.com/office/drawing/2014/main" xmlns="" id="{F57374FE-2DA4-713F-7BD8-1789F79ED9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064" name="Line 1728">
                  <a:extLst>
                    <a:ext uri="{FF2B5EF4-FFF2-40B4-BE49-F238E27FC236}">
                      <a16:creationId xmlns:a16="http://schemas.microsoft.com/office/drawing/2014/main" xmlns="" id="{87F60A56-D92C-F4CB-57E2-392EBABA4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65" name="Line 1729">
                  <a:extLst>
                    <a:ext uri="{FF2B5EF4-FFF2-40B4-BE49-F238E27FC236}">
                      <a16:creationId xmlns:a16="http://schemas.microsoft.com/office/drawing/2014/main" xmlns="" id="{CF1487A3-CC2F-199C-C458-FA89685B52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66" name="Line 1730">
                  <a:extLst>
                    <a:ext uri="{FF2B5EF4-FFF2-40B4-BE49-F238E27FC236}">
                      <a16:creationId xmlns:a16="http://schemas.microsoft.com/office/drawing/2014/main" xmlns="" id="{B650B6BE-8AE3-156D-AB2D-C645F1EABA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" name="Group 1731">
              <a:extLst>
                <a:ext uri="{FF2B5EF4-FFF2-40B4-BE49-F238E27FC236}">
                  <a16:creationId xmlns:a16="http://schemas.microsoft.com/office/drawing/2014/main" xmlns="" id="{AF0009B8-E39F-33E1-20A4-0AA117E588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9" y="2253"/>
              <a:ext cx="220" cy="100"/>
              <a:chOff x="3600" y="219"/>
              <a:chExt cx="360" cy="175"/>
            </a:xfrm>
          </p:grpSpPr>
          <p:sp>
            <p:nvSpPr>
              <p:cNvPr id="27044" name="Oval 1732">
                <a:extLst>
                  <a:ext uri="{FF2B5EF4-FFF2-40B4-BE49-F238E27FC236}">
                    <a16:creationId xmlns:a16="http://schemas.microsoft.com/office/drawing/2014/main" xmlns="" id="{174C7E4E-D0AE-B566-3316-194C3B33B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45" name="Line 1733">
                <a:extLst>
                  <a:ext uri="{FF2B5EF4-FFF2-40B4-BE49-F238E27FC236}">
                    <a16:creationId xmlns:a16="http://schemas.microsoft.com/office/drawing/2014/main" xmlns="" id="{156A4878-579C-211D-4948-9A71F8239E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46" name="Line 1734">
                <a:extLst>
                  <a:ext uri="{FF2B5EF4-FFF2-40B4-BE49-F238E27FC236}">
                    <a16:creationId xmlns:a16="http://schemas.microsoft.com/office/drawing/2014/main" xmlns="" id="{29C76264-CF25-1B8A-2033-55CA3C1E3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47" name="Rectangle 1735">
                <a:extLst>
                  <a:ext uri="{FF2B5EF4-FFF2-40B4-BE49-F238E27FC236}">
                    <a16:creationId xmlns:a16="http://schemas.microsoft.com/office/drawing/2014/main" xmlns="" id="{BF28E57C-F831-634A-E684-302295C70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48" name="Oval 1736">
                <a:extLst>
                  <a:ext uri="{FF2B5EF4-FFF2-40B4-BE49-F238E27FC236}">
                    <a16:creationId xmlns:a16="http://schemas.microsoft.com/office/drawing/2014/main" xmlns="" id="{5BF17DEF-7803-0617-726E-763B39C4F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049" name="Group 1737">
                <a:extLst>
                  <a:ext uri="{FF2B5EF4-FFF2-40B4-BE49-F238E27FC236}">
                    <a16:creationId xmlns:a16="http://schemas.microsoft.com/office/drawing/2014/main" xmlns="" id="{227B14E6-FF26-3B9E-D462-37D491F538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54" name="Line 1738">
                  <a:extLst>
                    <a:ext uri="{FF2B5EF4-FFF2-40B4-BE49-F238E27FC236}">
                      <a16:creationId xmlns:a16="http://schemas.microsoft.com/office/drawing/2014/main" xmlns="" id="{F1B4FB4A-1F60-CE61-272C-1EA17B9045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55" name="Line 1739">
                  <a:extLst>
                    <a:ext uri="{FF2B5EF4-FFF2-40B4-BE49-F238E27FC236}">
                      <a16:creationId xmlns:a16="http://schemas.microsoft.com/office/drawing/2014/main" xmlns="" id="{3B6647F8-8ADE-8D0B-94F9-601BDA6111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56" name="Line 1740">
                  <a:extLst>
                    <a:ext uri="{FF2B5EF4-FFF2-40B4-BE49-F238E27FC236}">
                      <a16:creationId xmlns:a16="http://schemas.microsoft.com/office/drawing/2014/main" xmlns="" id="{A595237F-54F9-0B41-FE26-038E0F1E1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050" name="Group 1741">
                <a:extLst>
                  <a:ext uri="{FF2B5EF4-FFF2-40B4-BE49-F238E27FC236}">
                    <a16:creationId xmlns:a16="http://schemas.microsoft.com/office/drawing/2014/main" xmlns="" id="{D80C7C76-274B-D96C-490C-3C489FA1AA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051" name="Line 1742">
                  <a:extLst>
                    <a:ext uri="{FF2B5EF4-FFF2-40B4-BE49-F238E27FC236}">
                      <a16:creationId xmlns:a16="http://schemas.microsoft.com/office/drawing/2014/main" xmlns="" id="{76729A7F-09C6-C7F6-032C-0C7E2967E2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52" name="Line 1743">
                  <a:extLst>
                    <a:ext uri="{FF2B5EF4-FFF2-40B4-BE49-F238E27FC236}">
                      <a16:creationId xmlns:a16="http://schemas.microsoft.com/office/drawing/2014/main" xmlns="" id="{155D740D-0C4C-B647-416F-8776571DFE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53" name="Line 1744">
                  <a:extLst>
                    <a:ext uri="{FF2B5EF4-FFF2-40B4-BE49-F238E27FC236}">
                      <a16:creationId xmlns:a16="http://schemas.microsoft.com/office/drawing/2014/main" xmlns="" id="{8AD33920-34D1-9CDE-C2D9-1F6F47B844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2" name="Line 1745">
              <a:extLst>
                <a:ext uri="{FF2B5EF4-FFF2-40B4-BE49-F238E27FC236}">
                  <a16:creationId xmlns:a16="http://schemas.microsoft.com/office/drawing/2014/main" xmlns="" id="{337CD125-3E49-B17F-F2BD-CBC114274D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6" y="2523"/>
              <a:ext cx="143" cy="275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" name="Line 1746">
              <a:extLst>
                <a:ext uri="{FF2B5EF4-FFF2-40B4-BE49-F238E27FC236}">
                  <a16:creationId xmlns:a16="http://schemas.microsoft.com/office/drawing/2014/main" xmlns="" id="{79D8F579-B881-1612-5153-4EBA81722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4" y="2358"/>
              <a:ext cx="103" cy="7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4" name="Line 1747">
              <a:extLst>
                <a:ext uri="{FF2B5EF4-FFF2-40B4-BE49-F238E27FC236}">
                  <a16:creationId xmlns:a16="http://schemas.microsoft.com/office/drawing/2014/main" xmlns="" id="{9BF40225-4CA8-6156-D24C-A56172F8DD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" y="2308"/>
              <a:ext cx="176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" name="Line 1748">
              <a:extLst>
                <a:ext uri="{FF2B5EF4-FFF2-40B4-BE49-F238E27FC236}">
                  <a16:creationId xmlns:a16="http://schemas.microsoft.com/office/drawing/2014/main" xmlns="" id="{CDEE2BEF-50A3-D488-BF93-4CBBC0471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4" y="2362"/>
              <a:ext cx="85" cy="6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" name="Line 1749">
              <a:extLst>
                <a:ext uri="{FF2B5EF4-FFF2-40B4-BE49-F238E27FC236}">
                  <a16:creationId xmlns:a16="http://schemas.microsoft.com/office/drawing/2014/main" xmlns="" id="{125171B4-2B8C-3003-62DA-BEEDAE8DB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312"/>
              <a:ext cx="428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27" name="Group 1750">
              <a:extLst>
                <a:ext uri="{FF2B5EF4-FFF2-40B4-BE49-F238E27FC236}">
                  <a16:creationId xmlns:a16="http://schemas.microsoft.com/office/drawing/2014/main" xmlns="" id="{5D22FBA7-F9EA-6954-1C2B-670DCD5B46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0" y="1979"/>
              <a:ext cx="209" cy="224"/>
              <a:chOff x="2870" y="1518"/>
              <a:chExt cx="292" cy="320"/>
            </a:xfrm>
          </p:grpSpPr>
          <p:graphicFrame>
            <p:nvGraphicFramePr>
              <p:cNvPr id="27042" name="Object 1751">
                <a:extLst>
                  <a:ext uri="{FF2B5EF4-FFF2-40B4-BE49-F238E27FC236}">
                    <a16:creationId xmlns:a16="http://schemas.microsoft.com/office/drawing/2014/main" xmlns="" id="{AF62DBB5-7F07-3DA5-9472-537CAC62DE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7" name="Clip" r:id="rId9" imgW="826829" imgH="840406" progId="">
                      <p:embed/>
                    </p:oleObj>
                  </mc:Choice>
                  <mc:Fallback>
                    <p:oleObj name="Clip" r:id="rId9" imgW="826829" imgH="840406" progId="">
                      <p:embed/>
                      <p:pic>
                        <p:nvPicPr>
                          <p:cNvPr id="26791" name="Object 1751">
                            <a:extLst>
                              <a:ext uri="{FF2B5EF4-FFF2-40B4-BE49-F238E27FC236}">
                                <a16:creationId xmlns:a16="http://schemas.microsoft.com/office/drawing/2014/main" xmlns="" id="{451F3E02-572E-1458-FF2E-CBCF4604C1C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043" name="Object 1752">
                <a:extLst>
                  <a:ext uri="{FF2B5EF4-FFF2-40B4-BE49-F238E27FC236}">
                    <a16:creationId xmlns:a16="http://schemas.microsoft.com/office/drawing/2014/main" xmlns="" id="{1910021E-5AB4-3B93-058C-70C35882DCE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68" name="Clip" r:id="rId10" imgW="1268295" imgH="1199426" progId="">
                      <p:embed/>
                    </p:oleObj>
                  </mc:Choice>
                  <mc:Fallback>
                    <p:oleObj name="Clip" r:id="rId10" imgW="1268295" imgH="1199426" progId="">
                      <p:embed/>
                      <p:pic>
                        <p:nvPicPr>
                          <p:cNvPr id="26792" name="Object 1752">
                            <a:extLst>
                              <a:ext uri="{FF2B5EF4-FFF2-40B4-BE49-F238E27FC236}">
                                <a16:creationId xmlns:a16="http://schemas.microsoft.com/office/drawing/2014/main" xmlns="" id="{B42AB3F3-2180-F185-12B5-CEEDEEF8DDF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8" name="Group 1753">
              <a:extLst>
                <a:ext uri="{FF2B5EF4-FFF2-40B4-BE49-F238E27FC236}">
                  <a16:creationId xmlns:a16="http://schemas.microsoft.com/office/drawing/2014/main" xmlns="" id="{E8ADF22E-3627-EEC8-775C-BBF0D44D2D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8" y="2211"/>
              <a:ext cx="139" cy="194"/>
              <a:chOff x="2556" y="2689"/>
              <a:chExt cx="183" cy="255"/>
            </a:xfrm>
          </p:grpSpPr>
          <p:pic>
            <p:nvPicPr>
              <p:cNvPr id="27025" name="Picture 1754" descr="31u_bnrz[1]">
                <a:extLst>
                  <a:ext uri="{FF2B5EF4-FFF2-40B4-BE49-F238E27FC236}">
                    <a16:creationId xmlns:a16="http://schemas.microsoft.com/office/drawing/2014/main" xmlns="" id="{FDB6D45C-2F21-8271-9F4E-688EA377B2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9" y="2770"/>
                <a:ext cx="1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026" name="Freeform 1755">
                <a:extLst>
                  <a:ext uri="{FF2B5EF4-FFF2-40B4-BE49-F238E27FC236}">
                    <a16:creationId xmlns:a16="http://schemas.microsoft.com/office/drawing/2014/main" xmlns="" id="{48E99CA4-6A2B-90BC-4625-131903D22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5" y="2702"/>
                <a:ext cx="33" cy="39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27" name="Freeform 1756">
                <a:extLst>
                  <a:ext uri="{FF2B5EF4-FFF2-40B4-BE49-F238E27FC236}">
                    <a16:creationId xmlns:a16="http://schemas.microsoft.com/office/drawing/2014/main" xmlns="" id="{0C3411C7-A044-996A-3A2C-C69755479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701"/>
                <a:ext cx="22" cy="30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28" name="Freeform 1757">
                <a:extLst>
                  <a:ext uri="{FF2B5EF4-FFF2-40B4-BE49-F238E27FC236}">
                    <a16:creationId xmlns:a16="http://schemas.microsoft.com/office/drawing/2014/main" xmlns="" id="{E19D8D90-6829-956C-AD74-7FAB73DA8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2694"/>
                <a:ext cx="54" cy="63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29" name="Freeform 1758">
                <a:extLst>
                  <a:ext uri="{FF2B5EF4-FFF2-40B4-BE49-F238E27FC236}">
                    <a16:creationId xmlns:a16="http://schemas.microsoft.com/office/drawing/2014/main" xmlns="" id="{2844992D-EB04-AB12-F659-A4D39E410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2692"/>
                <a:ext cx="47" cy="42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0" name="Freeform 1759">
                <a:extLst>
                  <a:ext uri="{FF2B5EF4-FFF2-40B4-BE49-F238E27FC236}">
                    <a16:creationId xmlns:a16="http://schemas.microsoft.com/office/drawing/2014/main" xmlns="" id="{98C07354-7616-8D6D-2A4D-CB430B53A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2712"/>
                <a:ext cx="19" cy="39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1" name="Freeform 1760">
                <a:extLst>
                  <a:ext uri="{FF2B5EF4-FFF2-40B4-BE49-F238E27FC236}">
                    <a16:creationId xmlns:a16="http://schemas.microsoft.com/office/drawing/2014/main" xmlns="" id="{64896B1F-EFE9-72EF-A6BD-2F83F6C35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689"/>
                <a:ext cx="41" cy="52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2" name="Freeform 1761">
                <a:extLst>
                  <a:ext uri="{FF2B5EF4-FFF2-40B4-BE49-F238E27FC236}">
                    <a16:creationId xmlns:a16="http://schemas.microsoft.com/office/drawing/2014/main" xmlns="" id="{90774A5D-A24C-745B-6C6B-FCA427BBA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2750"/>
                <a:ext cx="14" cy="31"/>
              </a:xfrm>
              <a:custGeom>
                <a:avLst/>
                <a:gdLst>
                  <a:gd name="T0" fmla="*/ 0 w 83"/>
                  <a:gd name="T1" fmla="*/ 0 h 187"/>
                  <a:gd name="T2" fmla="*/ 0 w 83"/>
                  <a:gd name="T3" fmla="*/ 0 h 187"/>
                  <a:gd name="T4" fmla="*/ 0 w 83"/>
                  <a:gd name="T5" fmla="*/ 0 h 187"/>
                  <a:gd name="T6" fmla="*/ 0 w 83"/>
                  <a:gd name="T7" fmla="*/ 0 h 187"/>
                  <a:gd name="T8" fmla="*/ 0 w 83"/>
                  <a:gd name="T9" fmla="*/ 0 h 187"/>
                  <a:gd name="T10" fmla="*/ 0 w 83"/>
                  <a:gd name="T11" fmla="*/ 0 h 187"/>
                  <a:gd name="T12" fmla="*/ 0 w 83"/>
                  <a:gd name="T13" fmla="*/ 0 h 187"/>
                  <a:gd name="T14" fmla="*/ 0 w 83"/>
                  <a:gd name="T15" fmla="*/ 0 h 187"/>
                  <a:gd name="T16" fmla="*/ 0 w 83"/>
                  <a:gd name="T17" fmla="*/ 0 h 187"/>
                  <a:gd name="T18" fmla="*/ 0 w 83"/>
                  <a:gd name="T19" fmla="*/ 0 h 187"/>
                  <a:gd name="T20" fmla="*/ 0 w 83"/>
                  <a:gd name="T21" fmla="*/ 0 h 187"/>
                  <a:gd name="T22" fmla="*/ 0 w 83"/>
                  <a:gd name="T23" fmla="*/ 0 h 187"/>
                  <a:gd name="T24" fmla="*/ 0 w 83"/>
                  <a:gd name="T25" fmla="*/ 0 h 187"/>
                  <a:gd name="T26" fmla="*/ 0 w 83"/>
                  <a:gd name="T27" fmla="*/ 0 h 187"/>
                  <a:gd name="T28" fmla="*/ 0 w 83"/>
                  <a:gd name="T29" fmla="*/ 0 h 187"/>
                  <a:gd name="T30" fmla="*/ 0 w 83"/>
                  <a:gd name="T31" fmla="*/ 0 h 187"/>
                  <a:gd name="T32" fmla="*/ 0 w 83"/>
                  <a:gd name="T33" fmla="*/ 0 h 187"/>
                  <a:gd name="T34" fmla="*/ 0 w 83"/>
                  <a:gd name="T35" fmla="*/ 0 h 187"/>
                  <a:gd name="T36" fmla="*/ 0 w 83"/>
                  <a:gd name="T37" fmla="*/ 0 h 187"/>
                  <a:gd name="T38" fmla="*/ 0 w 83"/>
                  <a:gd name="T39" fmla="*/ 0 h 187"/>
                  <a:gd name="T40" fmla="*/ 0 w 83"/>
                  <a:gd name="T41" fmla="*/ 0 h 187"/>
                  <a:gd name="T42" fmla="*/ 0 w 83"/>
                  <a:gd name="T43" fmla="*/ 0 h 187"/>
                  <a:gd name="T44" fmla="*/ 0 w 83"/>
                  <a:gd name="T45" fmla="*/ 0 h 187"/>
                  <a:gd name="T46" fmla="*/ 0 w 83"/>
                  <a:gd name="T47" fmla="*/ 0 h 187"/>
                  <a:gd name="T48" fmla="*/ 0 w 83"/>
                  <a:gd name="T49" fmla="*/ 0 h 1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3"/>
                  <a:gd name="T76" fmla="*/ 0 h 187"/>
                  <a:gd name="T77" fmla="*/ 83 w 83"/>
                  <a:gd name="T78" fmla="*/ 187 h 1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3" h="187">
                    <a:moveTo>
                      <a:pt x="31" y="14"/>
                    </a:moveTo>
                    <a:lnTo>
                      <a:pt x="29" y="8"/>
                    </a:lnTo>
                    <a:lnTo>
                      <a:pt x="25" y="3"/>
                    </a:lnTo>
                    <a:lnTo>
                      <a:pt x="19" y="1"/>
                    </a:lnTo>
                    <a:lnTo>
                      <a:pt x="14" y="0"/>
                    </a:lnTo>
                    <a:lnTo>
                      <a:pt x="8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0" y="17"/>
                    </a:lnTo>
                    <a:lnTo>
                      <a:pt x="5" y="42"/>
                    </a:lnTo>
                    <a:lnTo>
                      <a:pt x="15" y="71"/>
                    </a:lnTo>
                    <a:lnTo>
                      <a:pt x="27" y="100"/>
                    </a:lnTo>
                    <a:lnTo>
                      <a:pt x="41" y="127"/>
                    </a:lnTo>
                    <a:lnTo>
                      <a:pt x="55" y="151"/>
                    </a:lnTo>
                    <a:lnTo>
                      <a:pt x="68" y="171"/>
                    </a:lnTo>
                    <a:lnTo>
                      <a:pt x="77" y="184"/>
                    </a:lnTo>
                    <a:lnTo>
                      <a:pt x="83" y="187"/>
                    </a:lnTo>
                    <a:lnTo>
                      <a:pt x="80" y="174"/>
                    </a:lnTo>
                    <a:lnTo>
                      <a:pt x="75" y="158"/>
                    </a:lnTo>
                    <a:lnTo>
                      <a:pt x="68" y="138"/>
                    </a:lnTo>
                    <a:lnTo>
                      <a:pt x="59" y="113"/>
                    </a:lnTo>
                    <a:lnTo>
                      <a:pt x="51" y="88"/>
                    </a:lnTo>
                    <a:lnTo>
                      <a:pt x="43" y="63"/>
                    </a:lnTo>
                    <a:lnTo>
                      <a:pt x="36" y="38"/>
                    </a:lnTo>
                    <a:lnTo>
                      <a:pt x="31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3" name="Freeform 1762">
                <a:extLst>
                  <a:ext uri="{FF2B5EF4-FFF2-40B4-BE49-F238E27FC236}">
                    <a16:creationId xmlns:a16="http://schemas.microsoft.com/office/drawing/2014/main" xmlns="" id="{C348F220-66A6-5ADE-E56C-C59040EBED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733"/>
                <a:ext cx="7" cy="16"/>
              </a:xfrm>
              <a:custGeom>
                <a:avLst/>
                <a:gdLst>
                  <a:gd name="T0" fmla="*/ 0 w 44"/>
                  <a:gd name="T1" fmla="*/ 0 h 94"/>
                  <a:gd name="T2" fmla="*/ 0 w 44"/>
                  <a:gd name="T3" fmla="*/ 0 h 94"/>
                  <a:gd name="T4" fmla="*/ 0 w 44"/>
                  <a:gd name="T5" fmla="*/ 0 h 94"/>
                  <a:gd name="T6" fmla="*/ 0 w 44"/>
                  <a:gd name="T7" fmla="*/ 0 h 94"/>
                  <a:gd name="T8" fmla="*/ 0 w 44"/>
                  <a:gd name="T9" fmla="*/ 0 h 94"/>
                  <a:gd name="T10" fmla="*/ 0 w 44"/>
                  <a:gd name="T11" fmla="*/ 0 h 94"/>
                  <a:gd name="T12" fmla="*/ 0 w 44"/>
                  <a:gd name="T13" fmla="*/ 0 h 94"/>
                  <a:gd name="T14" fmla="*/ 0 w 44"/>
                  <a:gd name="T15" fmla="*/ 0 h 94"/>
                  <a:gd name="T16" fmla="*/ 0 w 44"/>
                  <a:gd name="T17" fmla="*/ 0 h 94"/>
                  <a:gd name="T18" fmla="*/ 0 w 44"/>
                  <a:gd name="T19" fmla="*/ 0 h 94"/>
                  <a:gd name="T20" fmla="*/ 0 w 44"/>
                  <a:gd name="T21" fmla="*/ 0 h 94"/>
                  <a:gd name="T22" fmla="*/ 0 w 44"/>
                  <a:gd name="T23" fmla="*/ 0 h 94"/>
                  <a:gd name="T24" fmla="*/ 0 w 44"/>
                  <a:gd name="T25" fmla="*/ 0 h 94"/>
                  <a:gd name="T26" fmla="*/ 0 w 44"/>
                  <a:gd name="T27" fmla="*/ 0 h 94"/>
                  <a:gd name="T28" fmla="*/ 0 w 44"/>
                  <a:gd name="T29" fmla="*/ 0 h 94"/>
                  <a:gd name="T30" fmla="*/ 0 w 44"/>
                  <a:gd name="T31" fmla="*/ 0 h 94"/>
                  <a:gd name="T32" fmla="*/ 0 w 44"/>
                  <a:gd name="T33" fmla="*/ 0 h 94"/>
                  <a:gd name="T34" fmla="*/ 0 w 44"/>
                  <a:gd name="T35" fmla="*/ 0 h 94"/>
                  <a:gd name="T36" fmla="*/ 0 w 44"/>
                  <a:gd name="T37" fmla="*/ 0 h 94"/>
                  <a:gd name="T38" fmla="*/ 0 w 44"/>
                  <a:gd name="T39" fmla="*/ 0 h 94"/>
                  <a:gd name="T40" fmla="*/ 0 w 44"/>
                  <a:gd name="T41" fmla="*/ 0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4"/>
                  <a:gd name="T64" fmla="*/ 0 h 94"/>
                  <a:gd name="T65" fmla="*/ 44 w 44"/>
                  <a:gd name="T66" fmla="*/ 94 h 9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4" h="94">
                    <a:moveTo>
                      <a:pt x="22" y="10"/>
                    </a:moveTo>
                    <a:lnTo>
                      <a:pt x="21" y="6"/>
                    </a:lnTo>
                    <a:lnTo>
                      <a:pt x="18" y="2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6" y="1"/>
                    </a:lnTo>
                    <a:lnTo>
                      <a:pt x="3" y="3"/>
                    </a:lnTo>
                    <a:lnTo>
                      <a:pt x="0" y="7"/>
                    </a:lnTo>
                    <a:lnTo>
                      <a:pt x="0" y="11"/>
                    </a:lnTo>
                    <a:lnTo>
                      <a:pt x="0" y="24"/>
                    </a:lnTo>
                    <a:lnTo>
                      <a:pt x="4" y="38"/>
                    </a:lnTo>
                    <a:lnTo>
                      <a:pt x="8" y="52"/>
                    </a:lnTo>
                    <a:lnTo>
                      <a:pt x="14" y="65"/>
                    </a:lnTo>
                    <a:lnTo>
                      <a:pt x="21" y="78"/>
                    </a:lnTo>
                    <a:lnTo>
                      <a:pt x="28" y="87"/>
                    </a:lnTo>
                    <a:lnTo>
                      <a:pt x="37" y="93"/>
                    </a:lnTo>
                    <a:lnTo>
                      <a:pt x="42" y="94"/>
                    </a:lnTo>
                    <a:lnTo>
                      <a:pt x="44" y="76"/>
                    </a:lnTo>
                    <a:lnTo>
                      <a:pt x="38" y="54"/>
                    </a:lnTo>
                    <a:lnTo>
                      <a:pt x="31" y="32"/>
                    </a:lnTo>
                    <a:lnTo>
                      <a:pt x="22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4" name="Freeform 1763">
                <a:extLst>
                  <a:ext uri="{FF2B5EF4-FFF2-40B4-BE49-F238E27FC236}">
                    <a16:creationId xmlns:a16="http://schemas.microsoft.com/office/drawing/2014/main" xmlns="" id="{DF23E77E-E4DD-3F84-2AE8-43E8F88220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" y="2722"/>
                <a:ext cx="6" cy="9"/>
              </a:xfrm>
              <a:custGeom>
                <a:avLst/>
                <a:gdLst>
                  <a:gd name="T0" fmla="*/ 0 w 38"/>
                  <a:gd name="T1" fmla="*/ 0 h 54"/>
                  <a:gd name="T2" fmla="*/ 0 w 38"/>
                  <a:gd name="T3" fmla="*/ 0 h 54"/>
                  <a:gd name="T4" fmla="*/ 0 w 38"/>
                  <a:gd name="T5" fmla="*/ 0 h 54"/>
                  <a:gd name="T6" fmla="*/ 0 w 38"/>
                  <a:gd name="T7" fmla="*/ 0 h 54"/>
                  <a:gd name="T8" fmla="*/ 0 w 38"/>
                  <a:gd name="T9" fmla="*/ 0 h 54"/>
                  <a:gd name="T10" fmla="*/ 0 w 38"/>
                  <a:gd name="T11" fmla="*/ 0 h 54"/>
                  <a:gd name="T12" fmla="*/ 0 w 38"/>
                  <a:gd name="T13" fmla="*/ 0 h 54"/>
                  <a:gd name="T14" fmla="*/ 0 w 38"/>
                  <a:gd name="T15" fmla="*/ 0 h 54"/>
                  <a:gd name="T16" fmla="*/ 0 w 38"/>
                  <a:gd name="T17" fmla="*/ 0 h 54"/>
                  <a:gd name="T18" fmla="*/ 0 w 38"/>
                  <a:gd name="T19" fmla="*/ 0 h 54"/>
                  <a:gd name="T20" fmla="*/ 0 w 38"/>
                  <a:gd name="T21" fmla="*/ 0 h 54"/>
                  <a:gd name="T22" fmla="*/ 0 w 38"/>
                  <a:gd name="T23" fmla="*/ 0 h 54"/>
                  <a:gd name="T24" fmla="*/ 0 w 38"/>
                  <a:gd name="T25" fmla="*/ 0 h 54"/>
                  <a:gd name="T26" fmla="*/ 0 w 38"/>
                  <a:gd name="T27" fmla="*/ 0 h 54"/>
                  <a:gd name="T28" fmla="*/ 0 w 38"/>
                  <a:gd name="T29" fmla="*/ 0 h 54"/>
                  <a:gd name="T30" fmla="*/ 0 w 38"/>
                  <a:gd name="T31" fmla="*/ 0 h 54"/>
                  <a:gd name="T32" fmla="*/ 0 w 38"/>
                  <a:gd name="T33" fmla="*/ 0 h 54"/>
                  <a:gd name="T34" fmla="*/ 0 w 38"/>
                  <a:gd name="T35" fmla="*/ 0 h 54"/>
                  <a:gd name="T36" fmla="*/ 0 w 38"/>
                  <a:gd name="T37" fmla="*/ 0 h 54"/>
                  <a:gd name="T38" fmla="*/ 0 w 38"/>
                  <a:gd name="T39" fmla="*/ 0 h 54"/>
                  <a:gd name="T40" fmla="*/ 0 w 38"/>
                  <a:gd name="T41" fmla="*/ 0 h 54"/>
                  <a:gd name="T42" fmla="*/ 0 w 38"/>
                  <a:gd name="T43" fmla="*/ 0 h 54"/>
                  <a:gd name="T44" fmla="*/ 0 w 38"/>
                  <a:gd name="T45" fmla="*/ 0 h 54"/>
                  <a:gd name="T46" fmla="*/ 0 w 38"/>
                  <a:gd name="T47" fmla="*/ 0 h 54"/>
                  <a:gd name="T48" fmla="*/ 0 w 38"/>
                  <a:gd name="T49" fmla="*/ 0 h 5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8"/>
                  <a:gd name="T76" fmla="*/ 0 h 54"/>
                  <a:gd name="T77" fmla="*/ 38 w 38"/>
                  <a:gd name="T78" fmla="*/ 54 h 5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8" h="54">
                    <a:moveTo>
                      <a:pt x="20" y="7"/>
                    </a:moveTo>
                    <a:lnTo>
                      <a:pt x="20" y="8"/>
                    </a:lnTo>
                    <a:lnTo>
                      <a:pt x="19" y="4"/>
                    </a:lnTo>
                    <a:lnTo>
                      <a:pt x="15" y="1"/>
                    </a:lnTo>
                    <a:lnTo>
                      <a:pt x="12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1" y="17"/>
                    </a:lnTo>
                    <a:lnTo>
                      <a:pt x="4" y="24"/>
                    </a:lnTo>
                    <a:lnTo>
                      <a:pt x="8" y="32"/>
                    </a:lnTo>
                    <a:lnTo>
                      <a:pt x="14" y="39"/>
                    </a:lnTo>
                    <a:lnTo>
                      <a:pt x="20" y="46"/>
                    </a:lnTo>
                    <a:lnTo>
                      <a:pt x="27" y="50"/>
                    </a:lnTo>
                    <a:lnTo>
                      <a:pt x="33" y="54"/>
                    </a:lnTo>
                    <a:lnTo>
                      <a:pt x="38" y="54"/>
                    </a:lnTo>
                    <a:lnTo>
                      <a:pt x="36" y="42"/>
                    </a:lnTo>
                    <a:lnTo>
                      <a:pt x="32" y="29"/>
                    </a:lnTo>
                    <a:lnTo>
                      <a:pt x="25" y="16"/>
                    </a:lnTo>
                    <a:lnTo>
                      <a:pt x="2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5" name="Freeform 1764">
                <a:extLst>
                  <a:ext uri="{FF2B5EF4-FFF2-40B4-BE49-F238E27FC236}">
                    <a16:creationId xmlns:a16="http://schemas.microsoft.com/office/drawing/2014/main" xmlns="" id="{160D112C-496D-B081-9D44-6A91FB7D9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" y="2714"/>
                <a:ext cx="8" cy="6"/>
              </a:xfrm>
              <a:custGeom>
                <a:avLst/>
                <a:gdLst>
                  <a:gd name="T0" fmla="*/ 0 w 52"/>
                  <a:gd name="T1" fmla="*/ 0 h 36"/>
                  <a:gd name="T2" fmla="*/ 0 w 52"/>
                  <a:gd name="T3" fmla="*/ 0 h 36"/>
                  <a:gd name="T4" fmla="*/ 0 w 52"/>
                  <a:gd name="T5" fmla="*/ 0 h 36"/>
                  <a:gd name="T6" fmla="*/ 0 w 52"/>
                  <a:gd name="T7" fmla="*/ 0 h 36"/>
                  <a:gd name="T8" fmla="*/ 0 w 52"/>
                  <a:gd name="T9" fmla="*/ 0 h 36"/>
                  <a:gd name="T10" fmla="*/ 0 w 52"/>
                  <a:gd name="T11" fmla="*/ 0 h 36"/>
                  <a:gd name="T12" fmla="*/ 0 w 52"/>
                  <a:gd name="T13" fmla="*/ 0 h 36"/>
                  <a:gd name="T14" fmla="*/ 0 w 52"/>
                  <a:gd name="T15" fmla="*/ 0 h 36"/>
                  <a:gd name="T16" fmla="*/ 0 w 52"/>
                  <a:gd name="T17" fmla="*/ 0 h 36"/>
                  <a:gd name="T18" fmla="*/ 0 w 52"/>
                  <a:gd name="T19" fmla="*/ 0 h 36"/>
                  <a:gd name="T20" fmla="*/ 0 w 52"/>
                  <a:gd name="T21" fmla="*/ 0 h 36"/>
                  <a:gd name="T22" fmla="*/ 0 w 52"/>
                  <a:gd name="T23" fmla="*/ 0 h 36"/>
                  <a:gd name="T24" fmla="*/ 0 w 52"/>
                  <a:gd name="T25" fmla="*/ 0 h 36"/>
                  <a:gd name="T26" fmla="*/ 0 w 52"/>
                  <a:gd name="T27" fmla="*/ 0 h 36"/>
                  <a:gd name="T28" fmla="*/ 0 w 52"/>
                  <a:gd name="T29" fmla="*/ 0 h 36"/>
                  <a:gd name="T30" fmla="*/ 0 w 52"/>
                  <a:gd name="T31" fmla="*/ 0 h 36"/>
                  <a:gd name="T32" fmla="*/ 0 w 52"/>
                  <a:gd name="T33" fmla="*/ 0 h 36"/>
                  <a:gd name="T34" fmla="*/ 0 w 52"/>
                  <a:gd name="T35" fmla="*/ 0 h 36"/>
                  <a:gd name="T36" fmla="*/ 0 w 52"/>
                  <a:gd name="T37" fmla="*/ 0 h 36"/>
                  <a:gd name="T38" fmla="*/ 0 w 52"/>
                  <a:gd name="T39" fmla="*/ 0 h 36"/>
                  <a:gd name="T40" fmla="*/ 0 w 52"/>
                  <a:gd name="T41" fmla="*/ 0 h 36"/>
                  <a:gd name="T42" fmla="*/ 0 w 52"/>
                  <a:gd name="T43" fmla="*/ 0 h 36"/>
                  <a:gd name="T44" fmla="*/ 0 w 52"/>
                  <a:gd name="T45" fmla="*/ 0 h 36"/>
                  <a:gd name="T46" fmla="*/ 0 w 52"/>
                  <a:gd name="T47" fmla="*/ 0 h 36"/>
                  <a:gd name="T48" fmla="*/ 0 w 52"/>
                  <a:gd name="T49" fmla="*/ 0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2"/>
                  <a:gd name="T76" fmla="*/ 0 h 36"/>
                  <a:gd name="T77" fmla="*/ 52 w 52"/>
                  <a:gd name="T78" fmla="*/ 36 h 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2" h="36">
                    <a:moveTo>
                      <a:pt x="41" y="27"/>
                    </a:moveTo>
                    <a:lnTo>
                      <a:pt x="46" y="24"/>
                    </a:lnTo>
                    <a:lnTo>
                      <a:pt x="51" y="21"/>
                    </a:lnTo>
                    <a:lnTo>
                      <a:pt x="52" y="16"/>
                    </a:lnTo>
                    <a:lnTo>
                      <a:pt x="52" y="12"/>
                    </a:lnTo>
                    <a:lnTo>
                      <a:pt x="50" y="6"/>
                    </a:lnTo>
                    <a:lnTo>
                      <a:pt x="46" y="2"/>
                    </a:lnTo>
                    <a:lnTo>
                      <a:pt x="41" y="0"/>
                    </a:lnTo>
                    <a:lnTo>
                      <a:pt x="36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1" y="4"/>
                    </a:lnTo>
                    <a:lnTo>
                      <a:pt x="13" y="8"/>
                    </a:lnTo>
                    <a:lnTo>
                      <a:pt x="6" y="15"/>
                    </a:lnTo>
                    <a:lnTo>
                      <a:pt x="3" y="22"/>
                    </a:lnTo>
                    <a:lnTo>
                      <a:pt x="0" y="29"/>
                    </a:lnTo>
                    <a:lnTo>
                      <a:pt x="0" y="31"/>
                    </a:lnTo>
                    <a:lnTo>
                      <a:pt x="4" y="33"/>
                    </a:lnTo>
                    <a:lnTo>
                      <a:pt x="9" y="36"/>
                    </a:lnTo>
                    <a:lnTo>
                      <a:pt x="13" y="36"/>
                    </a:lnTo>
                    <a:lnTo>
                      <a:pt x="18" y="36"/>
                    </a:lnTo>
                    <a:lnTo>
                      <a:pt x="24" y="33"/>
                    </a:lnTo>
                    <a:lnTo>
                      <a:pt x="30" y="32"/>
                    </a:lnTo>
                    <a:lnTo>
                      <a:pt x="36" y="30"/>
                    </a:lnTo>
                    <a:lnTo>
                      <a:pt x="41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6" name="Freeform 1765">
                <a:extLst>
                  <a:ext uri="{FF2B5EF4-FFF2-40B4-BE49-F238E27FC236}">
                    <a16:creationId xmlns:a16="http://schemas.microsoft.com/office/drawing/2014/main" xmlns="" id="{75FCB124-9710-9D42-C275-F6827427F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2704"/>
                <a:ext cx="33" cy="39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7" name="Freeform 1766">
                <a:extLst>
                  <a:ext uri="{FF2B5EF4-FFF2-40B4-BE49-F238E27FC236}">
                    <a16:creationId xmlns:a16="http://schemas.microsoft.com/office/drawing/2014/main" xmlns="" id="{04CD5681-08E2-5804-2105-DD76A0E49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2" y="2704"/>
                <a:ext cx="22" cy="30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8" name="Freeform 1767">
                <a:extLst>
                  <a:ext uri="{FF2B5EF4-FFF2-40B4-BE49-F238E27FC236}">
                    <a16:creationId xmlns:a16="http://schemas.microsoft.com/office/drawing/2014/main" xmlns="" id="{D770B989-5855-1375-E92F-4646BFD18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2697"/>
                <a:ext cx="53" cy="63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39" name="Freeform 1768">
                <a:extLst>
                  <a:ext uri="{FF2B5EF4-FFF2-40B4-BE49-F238E27FC236}">
                    <a16:creationId xmlns:a16="http://schemas.microsoft.com/office/drawing/2014/main" xmlns="" id="{1B5B5270-C75D-00AE-B45D-2C5252848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695"/>
                <a:ext cx="47" cy="42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40" name="Freeform 1769">
                <a:extLst>
                  <a:ext uri="{FF2B5EF4-FFF2-40B4-BE49-F238E27FC236}">
                    <a16:creationId xmlns:a16="http://schemas.microsoft.com/office/drawing/2014/main" xmlns="" id="{D86DA74C-CB6F-F131-824B-96D87C867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6" y="2718"/>
                <a:ext cx="19" cy="39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41" name="Freeform 1770">
                <a:extLst>
                  <a:ext uri="{FF2B5EF4-FFF2-40B4-BE49-F238E27FC236}">
                    <a16:creationId xmlns:a16="http://schemas.microsoft.com/office/drawing/2014/main" xmlns="" id="{9B572F12-3D79-DB0B-5442-3F7BE52B8F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2692"/>
                <a:ext cx="41" cy="52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aphicFrame>
          <p:nvGraphicFramePr>
            <p:cNvPr id="29" name="Object 1771">
              <a:extLst>
                <a:ext uri="{FF2B5EF4-FFF2-40B4-BE49-F238E27FC236}">
                  <a16:creationId xmlns:a16="http://schemas.microsoft.com/office/drawing/2014/main" xmlns="" id="{E66C4407-C6CF-F502-8D34-A2A03649FE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60" y="2006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9" name="Clip" r:id="rId12" imgW="1307263" imgH="1084139" progId="">
                    <p:embed/>
                  </p:oleObj>
                </mc:Choice>
                <mc:Fallback>
                  <p:oleObj name="Clip" r:id="rId12" imgW="1307263" imgH="1084139" progId="">
                    <p:embed/>
                    <p:pic>
                      <p:nvPicPr>
                        <p:cNvPr id="26656" name="Object 1771">
                          <a:extLst>
                            <a:ext uri="{FF2B5EF4-FFF2-40B4-BE49-F238E27FC236}">
                              <a16:creationId xmlns:a16="http://schemas.microsoft.com/office/drawing/2014/main" xmlns="" id="{A45BDFB6-3FF5-B8E7-C237-CBDB27D6D8D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2006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1772">
              <a:extLst>
                <a:ext uri="{FF2B5EF4-FFF2-40B4-BE49-F238E27FC236}">
                  <a16:creationId xmlns:a16="http://schemas.microsoft.com/office/drawing/2014/main" xmlns="" id="{CA4FC504-D09F-528B-28B8-82F210E80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1586"/>
              <a:ext cx="321" cy="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Line 1773">
              <a:extLst>
                <a:ext uri="{FF2B5EF4-FFF2-40B4-BE49-F238E27FC236}">
                  <a16:creationId xmlns:a16="http://schemas.microsoft.com/office/drawing/2014/main" xmlns="" id="{77BFF71F-B1F6-852F-A073-C9FCC194AD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7" y="1478"/>
              <a:ext cx="96" cy="5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Freeform 1774">
              <a:extLst>
                <a:ext uri="{FF2B5EF4-FFF2-40B4-BE49-F238E27FC236}">
                  <a16:creationId xmlns:a16="http://schemas.microsoft.com/office/drawing/2014/main" xmlns="" id="{BA9B5520-9FB9-A30F-6516-B3C4BB349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742"/>
              <a:ext cx="1877" cy="917"/>
            </a:xfrm>
            <a:custGeom>
              <a:avLst/>
              <a:gdLst>
                <a:gd name="T0" fmla="*/ 889 w 1877"/>
                <a:gd name="T1" fmla="*/ 23 h 917"/>
                <a:gd name="T2" fmla="*/ 692 w 1877"/>
                <a:gd name="T3" fmla="*/ 109 h 917"/>
                <a:gd name="T4" fmla="*/ 415 w 1877"/>
                <a:gd name="T5" fmla="*/ 91 h 917"/>
                <a:gd name="T6" fmla="*/ 112 w 1877"/>
                <a:gd name="T7" fmla="*/ 170 h 917"/>
                <a:gd name="T8" fmla="*/ 50 w 1877"/>
                <a:gd name="T9" fmla="*/ 353 h 917"/>
                <a:gd name="T10" fmla="*/ 14 w 1877"/>
                <a:gd name="T11" fmla="*/ 528 h 917"/>
                <a:gd name="T12" fmla="*/ 139 w 1877"/>
                <a:gd name="T13" fmla="*/ 650 h 917"/>
                <a:gd name="T14" fmla="*/ 505 w 1877"/>
                <a:gd name="T15" fmla="*/ 781 h 917"/>
                <a:gd name="T16" fmla="*/ 933 w 1877"/>
                <a:gd name="T17" fmla="*/ 886 h 917"/>
                <a:gd name="T18" fmla="*/ 1370 w 1877"/>
                <a:gd name="T19" fmla="*/ 901 h 917"/>
                <a:gd name="T20" fmla="*/ 1676 w 1877"/>
                <a:gd name="T21" fmla="*/ 793 h 917"/>
                <a:gd name="T22" fmla="*/ 1860 w 1877"/>
                <a:gd name="T23" fmla="*/ 624 h 917"/>
                <a:gd name="T24" fmla="*/ 1776 w 1877"/>
                <a:gd name="T25" fmla="*/ 219 h 917"/>
                <a:gd name="T26" fmla="*/ 1503 w 1877"/>
                <a:gd name="T27" fmla="*/ 100 h 917"/>
                <a:gd name="T28" fmla="*/ 1200 w 1877"/>
                <a:gd name="T29" fmla="*/ 13 h 917"/>
                <a:gd name="T30" fmla="*/ 889 w 1877"/>
                <a:gd name="T31" fmla="*/ 23 h 91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77"/>
                <a:gd name="T49" fmla="*/ 0 h 917"/>
                <a:gd name="T50" fmla="*/ 1877 w 1877"/>
                <a:gd name="T51" fmla="*/ 917 h 91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77" h="917">
                  <a:moveTo>
                    <a:pt x="889" y="23"/>
                  </a:moveTo>
                  <a:cubicBezTo>
                    <a:pt x="804" y="39"/>
                    <a:pt x="771" y="98"/>
                    <a:pt x="692" y="109"/>
                  </a:cubicBezTo>
                  <a:cubicBezTo>
                    <a:pt x="613" y="120"/>
                    <a:pt x="511" y="81"/>
                    <a:pt x="415" y="91"/>
                  </a:cubicBezTo>
                  <a:cubicBezTo>
                    <a:pt x="319" y="101"/>
                    <a:pt x="174" y="126"/>
                    <a:pt x="112" y="170"/>
                  </a:cubicBezTo>
                  <a:cubicBezTo>
                    <a:pt x="51" y="214"/>
                    <a:pt x="66" y="294"/>
                    <a:pt x="50" y="353"/>
                  </a:cubicBezTo>
                  <a:cubicBezTo>
                    <a:pt x="34" y="412"/>
                    <a:pt x="0" y="479"/>
                    <a:pt x="14" y="528"/>
                  </a:cubicBezTo>
                  <a:cubicBezTo>
                    <a:pt x="29" y="577"/>
                    <a:pt x="57" y="608"/>
                    <a:pt x="139" y="650"/>
                  </a:cubicBezTo>
                  <a:cubicBezTo>
                    <a:pt x="221" y="692"/>
                    <a:pt x="372" y="742"/>
                    <a:pt x="505" y="781"/>
                  </a:cubicBezTo>
                  <a:cubicBezTo>
                    <a:pt x="638" y="820"/>
                    <a:pt x="789" y="866"/>
                    <a:pt x="933" y="886"/>
                  </a:cubicBezTo>
                  <a:cubicBezTo>
                    <a:pt x="1077" y="906"/>
                    <a:pt x="1246" y="917"/>
                    <a:pt x="1370" y="901"/>
                  </a:cubicBezTo>
                  <a:cubicBezTo>
                    <a:pt x="1494" y="885"/>
                    <a:pt x="1594" y="839"/>
                    <a:pt x="1676" y="793"/>
                  </a:cubicBezTo>
                  <a:cubicBezTo>
                    <a:pt x="1758" y="747"/>
                    <a:pt x="1843" y="720"/>
                    <a:pt x="1860" y="624"/>
                  </a:cubicBezTo>
                  <a:cubicBezTo>
                    <a:pt x="1877" y="528"/>
                    <a:pt x="1835" y="306"/>
                    <a:pt x="1776" y="219"/>
                  </a:cubicBezTo>
                  <a:cubicBezTo>
                    <a:pt x="1717" y="132"/>
                    <a:pt x="1599" y="134"/>
                    <a:pt x="1503" y="100"/>
                  </a:cubicBezTo>
                  <a:cubicBezTo>
                    <a:pt x="1407" y="66"/>
                    <a:pt x="1302" y="26"/>
                    <a:pt x="1200" y="13"/>
                  </a:cubicBezTo>
                  <a:cubicBezTo>
                    <a:pt x="1098" y="0"/>
                    <a:pt x="974" y="7"/>
                    <a:pt x="889" y="23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Line 1775">
              <a:extLst>
                <a:ext uri="{FF2B5EF4-FFF2-40B4-BE49-F238E27FC236}">
                  <a16:creationId xmlns:a16="http://schemas.microsoft.com/office/drawing/2014/main" xmlns="" id="{E49CFC52-E67F-BAE9-FF9A-0CCF8C1E9C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757" y="3206"/>
              <a:ext cx="330" cy="88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34" name="Group 1776">
              <a:extLst>
                <a:ext uri="{FF2B5EF4-FFF2-40B4-BE49-F238E27FC236}">
                  <a16:creationId xmlns:a16="http://schemas.microsoft.com/office/drawing/2014/main" xmlns="" id="{09A2117B-D55B-CB47-8176-35ED8D4E7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2" y="3292"/>
              <a:ext cx="125" cy="230"/>
              <a:chOff x="4180" y="783"/>
              <a:chExt cx="150" cy="307"/>
            </a:xfrm>
          </p:grpSpPr>
          <p:sp>
            <p:nvSpPr>
              <p:cNvPr id="27017" name="AutoShape 1777">
                <a:extLst>
                  <a:ext uri="{FF2B5EF4-FFF2-40B4-BE49-F238E27FC236}">
                    <a16:creationId xmlns:a16="http://schemas.microsoft.com/office/drawing/2014/main" xmlns="" id="{08FC45B0-6D8F-437C-24B1-4ACCE46E7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18" name="Rectangle 1778">
                <a:extLst>
                  <a:ext uri="{FF2B5EF4-FFF2-40B4-BE49-F238E27FC236}">
                    <a16:creationId xmlns:a16="http://schemas.microsoft.com/office/drawing/2014/main" xmlns="" id="{7C662F64-A966-CDED-5697-6E659A88F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19" name="Rectangle 1779">
                <a:extLst>
                  <a:ext uri="{FF2B5EF4-FFF2-40B4-BE49-F238E27FC236}">
                    <a16:creationId xmlns:a16="http://schemas.microsoft.com/office/drawing/2014/main" xmlns="" id="{93553F49-AD4C-20E3-B509-906512D0F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20" name="AutoShape 1780">
                <a:extLst>
                  <a:ext uri="{FF2B5EF4-FFF2-40B4-BE49-F238E27FC236}">
                    <a16:creationId xmlns:a16="http://schemas.microsoft.com/office/drawing/2014/main" xmlns="" id="{519E43E4-F2B7-3426-034D-7B30F47F7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21" name="Line 1781">
                <a:extLst>
                  <a:ext uri="{FF2B5EF4-FFF2-40B4-BE49-F238E27FC236}">
                    <a16:creationId xmlns:a16="http://schemas.microsoft.com/office/drawing/2014/main" xmlns="" id="{8E2D5568-A39F-CE31-FBBC-E011FB7082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22" name="Line 1782">
                <a:extLst>
                  <a:ext uri="{FF2B5EF4-FFF2-40B4-BE49-F238E27FC236}">
                    <a16:creationId xmlns:a16="http://schemas.microsoft.com/office/drawing/2014/main" xmlns="" id="{80A38418-90CE-5A01-9CE5-B218047035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023" name="Rectangle 1783">
                <a:extLst>
                  <a:ext uri="{FF2B5EF4-FFF2-40B4-BE49-F238E27FC236}">
                    <a16:creationId xmlns:a16="http://schemas.microsoft.com/office/drawing/2014/main" xmlns="" id="{B579E50D-0D38-25D6-A6C4-0E42B6F95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9F2936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24" name="Rectangle 1784">
                <a:extLst>
                  <a:ext uri="{FF2B5EF4-FFF2-40B4-BE49-F238E27FC236}">
                    <a16:creationId xmlns:a16="http://schemas.microsoft.com/office/drawing/2014/main" xmlns="" id="{399F7B99-D40A-D109-5B7A-CDA64F8DD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5" name="Line 1785">
              <a:extLst>
                <a:ext uri="{FF2B5EF4-FFF2-40B4-BE49-F238E27FC236}">
                  <a16:creationId xmlns:a16="http://schemas.microsoft.com/office/drawing/2014/main" xmlns="" id="{ED4CAD82-6D6C-F958-E291-F5CA1DC448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849" y="3383"/>
              <a:ext cx="2" cy="54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" name="Line 1786">
              <a:extLst>
                <a:ext uri="{FF2B5EF4-FFF2-40B4-BE49-F238E27FC236}">
                  <a16:creationId xmlns:a16="http://schemas.microsoft.com/office/drawing/2014/main" xmlns="" id="{051FE879-3C44-696A-D49E-20ABB26F72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66" y="3179"/>
              <a:ext cx="0" cy="72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37" name="Group 1787">
              <a:extLst>
                <a:ext uri="{FF2B5EF4-FFF2-40B4-BE49-F238E27FC236}">
                  <a16:creationId xmlns:a16="http://schemas.microsoft.com/office/drawing/2014/main" xmlns="" id="{518D5498-FFDE-21F7-2D45-34F36F3A56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1" y="2996"/>
              <a:ext cx="316" cy="148"/>
              <a:chOff x="3600" y="219"/>
              <a:chExt cx="360" cy="175"/>
            </a:xfrm>
          </p:grpSpPr>
          <p:sp>
            <p:nvSpPr>
              <p:cNvPr id="26625" name="Oval 1788">
                <a:extLst>
                  <a:ext uri="{FF2B5EF4-FFF2-40B4-BE49-F238E27FC236}">
                    <a16:creationId xmlns:a16="http://schemas.microsoft.com/office/drawing/2014/main" xmlns="" id="{3929A539-B309-4C5E-A78A-5C41D8AB6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629" name="Line 1789">
                <a:extLst>
                  <a:ext uri="{FF2B5EF4-FFF2-40B4-BE49-F238E27FC236}">
                    <a16:creationId xmlns:a16="http://schemas.microsoft.com/office/drawing/2014/main" xmlns="" id="{C45EBE22-B3D4-3EAC-7251-E48E9D9B56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630" name="Line 1790">
                <a:extLst>
                  <a:ext uri="{FF2B5EF4-FFF2-40B4-BE49-F238E27FC236}">
                    <a16:creationId xmlns:a16="http://schemas.microsoft.com/office/drawing/2014/main" xmlns="" id="{D6A53626-5534-D006-E694-CB34457CA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631" name="Rectangle 1791">
                <a:extLst>
                  <a:ext uri="{FF2B5EF4-FFF2-40B4-BE49-F238E27FC236}">
                    <a16:creationId xmlns:a16="http://schemas.microsoft.com/office/drawing/2014/main" xmlns="" id="{798AEA1F-E53B-40D0-31AD-422084E46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08" name="Oval 1792">
                <a:extLst>
                  <a:ext uri="{FF2B5EF4-FFF2-40B4-BE49-F238E27FC236}">
                    <a16:creationId xmlns:a16="http://schemas.microsoft.com/office/drawing/2014/main" xmlns="" id="{CB47A3A6-316A-8063-826A-A2092C5B3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009" name="Group 1793">
                <a:extLst>
                  <a:ext uri="{FF2B5EF4-FFF2-40B4-BE49-F238E27FC236}">
                    <a16:creationId xmlns:a16="http://schemas.microsoft.com/office/drawing/2014/main" xmlns="" id="{19D1CA85-7A4A-662E-A4A4-E5DAD94655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14" name="Line 1794">
                  <a:extLst>
                    <a:ext uri="{FF2B5EF4-FFF2-40B4-BE49-F238E27FC236}">
                      <a16:creationId xmlns:a16="http://schemas.microsoft.com/office/drawing/2014/main" xmlns="" id="{E8F8F943-F58B-9724-EC52-01238C0DA0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15" name="Line 1795">
                  <a:extLst>
                    <a:ext uri="{FF2B5EF4-FFF2-40B4-BE49-F238E27FC236}">
                      <a16:creationId xmlns:a16="http://schemas.microsoft.com/office/drawing/2014/main" xmlns="" id="{B3BC2063-83B9-A48E-4D5F-D87AFF852F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16" name="Line 1796">
                  <a:extLst>
                    <a:ext uri="{FF2B5EF4-FFF2-40B4-BE49-F238E27FC236}">
                      <a16:creationId xmlns:a16="http://schemas.microsoft.com/office/drawing/2014/main" xmlns="" id="{5A29F330-9AE0-67C4-5C90-9D237E4DC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010" name="Group 1797">
                <a:extLst>
                  <a:ext uri="{FF2B5EF4-FFF2-40B4-BE49-F238E27FC236}">
                    <a16:creationId xmlns:a16="http://schemas.microsoft.com/office/drawing/2014/main" xmlns="" id="{9900F87F-C1ED-780C-2335-465ECE9731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011" name="Line 1798">
                  <a:extLst>
                    <a:ext uri="{FF2B5EF4-FFF2-40B4-BE49-F238E27FC236}">
                      <a16:creationId xmlns:a16="http://schemas.microsoft.com/office/drawing/2014/main" xmlns="" id="{C5701914-5AC0-6471-7426-506E09A16F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12" name="Line 1799">
                  <a:extLst>
                    <a:ext uri="{FF2B5EF4-FFF2-40B4-BE49-F238E27FC236}">
                      <a16:creationId xmlns:a16="http://schemas.microsoft.com/office/drawing/2014/main" xmlns="" id="{4F03C972-0DA3-7D7C-EA3D-FAA93305D1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13" name="Line 1800">
                  <a:extLst>
                    <a:ext uri="{FF2B5EF4-FFF2-40B4-BE49-F238E27FC236}">
                      <a16:creationId xmlns:a16="http://schemas.microsoft.com/office/drawing/2014/main" xmlns="" id="{C76E314C-C0E5-ED16-F042-92665DC7AD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8" name="Group 1801">
              <a:extLst>
                <a:ext uri="{FF2B5EF4-FFF2-40B4-BE49-F238E27FC236}">
                  <a16:creationId xmlns:a16="http://schemas.microsoft.com/office/drawing/2014/main" xmlns="" id="{F3BD0814-D999-821F-1B5E-87D3F9AF28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7" y="2822"/>
              <a:ext cx="316" cy="148"/>
              <a:chOff x="3600" y="219"/>
              <a:chExt cx="360" cy="175"/>
            </a:xfrm>
          </p:grpSpPr>
          <p:sp>
            <p:nvSpPr>
              <p:cNvPr id="26996" name="Oval 1802">
                <a:extLst>
                  <a:ext uri="{FF2B5EF4-FFF2-40B4-BE49-F238E27FC236}">
                    <a16:creationId xmlns:a16="http://schemas.microsoft.com/office/drawing/2014/main" xmlns="" id="{D449B7D6-4BCF-5810-C348-ED2E205B8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97" name="Line 1803">
                <a:extLst>
                  <a:ext uri="{FF2B5EF4-FFF2-40B4-BE49-F238E27FC236}">
                    <a16:creationId xmlns:a16="http://schemas.microsoft.com/office/drawing/2014/main" xmlns="" id="{93B5F7E4-BB14-A4AB-1D97-0206DB4C0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98" name="Line 1804">
                <a:extLst>
                  <a:ext uri="{FF2B5EF4-FFF2-40B4-BE49-F238E27FC236}">
                    <a16:creationId xmlns:a16="http://schemas.microsoft.com/office/drawing/2014/main" xmlns="" id="{5ACB38DE-65E9-81E9-912B-C7F447865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99" name="Rectangle 1805">
                <a:extLst>
                  <a:ext uri="{FF2B5EF4-FFF2-40B4-BE49-F238E27FC236}">
                    <a16:creationId xmlns:a16="http://schemas.microsoft.com/office/drawing/2014/main" xmlns="" id="{8845B66F-CE5E-8E26-6CE9-CC620698BF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000" name="Oval 1806">
                <a:extLst>
                  <a:ext uri="{FF2B5EF4-FFF2-40B4-BE49-F238E27FC236}">
                    <a16:creationId xmlns:a16="http://schemas.microsoft.com/office/drawing/2014/main" xmlns="" id="{AF70E7FA-39B2-DC50-4B9D-368CE7742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7001" name="Group 1807">
                <a:extLst>
                  <a:ext uri="{FF2B5EF4-FFF2-40B4-BE49-F238E27FC236}">
                    <a16:creationId xmlns:a16="http://schemas.microsoft.com/office/drawing/2014/main" xmlns="" id="{854B0C68-1BE3-408C-2E94-5C44B4D605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7006" name="Line 1808">
                  <a:extLst>
                    <a:ext uri="{FF2B5EF4-FFF2-40B4-BE49-F238E27FC236}">
                      <a16:creationId xmlns:a16="http://schemas.microsoft.com/office/drawing/2014/main" xmlns="" id="{6F8573C4-EE5E-9D1B-ED75-68E8C67375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07" name="Line 1809">
                  <a:extLst>
                    <a:ext uri="{FF2B5EF4-FFF2-40B4-BE49-F238E27FC236}">
                      <a16:creationId xmlns:a16="http://schemas.microsoft.com/office/drawing/2014/main" xmlns="" id="{8CEE2106-F380-0147-6874-3E89A18EA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6624" name="Line 1810">
                  <a:extLst>
                    <a:ext uri="{FF2B5EF4-FFF2-40B4-BE49-F238E27FC236}">
                      <a16:creationId xmlns:a16="http://schemas.microsoft.com/office/drawing/2014/main" xmlns="" id="{BE73B3FD-A725-DF75-5D84-81C5B5411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002" name="Group 1811">
                <a:extLst>
                  <a:ext uri="{FF2B5EF4-FFF2-40B4-BE49-F238E27FC236}">
                    <a16:creationId xmlns:a16="http://schemas.microsoft.com/office/drawing/2014/main" xmlns="" id="{2EA51EAA-B192-3C36-B300-CAF9452B2A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003" name="Line 1812">
                  <a:extLst>
                    <a:ext uri="{FF2B5EF4-FFF2-40B4-BE49-F238E27FC236}">
                      <a16:creationId xmlns:a16="http://schemas.microsoft.com/office/drawing/2014/main" xmlns="" id="{DEC081B7-9199-3DA4-3DF7-039A3CBB8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04" name="Line 1813">
                  <a:extLst>
                    <a:ext uri="{FF2B5EF4-FFF2-40B4-BE49-F238E27FC236}">
                      <a16:creationId xmlns:a16="http://schemas.microsoft.com/office/drawing/2014/main" xmlns="" id="{14BBCBBD-0BE6-80A0-C99B-C8434978C8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005" name="Line 1814">
                  <a:extLst>
                    <a:ext uri="{FF2B5EF4-FFF2-40B4-BE49-F238E27FC236}">
                      <a16:creationId xmlns:a16="http://schemas.microsoft.com/office/drawing/2014/main" xmlns="" id="{00642DE3-22DF-EF37-F097-2C6E78BE00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39" name="Group 1815">
              <a:extLst>
                <a:ext uri="{FF2B5EF4-FFF2-40B4-BE49-F238E27FC236}">
                  <a16:creationId xmlns:a16="http://schemas.microsoft.com/office/drawing/2014/main" xmlns="" id="{356C197A-605E-FD42-3ED1-E100184437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8" y="3014"/>
              <a:ext cx="316" cy="148"/>
              <a:chOff x="3600" y="219"/>
              <a:chExt cx="360" cy="175"/>
            </a:xfrm>
          </p:grpSpPr>
          <p:sp>
            <p:nvSpPr>
              <p:cNvPr id="26983" name="Oval 1816">
                <a:extLst>
                  <a:ext uri="{FF2B5EF4-FFF2-40B4-BE49-F238E27FC236}">
                    <a16:creationId xmlns:a16="http://schemas.microsoft.com/office/drawing/2014/main" xmlns="" id="{A366363F-499D-7184-B838-BD2A296957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84" name="Line 1817">
                <a:extLst>
                  <a:ext uri="{FF2B5EF4-FFF2-40B4-BE49-F238E27FC236}">
                    <a16:creationId xmlns:a16="http://schemas.microsoft.com/office/drawing/2014/main" xmlns="" id="{88C3D0A5-E969-D4B5-9661-FDBF11886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85" name="Line 1818">
                <a:extLst>
                  <a:ext uri="{FF2B5EF4-FFF2-40B4-BE49-F238E27FC236}">
                    <a16:creationId xmlns:a16="http://schemas.microsoft.com/office/drawing/2014/main" xmlns="" id="{FF4092F6-4BF8-B8E6-3862-7BC5BCFF5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86" name="Rectangle 1819">
                <a:extLst>
                  <a:ext uri="{FF2B5EF4-FFF2-40B4-BE49-F238E27FC236}">
                    <a16:creationId xmlns:a16="http://schemas.microsoft.com/office/drawing/2014/main" xmlns="" id="{FC75D3C7-20C9-6CD7-6ED4-0598FEF11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87" name="Oval 1820">
                <a:extLst>
                  <a:ext uri="{FF2B5EF4-FFF2-40B4-BE49-F238E27FC236}">
                    <a16:creationId xmlns:a16="http://schemas.microsoft.com/office/drawing/2014/main" xmlns="" id="{63AB09D5-0CEB-577F-14A5-64C46323C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26988" name="Group 1821">
                <a:extLst>
                  <a:ext uri="{FF2B5EF4-FFF2-40B4-BE49-F238E27FC236}">
                    <a16:creationId xmlns:a16="http://schemas.microsoft.com/office/drawing/2014/main" xmlns="" id="{717BBA6E-FBC8-D39F-9A55-EE01292596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6993" name="Line 1822">
                  <a:extLst>
                    <a:ext uri="{FF2B5EF4-FFF2-40B4-BE49-F238E27FC236}">
                      <a16:creationId xmlns:a16="http://schemas.microsoft.com/office/drawing/2014/main" xmlns="" id="{FC5D5C35-770E-3402-2CE5-1DA944F47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6994" name="Line 1823">
                  <a:extLst>
                    <a:ext uri="{FF2B5EF4-FFF2-40B4-BE49-F238E27FC236}">
                      <a16:creationId xmlns:a16="http://schemas.microsoft.com/office/drawing/2014/main" xmlns="" id="{45E691E7-C661-56F5-A38E-99E2E471E0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6995" name="Line 1824">
                  <a:extLst>
                    <a:ext uri="{FF2B5EF4-FFF2-40B4-BE49-F238E27FC236}">
                      <a16:creationId xmlns:a16="http://schemas.microsoft.com/office/drawing/2014/main" xmlns="" id="{0410BA7B-9DBE-481B-A3EB-4A7F61E7B0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989" name="Group 1825">
                <a:extLst>
                  <a:ext uri="{FF2B5EF4-FFF2-40B4-BE49-F238E27FC236}">
                    <a16:creationId xmlns:a16="http://schemas.microsoft.com/office/drawing/2014/main" xmlns="" id="{D8BEA848-B7A7-414A-EF2E-99C65F94B2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6990" name="Line 1826">
                  <a:extLst>
                    <a:ext uri="{FF2B5EF4-FFF2-40B4-BE49-F238E27FC236}">
                      <a16:creationId xmlns:a16="http://schemas.microsoft.com/office/drawing/2014/main" xmlns="" id="{6AC4133A-AEB5-1C38-E455-AEB4283C5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6991" name="Line 1827">
                  <a:extLst>
                    <a:ext uri="{FF2B5EF4-FFF2-40B4-BE49-F238E27FC236}">
                      <a16:creationId xmlns:a16="http://schemas.microsoft.com/office/drawing/2014/main" xmlns="" id="{E3B1B57A-FA4D-F1D3-465B-A1D59F2E35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6992" name="Line 1828">
                  <a:extLst>
                    <a:ext uri="{FF2B5EF4-FFF2-40B4-BE49-F238E27FC236}">
                      <a16:creationId xmlns:a16="http://schemas.microsoft.com/office/drawing/2014/main" xmlns="" id="{C2E1B75E-98FE-7ED6-8505-A31C173E7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0" name="Line 1829">
              <a:extLst>
                <a:ext uri="{FF2B5EF4-FFF2-40B4-BE49-F238E27FC236}">
                  <a16:creationId xmlns:a16="http://schemas.microsoft.com/office/drawing/2014/main" xmlns="" id="{B0D0BD57-466C-0660-5150-D57BD2B4E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0" y="2955"/>
              <a:ext cx="226" cy="7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1" name="Line 1830">
              <a:extLst>
                <a:ext uri="{FF2B5EF4-FFF2-40B4-BE49-F238E27FC236}">
                  <a16:creationId xmlns:a16="http://schemas.microsoft.com/office/drawing/2014/main" xmlns="" id="{5D508E65-0E43-EC27-B828-3B7BA8772C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59" y="2963"/>
              <a:ext cx="175" cy="69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2" name="Line 1831">
              <a:extLst>
                <a:ext uri="{FF2B5EF4-FFF2-40B4-BE49-F238E27FC236}">
                  <a16:creationId xmlns:a16="http://schemas.microsoft.com/office/drawing/2014/main" xmlns="" id="{8345B5C4-8AD8-8934-F665-D199E98F06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6" y="3091"/>
              <a:ext cx="612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3" name="Line 1832">
              <a:extLst>
                <a:ext uri="{FF2B5EF4-FFF2-40B4-BE49-F238E27FC236}">
                  <a16:creationId xmlns:a16="http://schemas.microsoft.com/office/drawing/2014/main" xmlns="" id="{479C03AC-76DD-4BD9-93D2-56924FF391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2" y="2931"/>
              <a:ext cx="160" cy="29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4" name="Line 1833">
              <a:extLst>
                <a:ext uri="{FF2B5EF4-FFF2-40B4-BE49-F238E27FC236}">
                  <a16:creationId xmlns:a16="http://schemas.microsoft.com/office/drawing/2014/main" xmlns="" id="{458E6F4B-C133-7115-32FB-7CFD6FCA42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8" y="2963"/>
              <a:ext cx="124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5" name="Line 1834">
              <a:extLst>
                <a:ext uri="{FF2B5EF4-FFF2-40B4-BE49-F238E27FC236}">
                  <a16:creationId xmlns:a16="http://schemas.microsoft.com/office/drawing/2014/main" xmlns="" id="{42927FDC-D46B-8040-DC2D-358DEC81C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0" y="3175"/>
              <a:ext cx="97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6" name="Line 1835">
              <a:extLst>
                <a:ext uri="{FF2B5EF4-FFF2-40B4-BE49-F238E27FC236}">
                  <a16:creationId xmlns:a16="http://schemas.microsoft.com/office/drawing/2014/main" xmlns="" id="{033AEB32-B968-E966-5C32-C79CB0FFE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3225"/>
              <a:ext cx="309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7" name="Line 1836">
              <a:extLst>
                <a:ext uri="{FF2B5EF4-FFF2-40B4-BE49-F238E27FC236}">
                  <a16:creationId xmlns:a16="http://schemas.microsoft.com/office/drawing/2014/main" xmlns="" id="{CB15E625-FA42-19C0-2558-6860F2226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0" y="3167"/>
              <a:ext cx="34" cy="5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8" name="Line 1837">
              <a:extLst>
                <a:ext uri="{FF2B5EF4-FFF2-40B4-BE49-F238E27FC236}">
                  <a16:creationId xmlns:a16="http://schemas.microsoft.com/office/drawing/2014/main" xmlns="" id="{0A41C372-0A22-C671-BCA0-162C63309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" y="3223"/>
              <a:ext cx="1" cy="5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9" name="Line 1838">
              <a:extLst>
                <a:ext uri="{FF2B5EF4-FFF2-40B4-BE49-F238E27FC236}">
                  <a16:creationId xmlns:a16="http://schemas.microsoft.com/office/drawing/2014/main" xmlns="" id="{D409E27D-9E9B-89AC-39DC-C0CAD8B4C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2" y="3228"/>
              <a:ext cx="0" cy="4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aphicFrame>
          <p:nvGraphicFramePr>
            <p:cNvPr id="50" name="Object 1839">
              <a:extLst>
                <a:ext uri="{FF2B5EF4-FFF2-40B4-BE49-F238E27FC236}">
                  <a16:creationId xmlns:a16="http://schemas.microsoft.com/office/drawing/2014/main" xmlns="" id="{C9282083-FC10-45CB-BF17-F40C6FED6A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7" y="3101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0" name="Clip" r:id="rId14" imgW="1307263" imgH="1084139" progId="">
                    <p:embed/>
                  </p:oleObj>
                </mc:Choice>
                <mc:Fallback>
                  <p:oleObj name="Clip" r:id="rId14" imgW="1307263" imgH="1084139" progId="">
                    <p:embed/>
                    <p:pic>
                      <p:nvPicPr>
                        <p:cNvPr id="26677" name="Object 1839">
                          <a:extLst>
                            <a:ext uri="{FF2B5EF4-FFF2-40B4-BE49-F238E27FC236}">
                              <a16:creationId xmlns:a16="http://schemas.microsoft.com/office/drawing/2014/main" xmlns="" id="{98F34172-F581-DBC0-EE60-06774C8E5C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7" y="3101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1840">
              <a:extLst>
                <a:ext uri="{FF2B5EF4-FFF2-40B4-BE49-F238E27FC236}">
                  <a16:creationId xmlns:a16="http://schemas.microsoft.com/office/drawing/2014/main" xmlns="" id="{E1BAE1BF-A0CA-5EF5-1F4D-80C705978A5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21" y="2901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" name="Clip" r:id="rId15" imgW="1307263" imgH="1084139" progId="">
                    <p:embed/>
                  </p:oleObj>
                </mc:Choice>
                <mc:Fallback>
                  <p:oleObj name="Clip" r:id="rId15" imgW="1307263" imgH="1084139" progId="">
                    <p:embed/>
                    <p:pic>
                      <p:nvPicPr>
                        <p:cNvPr id="26678" name="Object 1840">
                          <a:extLst>
                            <a:ext uri="{FF2B5EF4-FFF2-40B4-BE49-F238E27FC236}">
                              <a16:creationId xmlns:a16="http://schemas.microsoft.com/office/drawing/2014/main" xmlns="" id="{CBC429D3-C614-0CA3-B3EE-8A184C80E0B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1" y="2901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1841">
              <a:extLst>
                <a:ext uri="{FF2B5EF4-FFF2-40B4-BE49-F238E27FC236}">
                  <a16:creationId xmlns:a16="http://schemas.microsoft.com/office/drawing/2014/main" xmlns="" id="{BF11F9BB-7CD2-EF88-5F70-8DD118F248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89" y="3261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" name="Clip" r:id="rId16" imgW="1307263" imgH="1084139" progId="">
                    <p:embed/>
                  </p:oleObj>
                </mc:Choice>
                <mc:Fallback>
                  <p:oleObj name="Clip" r:id="rId16" imgW="1307263" imgH="1084139" progId="">
                    <p:embed/>
                    <p:pic>
                      <p:nvPicPr>
                        <p:cNvPr id="26679" name="Object 1841">
                          <a:extLst>
                            <a:ext uri="{FF2B5EF4-FFF2-40B4-BE49-F238E27FC236}">
                              <a16:creationId xmlns:a16="http://schemas.microsoft.com/office/drawing/2014/main" xmlns="" id="{832C7142-6E8B-F642-4832-074ADC31E4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3261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1842">
              <a:extLst>
                <a:ext uri="{FF2B5EF4-FFF2-40B4-BE49-F238E27FC236}">
                  <a16:creationId xmlns:a16="http://schemas.microsoft.com/office/drawing/2014/main" xmlns="" id="{CE915CDB-BF6D-7263-7168-5F5DF95DF7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3" y="3263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3" name="Clip" r:id="rId17" imgW="1307263" imgH="1084139" progId="">
                    <p:embed/>
                  </p:oleObj>
                </mc:Choice>
                <mc:Fallback>
                  <p:oleObj name="Clip" r:id="rId17" imgW="1307263" imgH="1084139" progId="">
                    <p:embed/>
                    <p:pic>
                      <p:nvPicPr>
                        <p:cNvPr id="26680" name="Object 1842">
                          <a:extLst>
                            <a:ext uri="{FF2B5EF4-FFF2-40B4-BE49-F238E27FC236}">
                              <a16:creationId xmlns:a16="http://schemas.microsoft.com/office/drawing/2014/main" xmlns="" id="{8F111D4C-3D1A-E950-04D5-FF2EDD05ED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3" y="3263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4" name="Group 1843">
              <a:extLst>
                <a:ext uri="{FF2B5EF4-FFF2-40B4-BE49-F238E27FC236}">
                  <a16:creationId xmlns:a16="http://schemas.microsoft.com/office/drawing/2014/main" xmlns="" id="{B1B85283-B7C9-469B-8C7C-BB6D9B5D82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5" y="3342"/>
              <a:ext cx="172" cy="215"/>
              <a:chOff x="2870" y="1518"/>
              <a:chExt cx="292" cy="320"/>
            </a:xfrm>
          </p:grpSpPr>
          <p:graphicFrame>
            <p:nvGraphicFramePr>
              <p:cNvPr id="26981" name="Object 1844">
                <a:extLst>
                  <a:ext uri="{FF2B5EF4-FFF2-40B4-BE49-F238E27FC236}">
                    <a16:creationId xmlns:a16="http://schemas.microsoft.com/office/drawing/2014/main" xmlns="" id="{B093361C-A4C9-01B7-4A3A-262239E53BB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4" name="Clip" r:id="rId18" imgW="826829" imgH="840406" progId="">
                      <p:embed/>
                    </p:oleObj>
                  </mc:Choice>
                  <mc:Fallback>
                    <p:oleObj name="Clip" r:id="rId18" imgW="826829" imgH="840406" progId="">
                      <p:embed/>
                      <p:pic>
                        <p:nvPicPr>
                          <p:cNvPr id="26725" name="Object 1844">
                            <a:extLst>
                              <a:ext uri="{FF2B5EF4-FFF2-40B4-BE49-F238E27FC236}">
                                <a16:creationId xmlns:a16="http://schemas.microsoft.com/office/drawing/2014/main" xmlns="" id="{392A6E2E-0E4E-2036-6BAD-FD0A7F0CFA4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982" name="Object 1845">
                <a:extLst>
                  <a:ext uri="{FF2B5EF4-FFF2-40B4-BE49-F238E27FC236}">
                    <a16:creationId xmlns:a16="http://schemas.microsoft.com/office/drawing/2014/main" xmlns="" id="{11BA8D04-6036-3C68-DCB2-E2224D8605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5" name="Clip" r:id="rId19" imgW="1268295" imgH="1199426" progId="">
                      <p:embed/>
                    </p:oleObj>
                  </mc:Choice>
                  <mc:Fallback>
                    <p:oleObj name="Clip" r:id="rId19" imgW="1268295" imgH="1199426" progId="">
                      <p:embed/>
                      <p:pic>
                        <p:nvPicPr>
                          <p:cNvPr id="26726" name="Object 1845">
                            <a:extLst>
                              <a:ext uri="{FF2B5EF4-FFF2-40B4-BE49-F238E27FC236}">
                                <a16:creationId xmlns:a16="http://schemas.microsoft.com/office/drawing/2014/main" xmlns="" id="{979028F6-18D1-86C0-03E0-7F45FDB9C76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5" name="Group 1846">
              <a:extLst>
                <a:ext uri="{FF2B5EF4-FFF2-40B4-BE49-F238E27FC236}">
                  <a16:creationId xmlns:a16="http://schemas.microsoft.com/office/drawing/2014/main" xmlns="" id="{61457DD6-75FB-B15A-3A31-9A2469B87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1" y="3374"/>
              <a:ext cx="220" cy="203"/>
              <a:chOff x="2870" y="1518"/>
              <a:chExt cx="292" cy="320"/>
            </a:xfrm>
          </p:grpSpPr>
          <p:graphicFrame>
            <p:nvGraphicFramePr>
              <p:cNvPr id="26979" name="Object 1847">
                <a:extLst>
                  <a:ext uri="{FF2B5EF4-FFF2-40B4-BE49-F238E27FC236}">
                    <a16:creationId xmlns:a16="http://schemas.microsoft.com/office/drawing/2014/main" xmlns="" id="{D325C555-7F2B-B336-F54A-79636247BF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6" name="Clip" r:id="rId20" imgW="826829" imgH="840406" progId="">
                      <p:embed/>
                    </p:oleObj>
                  </mc:Choice>
                  <mc:Fallback>
                    <p:oleObj name="Clip" r:id="rId20" imgW="826829" imgH="840406" progId="">
                      <p:embed/>
                      <p:pic>
                        <p:nvPicPr>
                          <p:cNvPr id="26723" name="Object 1847">
                            <a:extLst>
                              <a:ext uri="{FF2B5EF4-FFF2-40B4-BE49-F238E27FC236}">
                                <a16:creationId xmlns:a16="http://schemas.microsoft.com/office/drawing/2014/main" xmlns="" id="{D37D3DB0-3474-950D-A85B-B784C06FCD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980" name="Object 1848">
                <a:extLst>
                  <a:ext uri="{FF2B5EF4-FFF2-40B4-BE49-F238E27FC236}">
                    <a16:creationId xmlns:a16="http://schemas.microsoft.com/office/drawing/2014/main" xmlns="" id="{51BAD1D3-ADCC-3AE1-6B26-0BFC1D53E85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7" name="Clip" r:id="rId21" imgW="1268295" imgH="1199426" progId="">
                      <p:embed/>
                    </p:oleObj>
                  </mc:Choice>
                  <mc:Fallback>
                    <p:oleObj name="Clip" r:id="rId21" imgW="1268295" imgH="1199426" progId="">
                      <p:embed/>
                      <p:pic>
                        <p:nvPicPr>
                          <p:cNvPr id="26724" name="Object 1848">
                            <a:extLst>
                              <a:ext uri="{FF2B5EF4-FFF2-40B4-BE49-F238E27FC236}">
                                <a16:creationId xmlns:a16="http://schemas.microsoft.com/office/drawing/2014/main" xmlns="" id="{E1F89FD1-2C28-74E7-39D3-0748DBFEB81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6" name="Group 1849">
              <a:extLst>
                <a:ext uri="{FF2B5EF4-FFF2-40B4-BE49-F238E27FC236}">
                  <a16:creationId xmlns:a16="http://schemas.microsoft.com/office/drawing/2014/main" xmlns="" id="{8949A478-91B5-8FFB-AE7A-77165B3033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0" y="3130"/>
              <a:ext cx="183" cy="255"/>
              <a:chOff x="2556" y="2689"/>
              <a:chExt cx="183" cy="255"/>
            </a:xfrm>
          </p:grpSpPr>
          <p:pic>
            <p:nvPicPr>
              <p:cNvPr id="26962" name="Picture 1850" descr="31u_bnrz[1]">
                <a:extLst>
                  <a:ext uri="{FF2B5EF4-FFF2-40B4-BE49-F238E27FC236}">
                    <a16:creationId xmlns:a16="http://schemas.microsoft.com/office/drawing/2014/main" xmlns="" id="{C69F7AFE-8B72-C639-4BAF-777266E3F3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9" y="2770"/>
                <a:ext cx="12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963" name="Freeform 1851">
                <a:extLst>
                  <a:ext uri="{FF2B5EF4-FFF2-40B4-BE49-F238E27FC236}">
                    <a16:creationId xmlns:a16="http://schemas.microsoft.com/office/drawing/2014/main" xmlns="" id="{C3A67A93-C74A-CA62-A92C-6688C9655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5" y="2702"/>
                <a:ext cx="33" cy="39"/>
              </a:xfrm>
              <a:custGeom>
                <a:avLst/>
                <a:gdLst>
                  <a:gd name="T0" fmla="*/ 0 w 199"/>
                  <a:gd name="T1" fmla="*/ 0 h 232"/>
                  <a:gd name="T2" fmla="*/ 0 w 199"/>
                  <a:gd name="T3" fmla="*/ 0 h 232"/>
                  <a:gd name="T4" fmla="*/ 0 w 199"/>
                  <a:gd name="T5" fmla="*/ 0 h 232"/>
                  <a:gd name="T6" fmla="*/ 0 w 199"/>
                  <a:gd name="T7" fmla="*/ 0 h 232"/>
                  <a:gd name="T8" fmla="*/ 0 w 199"/>
                  <a:gd name="T9" fmla="*/ 0 h 232"/>
                  <a:gd name="T10" fmla="*/ 0 w 199"/>
                  <a:gd name="T11" fmla="*/ 0 h 232"/>
                  <a:gd name="T12" fmla="*/ 0 w 199"/>
                  <a:gd name="T13" fmla="*/ 0 h 232"/>
                  <a:gd name="T14" fmla="*/ 0 w 199"/>
                  <a:gd name="T15" fmla="*/ 0 h 232"/>
                  <a:gd name="T16" fmla="*/ 0 w 199"/>
                  <a:gd name="T17" fmla="*/ 0 h 232"/>
                  <a:gd name="T18" fmla="*/ 0 w 199"/>
                  <a:gd name="T19" fmla="*/ 0 h 232"/>
                  <a:gd name="T20" fmla="*/ 0 w 199"/>
                  <a:gd name="T21" fmla="*/ 0 h 232"/>
                  <a:gd name="T22" fmla="*/ 0 w 199"/>
                  <a:gd name="T23" fmla="*/ 0 h 232"/>
                  <a:gd name="T24" fmla="*/ 0 w 199"/>
                  <a:gd name="T25" fmla="*/ 0 h 232"/>
                  <a:gd name="T26" fmla="*/ 0 w 199"/>
                  <a:gd name="T27" fmla="*/ 0 h 232"/>
                  <a:gd name="T28" fmla="*/ 0 w 199"/>
                  <a:gd name="T29" fmla="*/ 0 h 232"/>
                  <a:gd name="T30" fmla="*/ 0 w 199"/>
                  <a:gd name="T31" fmla="*/ 0 h 232"/>
                  <a:gd name="T32" fmla="*/ 0 w 199"/>
                  <a:gd name="T33" fmla="*/ 0 h 232"/>
                  <a:gd name="T34" fmla="*/ 0 w 199"/>
                  <a:gd name="T35" fmla="*/ 0 h 232"/>
                  <a:gd name="T36" fmla="*/ 0 w 199"/>
                  <a:gd name="T37" fmla="*/ 0 h 232"/>
                  <a:gd name="T38" fmla="*/ 0 w 199"/>
                  <a:gd name="T39" fmla="*/ 0 h 232"/>
                  <a:gd name="T40" fmla="*/ 0 w 199"/>
                  <a:gd name="T41" fmla="*/ 0 h 232"/>
                  <a:gd name="T42" fmla="*/ 0 w 199"/>
                  <a:gd name="T43" fmla="*/ 0 h 232"/>
                  <a:gd name="T44" fmla="*/ 0 w 199"/>
                  <a:gd name="T45" fmla="*/ 0 h 232"/>
                  <a:gd name="T46" fmla="*/ 0 w 199"/>
                  <a:gd name="T47" fmla="*/ 0 h 232"/>
                  <a:gd name="T48" fmla="*/ 0 w 199"/>
                  <a:gd name="T49" fmla="*/ 0 h 232"/>
                  <a:gd name="T50" fmla="*/ 0 w 199"/>
                  <a:gd name="T51" fmla="*/ 0 h 232"/>
                  <a:gd name="T52" fmla="*/ 0 w 199"/>
                  <a:gd name="T53" fmla="*/ 0 h 232"/>
                  <a:gd name="T54" fmla="*/ 0 w 199"/>
                  <a:gd name="T55" fmla="*/ 0 h 232"/>
                  <a:gd name="T56" fmla="*/ 0 w 199"/>
                  <a:gd name="T57" fmla="*/ 0 h 232"/>
                  <a:gd name="T58" fmla="*/ 0 w 199"/>
                  <a:gd name="T59" fmla="*/ 0 h 232"/>
                  <a:gd name="T60" fmla="*/ 0 w 199"/>
                  <a:gd name="T61" fmla="*/ 0 h 232"/>
                  <a:gd name="T62" fmla="*/ 0 w 199"/>
                  <a:gd name="T63" fmla="*/ 0 h 232"/>
                  <a:gd name="T64" fmla="*/ 0 w 199"/>
                  <a:gd name="T65" fmla="*/ 0 h 232"/>
                  <a:gd name="T66" fmla="*/ 0 w 199"/>
                  <a:gd name="T67" fmla="*/ 0 h 232"/>
                  <a:gd name="T68" fmla="*/ 0 w 199"/>
                  <a:gd name="T69" fmla="*/ 0 h 232"/>
                  <a:gd name="T70" fmla="*/ 0 w 199"/>
                  <a:gd name="T71" fmla="*/ 0 h 232"/>
                  <a:gd name="T72" fmla="*/ 0 w 199"/>
                  <a:gd name="T73" fmla="*/ 0 h 232"/>
                  <a:gd name="T74" fmla="*/ 0 w 199"/>
                  <a:gd name="T75" fmla="*/ 0 h 232"/>
                  <a:gd name="T76" fmla="*/ 0 w 199"/>
                  <a:gd name="T77" fmla="*/ 0 h 232"/>
                  <a:gd name="T78" fmla="*/ 0 w 199"/>
                  <a:gd name="T79" fmla="*/ 0 h 232"/>
                  <a:gd name="T80" fmla="*/ 0 w 199"/>
                  <a:gd name="T81" fmla="*/ 0 h 232"/>
                  <a:gd name="T82" fmla="*/ 0 w 199"/>
                  <a:gd name="T83" fmla="*/ 0 h 232"/>
                  <a:gd name="T84" fmla="*/ 0 w 199"/>
                  <a:gd name="T85" fmla="*/ 0 h 232"/>
                  <a:gd name="T86" fmla="*/ 0 w 199"/>
                  <a:gd name="T87" fmla="*/ 0 h 232"/>
                  <a:gd name="T88" fmla="*/ 0 w 199"/>
                  <a:gd name="T89" fmla="*/ 0 h 232"/>
                  <a:gd name="T90" fmla="*/ 0 w 199"/>
                  <a:gd name="T91" fmla="*/ 0 h 232"/>
                  <a:gd name="T92" fmla="*/ 0 w 199"/>
                  <a:gd name="T93" fmla="*/ 0 h 232"/>
                  <a:gd name="T94" fmla="*/ 0 w 199"/>
                  <a:gd name="T95" fmla="*/ 0 h 232"/>
                  <a:gd name="T96" fmla="*/ 0 w 199"/>
                  <a:gd name="T97" fmla="*/ 0 h 23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199"/>
                  <a:gd name="T148" fmla="*/ 0 h 232"/>
                  <a:gd name="T149" fmla="*/ 199 w 199"/>
                  <a:gd name="T150" fmla="*/ 232 h 232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199" h="232">
                    <a:moveTo>
                      <a:pt x="70" y="29"/>
                    </a:moveTo>
                    <a:lnTo>
                      <a:pt x="55" y="39"/>
                    </a:lnTo>
                    <a:lnTo>
                      <a:pt x="42" y="50"/>
                    </a:lnTo>
                    <a:lnTo>
                      <a:pt x="30" y="63"/>
                    </a:lnTo>
                    <a:lnTo>
                      <a:pt x="20" y="77"/>
                    </a:lnTo>
                    <a:lnTo>
                      <a:pt x="12" y="91"/>
                    </a:lnTo>
                    <a:lnTo>
                      <a:pt x="6" y="108"/>
                    </a:lnTo>
                    <a:lnTo>
                      <a:pt x="2" y="125"/>
                    </a:lnTo>
                    <a:lnTo>
                      <a:pt x="0" y="142"/>
                    </a:lnTo>
                    <a:lnTo>
                      <a:pt x="2" y="166"/>
                    </a:lnTo>
                    <a:lnTo>
                      <a:pt x="12" y="186"/>
                    </a:lnTo>
                    <a:lnTo>
                      <a:pt x="26" y="203"/>
                    </a:lnTo>
                    <a:lnTo>
                      <a:pt x="45" y="216"/>
                    </a:lnTo>
                    <a:lnTo>
                      <a:pt x="66" y="226"/>
                    </a:lnTo>
                    <a:lnTo>
                      <a:pt x="88" y="230"/>
                    </a:lnTo>
                    <a:lnTo>
                      <a:pt x="111" y="232"/>
                    </a:lnTo>
                    <a:lnTo>
                      <a:pt x="134" y="228"/>
                    </a:lnTo>
                    <a:lnTo>
                      <a:pt x="138" y="228"/>
                    </a:lnTo>
                    <a:lnTo>
                      <a:pt x="143" y="226"/>
                    </a:lnTo>
                    <a:lnTo>
                      <a:pt x="147" y="222"/>
                    </a:lnTo>
                    <a:lnTo>
                      <a:pt x="148" y="218"/>
                    </a:lnTo>
                    <a:lnTo>
                      <a:pt x="145" y="212"/>
                    </a:lnTo>
                    <a:lnTo>
                      <a:pt x="141" y="207"/>
                    </a:lnTo>
                    <a:lnTo>
                      <a:pt x="135" y="203"/>
                    </a:lnTo>
                    <a:lnTo>
                      <a:pt x="129" y="201"/>
                    </a:lnTo>
                    <a:lnTo>
                      <a:pt x="117" y="197"/>
                    </a:lnTo>
                    <a:lnTo>
                      <a:pt x="105" y="195"/>
                    </a:lnTo>
                    <a:lnTo>
                      <a:pt x="94" y="193"/>
                    </a:lnTo>
                    <a:lnTo>
                      <a:pt x="83" y="190"/>
                    </a:lnTo>
                    <a:lnTo>
                      <a:pt x="73" y="187"/>
                    </a:lnTo>
                    <a:lnTo>
                      <a:pt x="62" y="182"/>
                    </a:lnTo>
                    <a:lnTo>
                      <a:pt x="53" y="176"/>
                    </a:lnTo>
                    <a:lnTo>
                      <a:pt x="43" y="167"/>
                    </a:lnTo>
                    <a:lnTo>
                      <a:pt x="40" y="128"/>
                    </a:lnTo>
                    <a:lnTo>
                      <a:pt x="49" y="96"/>
                    </a:lnTo>
                    <a:lnTo>
                      <a:pt x="68" y="71"/>
                    </a:lnTo>
                    <a:lnTo>
                      <a:pt x="94" y="50"/>
                    </a:lnTo>
                    <a:lnTo>
                      <a:pt x="122" y="34"/>
                    </a:lnTo>
                    <a:lnTo>
                      <a:pt x="151" y="21"/>
                    </a:lnTo>
                    <a:lnTo>
                      <a:pt x="178" y="12"/>
                    </a:lnTo>
                    <a:lnTo>
                      <a:pt x="199" y="4"/>
                    </a:lnTo>
                    <a:lnTo>
                      <a:pt x="186" y="1"/>
                    </a:lnTo>
                    <a:lnTo>
                      <a:pt x="172" y="0"/>
                    </a:lnTo>
                    <a:lnTo>
                      <a:pt x="156" y="2"/>
                    </a:lnTo>
                    <a:lnTo>
                      <a:pt x="138" y="4"/>
                    </a:lnTo>
                    <a:lnTo>
                      <a:pt x="121" y="10"/>
                    </a:lnTo>
                    <a:lnTo>
                      <a:pt x="103" y="16"/>
                    </a:lnTo>
                    <a:lnTo>
                      <a:pt x="86" y="23"/>
                    </a:lnTo>
                    <a:lnTo>
                      <a:pt x="70" y="2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4" name="Freeform 1852">
                <a:extLst>
                  <a:ext uri="{FF2B5EF4-FFF2-40B4-BE49-F238E27FC236}">
                    <a16:creationId xmlns:a16="http://schemas.microsoft.com/office/drawing/2014/main" xmlns="" id="{326B0225-74F2-9FBE-B565-35D8765D4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701"/>
                <a:ext cx="22" cy="30"/>
              </a:xfrm>
              <a:custGeom>
                <a:avLst/>
                <a:gdLst>
                  <a:gd name="T0" fmla="*/ 0 w 128"/>
                  <a:gd name="T1" fmla="*/ 0 h 180"/>
                  <a:gd name="T2" fmla="*/ 0 w 128"/>
                  <a:gd name="T3" fmla="*/ 0 h 180"/>
                  <a:gd name="T4" fmla="*/ 0 w 128"/>
                  <a:gd name="T5" fmla="*/ 0 h 180"/>
                  <a:gd name="T6" fmla="*/ 0 w 128"/>
                  <a:gd name="T7" fmla="*/ 0 h 180"/>
                  <a:gd name="T8" fmla="*/ 0 w 128"/>
                  <a:gd name="T9" fmla="*/ 0 h 180"/>
                  <a:gd name="T10" fmla="*/ 0 w 128"/>
                  <a:gd name="T11" fmla="*/ 0 h 180"/>
                  <a:gd name="T12" fmla="*/ 0 w 128"/>
                  <a:gd name="T13" fmla="*/ 0 h 180"/>
                  <a:gd name="T14" fmla="*/ 0 w 128"/>
                  <a:gd name="T15" fmla="*/ 0 h 180"/>
                  <a:gd name="T16" fmla="*/ 0 w 128"/>
                  <a:gd name="T17" fmla="*/ 0 h 180"/>
                  <a:gd name="T18" fmla="*/ 0 w 128"/>
                  <a:gd name="T19" fmla="*/ 0 h 180"/>
                  <a:gd name="T20" fmla="*/ 0 w 128"/>
                  <a:gd name="T21" fmla="*/ 0 h 180"/>
                  <a:gd name="T22" fmla="*/ 0 w 128"/>
                  <a:gd name="T23" fmla="*/ 0 h 180"/>
                  <a:gd name="T24" fmla="*/ 0 w 128"/>
                  <a:gd name="T25" fmla="*/ 0 h 180"/>
                  <a:gd name="T26" fmla="*/ 0 w 128"/>
                  <a:gd name="T27" fmla="*/ 0 h 180"/>
                  <a:gd name="T28" fmla="*/ 0 w 128"/>
                  <a:gd name="T29" fmla="*/ 0 h 180"/>
                  <a:gd name="T30" fmla="*/ 0 w 128"/>
                  <a:gd name="T31" fmla="*/ 0 h 180"/>
                  <a:gd name="T32" fmla="*/ 0 w 128"/>
                  <a:gd name="T33" fmla="*/ 0 h 180"/>
                  <a:gd name="T34" fmla="*/ 0 w 128"/>
                  <a:gd name="T35" fmla="*/ 0 h 180"/>
                  <a:gd name="T36" fmla="*/ 0 w 128"/>
                  <a:gd name="T37" fmla="*/ 0 h 180"/>
                  <a:gd name="T38" fmla="*/ 0 w 128"/>
                  <a:gd name="T39" fmla="*/ 0 h 180"/>
                  <a:gd name="T40" fmla="*/ 0 w 128"/>
                  <a:gd name="T41" fmla="*/ 0 h 180"/>
                  <a:gd name="T42" fmla="*/ 0 w 128"/>
                  <a:gd name="T43" fmla="*/ 0 h 180"/>
                  <a:gd name="T44" fmla="*/ 0 w 128"/>
                  <a:gd name="T45" fmla="*/ 0 h 180"/>
                  <a:gd name="T46" fmla="*/ 0 w 128"/>
                  <a:gd name="T47" fmla="*/ 0 h 180"/>
                  <a:gd name="T48" fmla="*/ 0 w 128"/>
                  <a:gd name="T49" fmla="*/ 0 h 180"/>
                  <a:gd name="T50" fmla="*/ 0 w 128"/>
                  <a:gd name="T51" fmla="*/ 0 h 180"/>
                  <a:gd name="T52" fmla="*/ 0 w 128"/>
                  <a:gd name="T53" fmla="*/ 0 h 180"/>
                  <a:gd name="T54" fmla="*/ 0 w 128"/>
                  <a:gd name="T55" fmla="*/ 0 h 180"/>
                  <a:gd name="T56" fmla="*/ 0 w 128"/>
                  <a:gd name="T57" fmla="*/ 0 h 180"/>
                  <a:gd name="T58" fmla="*/ 0 w 128"/>
                  <a:gd name="T59" fmla="*/ 0 h 180"/>
                  <a:gd name="T60" fmla="*/ 0 w 128"/>
                  <a:gd name="T61" fmla="*/ 0 h 180"/>
                  <a:gd name="T62" fmla="*/ 0 w 128"/>
                  <a:gd name="T63" fmla="*/ 0 h 180"/>
                  <a:gd name="T64" fmla="*/ 0 w 128"/>
                  <a:gd name="T65" fmla="*/ 0 h 180"/>
                  <a:gd name="T66" fmla="*/ 0 w 128"/>
                  <a:gd name="T67" fmla="*/ 0 h 180"/>
                  <a:gd name="T68" fmla="*/ 0 w 128"/>
                  <a:gd name="T69" fmla="*/ 0 h 180"/>
                  <a:gd name="T70" fmla="*/ 0 w 128"/>
                  <a:gd name="T71" fmla="*/ 0 h 180"/>
                  <a:gd name="T72" fmla="*/ 0 w 128"/>
                  <a:gd name="T73" fmla="*/ 0 h 180"/>
                  <a:gd name="T74" fmla="*/ 0 w 128"/>
                  <a:gd name="T75" fmla="*/ 0 h 180"/>
                  <a:gd name="T76" fmla="*/ 0 w 128"/>
                  <a:gd name="T77" fmla="*/ 0 h 180"/>
                  <a:gd name="T78" fmla="*/ 0 w 128"/>
                  <a:gd name="T79" fmla="*/ 0 h 180"/>
                  <a:gd name="T80" fmla="*/ 0 w 128"/>
                  <a:gd name="T81" fmla="*/ 0 h 18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0"/>
                  <a:gd name="T125" fmla="*/ 128 w 128"/>
                  <a:gd name="T126" fmla="*/ 180 h 18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0">
                    <a:moveTo>
                      <a:pt x="108" y="59"/>
                    </a:moveTo>
                    <a:lnTo>
                      <a:pt x="113" y="77"/>
                    </a:lnTo>
                    <a:lnTo>
                      <a:pt x="111" y="94"/>
                    </a:lnTo>
                    <a:lnTo>
                      <a:pt x="103" y="108"/>
                    </a:lnTo>
                    <a:lnTo>
                      <a:pt x="91" y="121"/>
                    </a:lnTo>
                    <a:lnTo>
                      <a:pt x="77" y="132"/>
                    </a:lnTo>
                    <a:lnTo>
                      <a:pt x="61" y="144"/>
                    </a:lnTo>
                    <a:lnTo>
                      <a:pt x="45" y="154"/>
                    </a:lnTo>
                    <a:lnTo>
                      <a:pt x="30" y="164"/>
                    </a:lnTo>
                    <a:lnTo>
                      <a:pt x="28" y="168"/>
                    </a:lnTo>
                    <a:lnTo>
                      <a:pt x="27" y="170"/>
                    </a:lnTo>
                    <a:lnTo>
                      <a:pt x="27" y="174"/>
                    </a:lnTo>
                    <a:lnTo>
                      <a:pt x="28" y="177"/>
                    </a:lnTo>
                    <a:lnTo>
                      <a:pt x="32" y="179"/>
                    </a:lnTo>
                    <a:lnTo>
                      <a:pt x="35" y="180"/>
                    </a:lnTo>
                    <a:lnTo>
                      <a:pt x="37" y="180"/>
                    </a:lnTo>
                    <a:lnTo>
                      <a:pt x="41" y="179"/>
                    </a:lnTo>
                    <a:lnTo>
                      <a:pt x="60" y="169"/>
                    </a:lnTo>
                    <a:lnTo>
                      <a:pt x="77" y="158"/>
                    </a:lnTo>
                    <a:lnTo>
                      <a:pt x="94" y="145"/>
                    </a:lnTo>
                    <a:lnTo>
                      <a:pt x="109" y="130"/>
                    </a:lnTo>
                    <a:lnTo>
                      <a:pt x="120" y="114"/>
                    </a:lnTo>
                    <a:lnTo>
                      <a:pt x="127" y="95"/>
                    </a:lnTo>
                    <a:lnTo>
                      <a:pt x="128" y="76"/>
                    </a:lnTo>
                    <a:lnTo>
                      <a:pt x="123" y="55"/>
                    </a:lnTo>
                    <a:lnTo>
                      <a:pt x="113" y="39"/>
                    </a:lnTo>
                    <a:lnTo>
                      <a:pt x="97" y="25"/>
                    </a:lnTo>
                    <a:lnTo>
                      <a:pt x="79" y="15"/>
                    </a:lnTo>
                    <a:lnTo>
                      <a:pt x="57" y="7"/>
                    </a:lnTo>
                    <a:lnTo>
                      <a:pt x="36" y="2"/>
                    </a:lnTo>
                    <a:lnTo>
                      <a:pt x="19" y="0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14" y="9"/>
                    </a:lnTo>
                    <a:lnTo>
                      <a:pt x="29" y="14"/>
                    </a:lnTo>
                    <a:lnTo>
                      <a:pt x="46" y="19"/>
                    </a:lnTo>
                    <a:lnTo>
                      <a:pt x="61" y="23"/>
                    </a:lnTo>
                    <a:lnTo>
                      <a:pt x="76" y="29"/>
                    </a:lnTo>
                    <a:lnTo>
                      <a:pt x="89" y="37"/>
                    </a:lnTo>
                    <a:lnTo>
                      <a:pt x="100" y="46"/>
                    </a:lnTo>
                    <a:lnTo>
                      <a:pt x="108" y="5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5" name="Freeform 1853">
                <a:extLst>
                  <a:ext uri="{FF2B5EF4-FFF2-40B4-BE49-F238E27FC236}">
                    <a16:creationId xmlns:a16="http://schemas.microsoft.com/office/drawing/2014/main" xmlns="" id="{4ED87294-A914-BCF9-A8C5-35A6D0A58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4" y="2694"/>
                <a:ext cx="54" cy="63"/>
              </a:xfrm>
              <a:custGeom>
                <a:avLst/>
                <a:gdLst>
                  <a:gd name="T0" fmla="*/ 0 w 322"/>
                  <a:gd name="T1" fmla="*/ 0 h 378"/>
                  <a:gd name="T2" fmla="*/ 0 w 322"/>
                  <a:gd name="T3" fmla="*/ 0 h 378"/>
                  <a:gd name="T4" fmla="*/ 0 w 322"/>
                  <a:gd name="T5" fmla="*/ 0 h 378"/>
                  <a:gd name="T6" fmla="*/ 0 w 322"/>
                  <a:gd name="T7" fmla="*/ 0 h 378"/>
                  <a:gd name="T8" fmla="*/ 0 w 322"/>
                  <a:gd name="T9" fmla="*/ 0 h 378"/>
                  <a:gd name="T10" fmla="*/ 0 w 322"/>
                  <a:gd name="T11" fmla="*/ 0 h 378"/>
                  <a:gd name="T12" fmla="*/ 0 w 322"/>
                  <a:gd name="T13" fmla="*/ 0 h 378"/>
                  <a:gd name="T14" fmla="*/ 0 w 322"/>
                  <a:gd name="T15" fmla="*/ 0 h 378"/>
                  <a:gd name="T16" fmla="*/ 0 w 322"/>
                  <a:gd name="T17" fmla="*/ 0 h 378"/>
                  <a:gd name="T18" fmla="*/ 0 w 322"/>
                  <a:gd name="T19" fmla="*/ 0 h 378"/>
                  <a:gd name="T20" fmla="*/ 0 w 322"/>
                  <a:gd name="T21" fmla="*/ 0 h 378"/>
                  <a:gd name="T22" fmla="*/ 0 w 322"/>
                  <a:gd name="T23" fmla="*/ 0 h 378"/>
                  <a:gd name="T24" fmla="*/ 0 w 322"/>
                  <a:gd name="T25" fmla="*/ 0 h 378"/>
                  <a:gd name="T26" fmla="*/ 0 w 322"/>
                  <a:gd name="T27" fmla="*/ 0 h 378"/>
                  <a:gd name="T28" fmla="*/ 0 w 322"/>
                  <a:gd name="T29" fmla="*/ 0 h 378"/>
                  <a:gd name="T30" fmla="*/ 0 w 322"/>
                  <a:gd name="T31" fmla="*/ 0 h 378"/>
                  <a:gd name="T32" fmla="*/ 0 w 322"/>
                  <a:gd name="T33" fmla="*/ 0 h 378"/>
                  <a:gd name="T34" fmla="*/ 0 w 322"/>
                  <a:gd name="T35" fmla="*/ 0 h 378"/>
                  <a:gd name="T36" fmla="*/ 0 w 322"/>
                  <a:gd name="T37" fmla="*/ 0 h 378"/>
                  <a:gd name="T38" fmla="*/ 0 w 322"/>
                  <a:gd name="T39" fmla="*/ 0 h 378"/>
                  <a:gd name="T40" fmla="*/ 0 w 322"/>
                  <a:gd name="T41" fmla="*/ 0 h 378"/>
                  <a:gd name="T42" fmla="*/ 0 w 322"/>
                  <a:gd name="T43" fmla="*/ 0 h 378"/>
                  <a:gd name="T44" fmla="*/ 0 w 322"/>
                  <a:gd name="T45" fmla="*/ 0 h 378"/>
                  <a:gd name="T46" fmla="*/ 0 w 322"/>
                  <a:gd name="T47" fmla="*/ 0 h 378"/>
                  <a:gd name="T48" fmla="*/ 0 w 322"/>
                  <a:gd name="T49" fmla="*/ 0 h 378"/>
                  <a:gd name="T50" fmla="*/ 0 w 322"/>
                  <a:gd name="T51" fmla="*/ 0 h 378"/>
                  <a:gd name="T52" fmla="*/ 0 w 322"/>
                  <a:gd name="T53" fmla="*/ 0 h 378"/>
                  <a:gd name="T54" fmla="*/ 0 w 322"/>
                  <a:gd name="T55" fmla="*/ 0 h 378"/>
                  <a:gd name="T56" fmla="*/ 0 w 322"/>
                  <a:gd name="T57" fmla="*/ 0 h 378"/>
                  <a:gd name="T58" fmla="*/ 0 w 322"/>
                  <a:gd name="T59" fmla="*/ 0 h 378"/>
                  <a:gd name="T60" fmla="*/ 0 w 322"/>
                  <a:gd name="T61" fmla="*/ 0 h 378"/>
                  <a:gd name="T62" fmla="*/ 0 w 322"/>
                  <a:gd name="T63" fmla="*/ 0 h 378"/>
                  <a:gd name="T64" fmla="*/ 0 w 322"/>
                  <a:gd name="T65" fmla="*/ 0 h 378"/>
                  <a:gd name="T66" fmla="*/ 0 w 322"/>
                  <a:gd name="T67" fmla="*/ 0 h 378"/>
                  <a:gd name="T68" fmla="*/ 0 w 322"/>
                  <a:gd name="T69" fmla="*/ 0 h 378"/>
                  <a:gd name="T70" fmla="*/ 0 w 322"/>
                  <a:gd name="T71" fmla="*/ 0 h 378"/>
                  <a:gd name="T72" fmla="*/ 0 w 322"/>
                  <a:gd name="T73" fmla="*/ 0 h 378"/>
                  <a:gd name="T74" fmla="*/ 0 w 322"/>
                  <a:gd name="T75" fmla="*/ 0 h 378"/>
                  <a:gd name="T76" fmla="*/ 0 w 322"/>
                  <a:gd name="T77" fmla="*/ 0 h 378"/>
                  <a:gd name="T78" fmla="*/ 0 w 322"/>
                  <a:gd name="T79" fmla="*/ 0 h 378"/>
                  <a:gd name="T80" fmla="*/ 0 w 322"/>
                  <a:gd name="T81" fmla="*/ 0 h 378"/>
                  <a:gd name="T82" fmla="*/ 0 w 322"/>
                  <a:gd name="T83" fmla="*/ 0 h 378"/>
                  <a:gd name="T84" fmla="*/ 0 w 322"/>
                  <a:gd name="T85" fmla="*/ 0 h 378"/>
                  <a:gd name="T86" fmla="*/ 0 w 322"/>
                  <a:gd name="T87" fmla="*/ 0 h 37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2"/>
                  <a:gd name="T133" fmla="*/ 0 h 378"/>
                  <a:gd name="T134" fmla="*/ 322 w 322"/>
                  <a:gd name="T135" fmla="*/ 378 h 37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2" h="378">
                    <a:moveTo>
                      <a:pt x="125" y="49"/>
                    </a:moveTo>
                    <a:lnTo>
                      <a:pt x="100" y="70"/>
                    </a:lnTo>
                    <a:lnTo>
                      <a:pt x="76" y="90"/>
                    </a:lnTo>
                    <a:lnTo>
                      <a:pt x="53" y="115"/>
                    </a:lnTo>
                    <a:lnTo>
                      <a:pt x="34" y="140"/>
                    </a:lnTo>
                    <a:lnTo>
                      <a:pt x="17" y="166"/>
                    </a:lnTo>
                    <a:lnTo>
                      <a:pt x="5" y="195"/>
                    </a:lnTo>
                    <a:lnTo>
                      <a:pt x="0" y="226"/>
                    </a:lnTo>
                    <a:lnTo>
                      <a:pt x="1" y="258"/>
                    </a:lnTo>
                    <a:lnTo>
                      <a:pt x="3" y="266"/>
                    </a:lnTo>
                    <a:lnTo>
                      <a:pt x="5" y="275"/>
                    </a:lnTo>
                    <a:lnTo>
                      <a:pt x="9" y="282"/>
                    </a:lnTo>
                    <a:lnTo>
                      <a:pt x="14" y="290"/>
                    </a:lnTo>
                    <a:lnTo>
                      <a:pt x="19" y="297"/>
                    </a:lnTo>
                    <a:lnTo>
                      <a:pt x="26" y="304"/>
                    </a:lnTo>
                    <a:lnTo>
                      <a:pt x="32" y="310"/>
                    </a:lnTo>
                    <a:lnTo>
                      <a:pt x="41" y="314"/>
                    </a:lnTo>
                    <a:lnTo>
                      <a:pt x="56" y="324"/>
                    </a:lnTo>
                    <a:lnTo>
                      <a:pt x="71" y="332"/>
                    </a:lnTo>
                    <a:lnTo>
                      <a:pt x="86" y="338"/>
                    </a:lnTo>
                    <a:lnTo>
                      <a:pt x="103" y="344"/>
                    </a:lnTo>
                    <a:lnTo>
                      <a:pt x="119" y="350"/>
                    </a:lnTo>
                    <a:lnTo>
                      <a:pt x="136" y="355"/>
                    </a:lnTo>
                    <a:lnTo>
                      <a:pt x="152" y="359"/>
                    </a:lnTo>
                    <a:lnTo>
                      <a:pt x="168" y="363"/>
                    </a:lnTo>
                    <a:lnTo>
                      <a:pt x="186" y="366"/>
                    </a:lnTo>
                    <a:lnTo>
                      <a:pt x="202" y="368"/>
                    </a:lnTo>
                    <a:lnTo>
                      <a:pt x="220" y="371"/>
                    </a:lnTo>
                    <a:lnTo>
                      <a:pt x="238" y="373"/>
                    </a:lnTo>
                    <a:lnTo>
                      <a:pt x="254" y="374"/>
                    </a:lnTo>
                    <a:lnTo>
                      <a:pt x="272" y="375"/>
                    </a:lnTo>
                    <a:lnTo>
                      <a:pt x="289" y="376"/>
                    </a:lnTo>
                    <a:lnTo>
                      <a:pt x="306" y="378"/>
                    </a:lnTo>
                    <a:lnTo>
                      <a:pt x="311" y="378"/>
                    </a:lnTo>
                    <a:lnTo>
                      <a:pt x="316" y="375"/>
                    </a:lnTo>
                    <a:lnTo>
                      <a:pt x="320" y="371"/>
                    </a:lnTo>
                    <a:lnTo>
                      <a:pt x="322" y="366"/>
                    </a:lnTo>
                    <a:lnTo>
                      <a:pt x="322" y="360"/>
                    </a:lnTo>
                    <a:lnTo>
                      <a:pt x="320" y="356"/>
                    </a:lnTo>
                    <a:lnTo>
                      <a:pt x="315" y="352"/>
                    </a:lnTo>
                    <a:lnTo>
                      <a:pt x="309" y="350"/>
                    </a:lnTo>
                    <a:lnTo>
                      <a:pt x="294" y="347"/>
                    </a:lnTo>
                    <a:lnTo>
                      <a:pt x="279" y="344"/>
                    </a:lnTo>
                    <a:lnTo>
                      <a:pt x="263" y="341"/>
                    </a:lnTo>
                    <a:lnTo>
                      <a:pt x="247" y="338"/>
                    </a:lnTo>
                    <a:lnTo>
                      <a:pt x="232" y="336"/>
                    </a:lnTo>
                    <a:lnTo>
                      <a:pt x="216" y="334"/>
                    </a:lnTo>
                    <a:lnTo>
                      <a:pt x="200" y="332"/>
                    </a:lnTo>
                    <a:lnTo>
                      <a:pt x="185" y="328"/>
                    </a:lnTo>
                    <a:lnTo>
                      <a:pt x="170" y="326"/>
                    </a:lnTo>
                    <a:lnTo>
                      <a:pt x="154" y="322"/>
                    </a:lnTo>
                    <a:lnTo>
                      <a:pt x="139" y="318"/>
                    </a:lnTo>
                    <a:lnTo>
                      <a:pt x="124" y="314"/>
                    </a:lnTo>
                    <a:lnTo>
                      <a:pt x="110" y="309"/>
                    </a:lnTo>
                    <a:lnTo>
                      <a:pt x="94" y="303"/>
                    </a:lnTo>
                    <a:lnTo>
                      <a:pt x="80" y="297"/>
                    </a:lnTo>
                    <a:lnTo>
                      <a:pt x="66" y="289"/>
                    </a:lnTo>
                    <a:lnTo>
                      <a:pt x="55" y="281"/>
                    </a:lnTo>
                    <a:lnTo>
                      <a:pt x="45" y="271"/>
                    </a:lnTo>
                    <a:lnTo>
                      <a:pt x="38" y="259"/>
                    </a:lnTo>
                    <a:lnTo>
                      <a:pt x="35" y="245"/>
                    </a:lnTo>
                    <a:lnTo>
                      <a:pt x="34" y="232"/>
                    </a:lnTo>
                    <a:lnTo>
                      <a:pt x="35" y="216"/>
                    </a:lnTo>
                    <a:lnTo>
                      <a:pt x="38" y="200"/>
                    </a:lnTo>
                    <a:lnTo>
                      <a:pt x="43" y="187"/>
                    </a:lnTo>
                    <a:lnTo>
                      <a:pt x="51" y="170"/>
                    </a:lnTo>
                    <a:lnTo>
                      <a:pt x="60" y="152"/>
                    </a:lnTo>
                    <a:lnTo>
                      <a:pt x="71" y="137"/>
                    </a:lnTo>
                    <a:lnTo>
                      <a:pt x="83" y="124"/>
                    </a:lnTo>
                    <a:lnTo>
                      <a:pt x="94" y="110"/>
                    </a:lnTo>
                    <a:lnTo>
                      <a:pt x="107" y="96"/>
                    </a:lnTo>
                    <a:lnTo>
                      <a:pt x="123" y="82"/>
                    </a:lnTo>
                    <a:lnTo>
                      <a:pt x="138" y="69"/>
                    </a:lnTo>
                    <a:lnTo>
                      <a:pt x="153" y="57"/>
                    </a:lnTo>
                    <a:lnTo>
                      <a:pt x="173" y="47"/>
                    </a:lnTo>
                    <a:lnTo>
                      <a:pt x="195" y="38"/>
                    </a:lnTo>
                    <a:lnTo>
                      <a:pt x="218" y="28"/>
                    </a:lnTo>
                    <a:lnTo>
                      <a:pt x="238" y="20"/>
                    </a:lnTo>
                    <a:lnTo>
                      <a:pt x="254" y="13"/>
                    </a:lnTo>
                    <a:lnTo>
                      <a:pt x="264" y="7"/>
                    </a:lnTo>
                    <a:lnTo>
                      <a:pt x="268" y="2"/>
                    </a:lnTo>
                    <a:lnTo>
                      <a:pt x="256" y="0"/>
                    </a:lnTo>
                    <a:lnTo>
                      <a:pt x="240" y="1"/>
                    </a:lnTo>
                    <a:lnTo>
                      <a:pt x="221" y="4"/>
                    </a:lnTo>
                    <a:lnTo>
                      <a:pt x="201" y="10"/>
                    </a:lnTo>
                    <a:lnTo>
                      <a:pt x="180" y="18"/>
                    </a:lnTo>
                    <a:lnTo>
                      <a:pt x="160" y="27"/>
                    </a:lnTo>
                    <a:lnTo>
                      <a:pt x="141" y="38"/>
                    </a:lnTo>
                    <a:lnTo>
                      <a:pt x="125" y="49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6" name="Freeform 1854">
                <a:extLst>
                  <a:ext uri="{FF2B5EF4-FFF2-40B4-BE49-F238E27FC236}">
                    <a16:creationId xmlns:a16="http://schemas.microsoft.com/office/drawing/2014/main" xmlns="" id="{97A88B2F-73F7-9826-513F-BC6644EB0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2692"/>
                <a:ext cx="47" cy="42"/>
              </a:xfrm>
              <a:custGeom>
                <a:avLst/>
                <a:gdLst>
                  <a:gd name="T0" fmla="*/ 0 w 283"/>
                  <a:gd name="T1" fmla="*/ 0 h 252"/>
                  <a:gd name="T2" fmla="*/ 0 w 283"/>
                  <a:gd name="T3" fmla="*/ 0 h 252"/>
                  <a:gd name="T4" fmla="*/ 0 w 283"/>
                  <a:gd name="T5" fmla="*/ 0 h 252"/>
                  <a:gd name="T6" fmla="*/ 0 w 283"/>
                  <a:gd name="T7" fmla="*/ 0 h 252"/>
                  <a:gd name="T8" fmla="*/ 0 w 283"/>
                  <a:gd name="T9" fmla="*/ 0 h 252"/>
                  <a:gd name="T10" fmla="*/ 0 w 283"/>
                  <a:gd name="T11" fmla="*/ 0 h 252"/>
                  <a:gd name="T12" fmla="*/ 0 w 283"/>
                  <a:gd name="T13" fmla="*/ 0 h 252"/>
                  <a:gd name="T14" fmla="*/ 0 w 283"/>
                  <a:gd name="T15" fmla="*/ 0 h 252"/>
                  <a:gd name="T16" fmla="*/ 0 w 283"/>
                  <a:gd name="T17" fmla="*/ 0 h 252"/>
                  <a:gd name="T18" fmla="*/ 0 w 283"/>
                  <a:gd name="T19" fmla="*/ 0 h 252"/>
                  <a:gd name="T20" fmla="*/ 0 w 283"/>
                  <a:gd name="T21" fmla="*/ 0 h 252"/>
                  <a:gd name="T22" fmla="*/ 0 w 283"/>
                  <a:gd name="T23" fmla="*/ 0 h 252"/>
                  <a:gd name="T24" fmla="*/ 0 w 283"/>
                  <a:gd name="T25" fmla="*/ 0 h 252"/>
                  <a:gd name="T26" fmla="*/ 0 w 283"/>
                  <a:gd name="T27" fmla="*/ 0 h 252"/>
                  <a:gd name="T28" fmla="*/ 0 w 283"/>
                  <a:gd name="T29" fmla="*/ 0 h 252"/>
                  <a:gd name="T30" fmla="*/ 0 w 283"/>
                  <a:gd name="T31" fmla="*/ 0 h 252"/>
                  <a:gd name="T32" fmla="*/ 0 w 283"/>
                  <a:gd name="T33" fmla="*/ 0 h 252"/>
                  <a:gd name="T34" fmla="*/ 0 w 283"/>
                  <a:gd name="T35" fmla="*/ 0 h 252"/>
                  <a:gd name="T36" fmla="*/ 0 w 283"/>
                  <a:gd name="T37" fmla="*/ 0 h 252"/>
                  <a:gd name="T38" fmla="*/ 0 w 283"/>
                  <a:gd name="T39" fmla="*/ 0 h 252"/>
                  <a:gd name="T40" fmla="*/ 0 w 283"/>
                  <a:gd name="T41" fmla="*/ 0 h 252"/>
                  <a:gd name="T42" fmla="*/ 0 w 283"/>
                  <a:gd name="T43" fmla="*/ 0 h 252"/>
                  <a:gd name="T44" fmla="*/ 0 w 283"/>
                  <a:gd name="T45" fmla="*/ 0 h 252"/>
                  <a:gd name="T46" fmla="*/ 0 w 283"/>
                  <a:gd name="T47" fmla="*/ 0 h 252"/>
                  <a:gd name="T48" fmla="*/ 0 w 283"/>
                  <a:gd name="T49" fmla="*/ 0 h 252"/>
                  <a:gd name="T50" fmla="*/ 0 w 283"/>
                  <a:gd name="T51" fmla="*/ 0 h 252"/>
                  <a:gd name="T52" fmla="*/ 0 w 283"/>
                  <a:gd name="T53" fmla="*/ 0 h 252"/>
                  <a:gd name="T54" fmla="*/ 0 w 283"/>
                  <a:gd name="T55" fmla="*/ 0 h 252"/>
                  <a:gd name="T56" fmla="*/ 0 w 283"/>
                  <a:gd name="T57" fmla="*/ 0 h 252"/>
                  <a:gd name="T58" fmla="*/ 0 w 283"/>
                  <a:gd name="T59" fmla="*/ 0 h 252"/>
                  <a:gd name="T60" fmla="*/ 0 w 283"/>
                  <a:gd name="T61" fmla="*/ 0 h 252"/>
                  <a:gd name="T62" fmla="*/ 0 w 283"/>
                  <a:gd name="T63" fmla="*/ 0 h 252"/>
                  <a:gd name="T64" fmla="*/ 0 w 283"/>
                  <a:gd name="T65" fmla="*/ 0 h 252"/>
                  <a:gd name="T66" fmla="*/ 0 w 283"/>
                  <a:gd name="T67" fmla="*/ 0 h 252"/>
                  <a:gd name="T68" fmla="*/ 0 w 283"/>
                  <a:gd name="T69" fmla="*/ 0 h 252"/>
                  <a:gd name="T70" fmla="*/ 0 w 283"/>
                  <a:gd name="T71" fmla="*/ 0 h 252"/>
                  <a:gd name="T72" fmla="*/ 0 w 283"/>
                  <a:gd name="T73" fmla="*/ 0 h 252"/>
                  <a:gd name="T74" fmla="*/ 0 w 283"/>
                  <a:gd name="T75" fmla="*/ 0 h 252"/>
                  <a:gd name="T76" fmla="*/ 0 w 283"/>
                  <a:gd name="T77" fmla="*/ 0 h 252"/>
                  <a:gd name="T78" fmla="*/ 0 w 283"/>
                  <a:gd name="T79" fmla="*/ 0 h 252"/>
                  <a:gd name="T80" fmla="*/ 0 w 283"/>
                  <a:gd name="T81" fmla="*/ 0 h 252"/>
                  <a:gd name="T82" fmla="*/ 0 w 283"/>
                  <a:gd name="T83" fmla="*/ 0 h 252"/>
                  <a:gd name="T84" fmla="*/ 0 w 283"/>
                  <a:gd name="T85" fmla="*/ 0 h 252"/>
                  <a:gd name="T86" fmla="*/ 0 w 283"/>
                  <a:gd name="T87" fmla="*/ 0 h 252"/>
                  <a:gd name="T88" fmla="*/ 0 w 283"/>
                  <a:gd name="T89" fmla="*/ 0 h 252"/>
                  <a:gd name="T90" fmla="*/ 0 w 283"/>
                  <a:gd name="T91" fmla="*/ 0 h 252"/>
                  <a:gd name="T92" fmla="*/ 0 w 283"/>
                  <a:gd name="T93" fmla="*/ 0 h 252"/>
                  <a:gd name="T94" fmla="*/ 0 w 283"/>
                  <a:gd name="T95" fmla="*/ 0 h 252"/>
                  <a:gd name="T96" fmla="*/ 0 w 283"/>
                  <a:gd name="T97" fmla="*/ 0 h 252"/>
                  <a:gd name="T98" fmla="*/ 0 w 283"/>
                  <a:gd name="T99" fmla="*/ 0 h 252"/>
                  <a:gd name="T100" fmla="*/ 0 w 283"/>
                  <a:gd name="T101" fmla="*/ 0 h 252"/>
                  <a:gd name="T102" fmla="*/ 0 w 283"/>
                  <a:gd name="T103" fmla="*/ 0 h 252"/>
                  <a:gd name="T104" fmla="*/ 0 w 283"/>
                  <a:gd name="T105" fmla="*/ 0 h 252"/>
                  <a:gd name="T106" fmla="*/ 0 w 283"/>
                  <a:gd name="T107" fmla="*/ 0 h 252"/>
                  <a:gd name="T108" fmla="*/ 0 w 283"/>
                  <a:gd name="T109" fmla="*/ 0 h 252"/>
                  <a:gd name="T110" fmla="*/ 0 w 283"/>
                  <a:gd name="T111" fmla="*/ 0 h 252"/>
                  <a:gd name="T112" fmla="*/ 0 w 283"/>
                  <a:gd name="T113" fmla="*/ 0 h 252"/>
                  <a:gd name="T114" fmla="*/ 0 w 283"/>
                  <a:gd name="T115" fmla="*/ 0 h 252"/>
                  <a:gd name="T116" fmla="*/ 0 w 283"/>
                  <a:gd name="T117" fmla="*/ 0 h 252"/>
                  <a:gd name="T118" fmla="*/ 0 w 283"/>
                  <a:gd name="T119" fmla="*/ 0 h 252"/>
                  <a:gd name="T120" fmla="*/ 0 w 283"/>
                  <a:gd name="T121" fmla="*/ 0 h 2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3"/>
                  <a:gd name="T184" fmla="*/ 0 h 252"/>
                  <a:gd name="T185" fmla="*/ 283 w 283"/>
                  <a:gd name="T186" fmla="*/ 252 h 25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3" h="252">
                    <a:moveTo>
                      <a:pt x="235" y="77"/>
                    </a:moveTo>
                    <a:lnTo>
                      <a:pt x="248" y="91"/>
                    </a:lnTo>
                    <a:lnTo>
                      <a:pt x="256" y="107"/>
                    </a:lnTo>
                    <a:lnTo>
                      <a:pt x="259" y="124"/>
                    </a:lnTo>
                    <a:lnTo>
                      <a:pt x="259" y="142"/>
                    </a:lnTo>
                    <a:lnTo>
                      <a:pt x="257" y="157"/>
                    </a:lnTo>
                    <a:lnTo>
                      <a:pt x="252" y="170"/>
                    </a:lnTo>
                    <a:lnTo>
                      <a:pt x="244" y="183"/>
                    </a:lnTo>
                    <a:lnTo>
                      <a:pt x="236" y="193"/>
                    </a:lnTo>
                    <a:lnTo>
                      <a:pt x="225" y="204"/>
                    </a:lnTo>
                    <a:lnTo>
                      <a:pt x="215" y="214"/>
                    </a:lnTo>
                    <a:lnTo>
                      <a:pt x="204" y="224"/>
                    </a:lnTo>
                    <a:lnTo>
                      <a:pt x="194" y="234"/>
                    </a:lnTo>
                    <a:lnTo>
                      <a:pt x="191" y="238"/>
                    </a:lnTo>
                    <a:lnTo>
                      <a:pt x="191" y="241"/>
                    </a:lnTo>
                    <a:lnTo>
                      <a:pt x="191" y="245"/>
                    </a:lnTo>
                    <a:lnTo>
                      <a:pt x="194" y="248"/>
                    </a:lnTo>
                    <a:lnTo>
                      <a:pt x="197" y="250"/>
                    </a:lnTo>
                    <a:lnTo>
                      <a:pt x="202" y="252"/>
                    </a:lnTo>
                    <a:lnTo>
                      <a:pt x="205" y="250"/>
                    </a:lnTo>
                    <a:lnTo>
                      <a:pt x="209" y="248"/>
                    </a:lnTo>
                    <a:lnTo>
                      <a:pt x="232" y="233"/>
                    </a:lnTo>
                    <a:lnTo>
                      <a:pt x="252" y="214"/>
                    </a:lnTo>
                    <a:lnTo>
                      <a:pt x="268" y="192"/>
                    </a:lnTo>
                    <a:lnTo>
                      <a:pt x="278" y="167"/>
                    </a:lnTo>
                    <a:lnTo>
                      <a:pt x="283" y="141"/>
                    </a:lnTo>
                    <a:lnTo>
                      <a:pt x="280" y="115"/>
                    </a:lnTo>
                    <a:lnTo>
                      <a:pt x="271" y="91"/>
                    </a:lnTo>
                    <a:lnTo>
                      <a:pt x="252" y="69"/>
                    </a:lnTo>
                    <a:lnTo>
                      <a:pt x="238" y="57"/>
                    </a:lnTo>
                    <a:lnTo>
                      <a:pt x="222" y="48"/>
                    </a:lnTo>
                    <a:lnTo>
                      <a:pt x="204" y="39"/>
                    </a:lnTo>
                    <a:lnTo>
                      <a:pt x="184" y="31"/>
                    </a:lnTo>
                    <a:lnTo>
                      <a:pt x="164" y="23"/>
                    </a:lnTo>
                    <a:lnTo>
                      <a:pt x="144" y="17"/>
                    </a:lnTo>
                    <a:lnTo>
                      <a:pt x="123" y="13"/>
                    </a:lnTo>
                    <a:lnTo>
                      <a:pt x="103" y="8"/>
                    </a:lnTo>
                    <a:lnTo>
                      <a:pt x="83" y="5"/>
                    </a:lnTo>
                    <a:lnTo>
                      <a:pt x="66" y="2"/>
                    </a:lnTo>
                    <a:lnTo>
                      <a:pt x="48" y="0"/>
                    </a:lnTo>
                    <a:lnTo>
                      <a:pt x="34" y="0"/>
                    </a:lnTo>
                    <a:lnTo>
                      <a:pt x="21" y="0"/>
                    </a:lnTo>
                    <a:lnTo>
                      <a:pt x="11" y="0"/>
                    </a:lnTo>
                    <a:lnTo>
                      <a:pt x="4" y="2"/>
                    </a:lnTo>
                    <a:lnTo>
                      <a:pt x="0" y="5"/>
                    </a:lnTo>
                    <a:lnTo>
                      <a:pt x="12" y="7"/>
                    </a:lnTo>
                    <a:lnTo>
                      <a:pt x="24" y="8"/>
                    </a:lnTo>
                    <a:lnTo>
                      <a:pt x="38" y="10"/>
                    </a:lnTo>
                    <a:lnTo>
                      <a:pt x="52" y="13"/>
                    </a:lnTo>
                    <a:lnTo>
                      <a:pt x="66" y="16"/>
                    </a:lnTo>
                    <a:lnTo>
                      <a:pt x="82" y="18"/>
                    </a:lnTo>
                    <a:lnTo>
                      <a:pt x="98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4"/>
                    </a:lnTo>
                    <a:lnTo>
                      <a:pt x="162" y="39"/>
                    </a:lnTo>
                    <a:lnTo>
                      <a:pt x="177" y="45"/>
                    </a:lnTo>
                    <a:lnTo>
                      <a:pt x="193" y="52"/>
                    </a:lnTo>
                    <a:lnTo>
                      <a:pt x="208" y="60"/>
                    </a:lnTo>
                    <a:lnTo>
                      <a:pt x="222" y="68"/>
                    </a:lnTo>
                    <a:lnTo>
                      <a:pt x="235" y="77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7" name="Freeform 1855">
                <a:extLst>
                  <a:ext uri="{FF2B5EF4-FFF2-40B4-BE49-F238E27FC236}">
                    <a16:creationId xmlns:a16="http://schemas.microsoft.com/office/drawing/2014/main" xmlns="" id="{FE84EB30-DBB3-88CA-7EC4-A285536ECF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2712"/>
                <a:ext cx="19" cy="39"/>
              </a:xfrm>
              <a:custGeom>
                <a:avLst/>
                <a:gdLst>
                  <a:gd name="T0" fmla="*/ 0 w 114"/>
                  <a:gd name="T1" fmla="*/ 0 h 238"/>
                  <a:gd name="T2" fmla="*/ 0 w 114"/>
                  <a:gd name="T3" fmla="*/ 0 h 238"/>
                  <a:gd name="T4" fmla="*/ 0 w 114"/>
                  <a:gd name="T5" fmla="*/ 0 h 238"/>
                  <a:gd name="T6" fmla="*/ 0 w 114"/>
                  <a:gd name="T7" fmla="*/ 0 h 238"/>
                  <a:gd name="T8" fmla="*/ 0 w 114"/>
                  <a:gd name="T9" fmla="*/ 0 h 238"/>
                  <a:gd name="T10" fmla="*/ 0 w 114"/>
                  <a:gd name="T11" fmla="*/ 0 h 238"/>
                  <a:gd name="T12" fmla="*/ 0 w 114"/>
                  <a:gd name="T13" fmla="*/ 0 h 238"/>
                  <a:gd name="T14" fmla="*/ 0 w 114"/>
                  <a:gd name="T15" fmla="*/ 0 h 238"/>
                  <a:gd name="T16" fmla="*/ 0 w 114"/>
                  <a:gd name="T17" fmla="*/ 0 h 238"/>
                  <a:gd name="T18" fmla="*/ 0 w 114"/>
                  <a:gd name="T19" fmla="*/ 0 h 238"/>
                  <a:gd name="T20" fmla="*/ 0 w 114"/>
                  <a:gd name="T21" fmla="*/ 0 h 238"/>
                  <a:gd name="T22" fmla="*/ 0 w 114"/>
                  <a:gd name="T23" fmla="*/ 0 h 238"/>
                  <a:gd name="T24" fmla="*/ 0 w 114"/>
                  <a:gd name="T25" fmla="*/ 0 h 238"/>
                  <a:gd name="T26" fmla="*/ 0 w 114"/>
                  <a:gd name="T27" fmla="*/ 0 h 238"/>
                  <a:gd name="T28" fmla="*/ 0 w 114"/>
                  <a:gd name="T29" fmla="*/ 0 h 238"/>
                  <a:gd name="T30" fmla="*/ 0 w 114"/>
                  <a:gd name="T31" fmla="*/ 0 h 238"/>
                  <a:gd name="T32" fmla="*/ 0 w 114"/>
                  <a:gd name="T33" fmla="*/ 0 h 238"/>
                  <a:gd name="T34" fmla="*/ 0 w 114"/>
                  <a:gd name="T35" fmla="*/ 0 h 238"/>
                  <a:gd name="T36" fmla="*/ 0 w 114"/>
                  <a:gd name="T37" fmla="*/ 0 h 238"/>
                  <a:gd name="T38" fmla="*/ 0 w 114"/>
                  <a:gd name="T39" fmla="*/ 0 h 238"/>
                  <a:gd name="T40" fmla="*/ 0 w 114"/>
                  <a:gd name="T41" fmla="*/ 0 h 238"/>
                  <a:gd name="T42" fmla="*/ 0 w 114"/>
                  <a:gd name="T43" fmla="*/ 0 h 238"/>
                  <a:gd name="T44" fmla="*/ 0 w 114"/>
                  <a:gd name="T45" fmla="*/ 0 h 238"/>
                  <a:gd name="T46" fmla="*/ 0 w 114"/>
                  <a:gd name="T47" fmla="*/ 0 h 238"/>
                  <a:gd name="T48" fmla="*/ 0 w 114"/>
                  <a:gd name="T49" fmla="*/ 0 h 238"/>
                  <a:gd name="T50" fmla="*/ 0 w 114"/>
                  <a:gd name="T51" fmla="*/ 0 h 238"/>
                  <a:gd name="T52" fmla="*/ 0 w 114"/>
                  <a:gd name="T53" fmla="*/ 0 h 238"/>
                  <a:gd name="T54" fmla="*/ 0 w 114"/>
                  <a:gd name="T55" fmla="*/ 0 h 238"/>
                  <a:gd name="T56" fmla="*/ 0 w 114"/>
                  <a:gd name="T57" fmla="*/ 0 h 238"/>
                  <a:gd name="T58" fmla="*/ 0 w 114"/>
                  <a:gd name="T59" fmla="*/ 0 h 238"/>
                  <a:gd name="T60" fmla="*/ 0 w 114"/>
                  <a:gd name="T61" fmla="*/ 0 h 238"/>
                  <a:gd name="T62" fmla="*/ 0 w 114"/>
                  <a:gd name="T63" fmla="*/ 0 h 238"/>
                  <a:gd name="T64" fmla="*/ 0 w 114"/>
                  <a:gd name="T65" fmla="*/ 0 h 238"/>
                  <a:gd name="T66" fmla="*/ 0 w 114"/>
                  <a:gd name="T67" fmla="*/ 0 h 238"/>
                  <a:gd name="T68" fmla="*/ 0 w 114"/>
                  <a:gd name="T69" fmla="*/ 0 h 238"/>
                  <a:gd name="T70" fmla="*/ 0 w 114"/>
                  <a:gd name="T71" fmla="*/ 0 h 238"/>
                  <a:gd name="T72" fmla="*/ 0 w 114"/>
                  <a:gd name="T73" fmla="*/ 0 h 238"/>
                  <a:gd name="T74" fmla="*/ 0 w 114"/>
                  <a:gd name="T75" fmla="*/ 0 h 238"/>
                  <a:gd name="T76" fmla="*/ 0 w 114"/>
                  <a:gd name="T77" fmla="*/ 0 h 238"/>
                  <a:gd name="T78" fmla="*/ 0 w 114"/>
                  <a:gd name="T79" fmla="*/ 0 h 238"/>
                  <a:gd name="T80" fmla="*/ 0 w 114"/>
                  <a:gd name="T81" fmla="*/ 0 h 23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4"/>
                  <a:gd name="T124" fmla="*/ 0 h 238"/>
                  <a:gd name="T125" fmla="*/ 114 w 114"/>
                  <a:gd name="T126" fmla="*/ 238 h 23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4" h="238">
                    <a:moveTo>
                      <a:pt x="0" y="130"/>
                    </a:moveTo>
                    <a:lnTo>
                      <a:pt x="0" y="149"/>
                    </a:lnTo>
                    <a:lnTo>
                      <a:pt x="4" y="168"/>
                    </a:lnTo>
                    <a:lnTo>
                      <a:pt x="12" y="185"/>
                    </a:lnTo>
                    <a:lnTo>
                      <a:pt x="24" y="200"/>
                    </a:lnTo>
                    <a:lnTo>
                      <a:pt x="38" y="213"/>
                    </a:lnTo>
                    <a:lnTo>
                      <a:pt x="55" y="224"/>
                    </a:lnTo>
                    <a:lnTo>
                      <a:pt x="73" y="232"/>
                    </a:lnTo>
                    <a:lnTo>
                      <a:pt x="92" y="237"/>
                    </a:lnTo>
                    <a:lnTo>
                      <a:pt x="98" y="238"/>
                    </a:lnTo>
                    <a:lnTo>
                      <a:pt x="104" y="235"/>
                    </a:lnTo>
                    <a:lnTo>
                      <a:pt x="109" y="232"/>
                    </a:lnTo>
                    <a:lnTo>
                      <a:pt x="111" y="227"/>
                    </a:lnTo>
                    <a:lnTo>
                      <a:pt x="111" y="222"/>
                    </a:lnTo>
                    <a:lnTo>
                      <a:pt x="110" y="216"/>
                    </a:lnTo>
                    <a:lnTo>
                      <a:pt x="106" y="211"/>
                    </a:lnTo>
                    <a:lnTo>
                      <a:pt x="100" y="209"/>
                    </a:lnTo>
                    <a:lnTo>
                      <a:pt x="82" y="202"/>
                    </a:lnTo>
                    <a:lnTo>
                      <a:pt x="64" y="193"/>
                    </a:lnTo>
                    <a:lnTo>
                      <a:pt x="50" y="180"/>
                    </a:lnTo>
                    <a:lnTo>
                      <a:pt x="39" y="167"/>
                    </a:lnTo>
                    <a:lnTo>
                      <a:pt x="32" y="149"/>
                    </a:lnTo>
                    <a:lnTo>
                      <a:pt x="29" y="131"/>
                    </a:lnTo>
                    <a:lnTo>
                      <a:pt x="29" y="111"/>
                    </a:lnTo>
                    <a:lnTo>
                      <a:pt x="35" y="91"/>
                    </a:lnTo>
                    <a:lnTo>
                      <a:pt x="42" y="76"/>
                    </a:lnTo>
                    <a:lnTo>
                      <a:pt x="51" y="62"/>
                    </a:lnTo>
                    <a:lnTo>
                      <a:pt x="62" y="49"/>
                    </a:lnTo>
                    <a:lnTo>
                      <a:pt x="73" y="38"/>
                    </a:lnTo>
                    <a:lnTo>
                      <a:pt x="84" y="28"/>
                    </a:lnTo>
                    <a:lnTo>
                      <a:pt x="96" y="18"/>
                    </a:lnTo>
                    <a:lnTo>
                      <a:pt x="106" y="9"/>
                    </a:lnTo>
                    <a:lnTo>
                      <a:pt x="114" y="1"/>
                    </a:lnTo>
                    <a:lnTo>
                      <a:pt x="106" y="0"/>
                    </a:lnTo>
                    <a:lnTo>
                      <a:pt x="93" y="6"/>
                    </a:lnTo>
                    <a:lnTo>
                      <a:pt x="76" y="18"/>
                    </a:lnTo>
                    <a:lnTo>
                      <a:pt x="56" y="36"/>
                    </a:lnTo>
                    <a:lnTo>
                      <a:pt x="37" y="57"/>
                    </a:lnTo>
                    <a:lnTo>
                      <a:pt x="20" y="80"/>
                    </a:lnTo>
                    <a:lnTo>
                      <a:pt x="7" y="106"/>
                    </a:lnTo>
                    <a:lnTo>
                      <a:pt x="0" y="130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8" name="Freeform 1856">
                <a:extLst>
                  <a:ext uri="{FF2B5EF4-FFF2-40B4-BE49-F238E27FC236}">
                    <a16:creationId xmlns:a16="http://schemas.microsoft.com/office/drawing/2014/main" xmlns="" id="{0A845468-DDEB-1BEC-A925-DBA6094EA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689"/>
                <a:ext cx="41" cy="52"/>
              </a:xfrm>
              <a:custGeom>
                <a:avLst/>
                <a:gdLst>
                  <a:gd name="T0" fmla="*/ 0 w 246"/>
                  <a:gd name="T1" fmla="*/ 0 h 310"/>
                  <a:gd name="T2" fmla="*/ 0 w 246"/>
                  <a:gd name="T3" fmla="*/ 0 h 310"/>
                  <a:gd name="T4" fmla="*/ 0 w 246"/>
                  <a:gd name="T5" fmla="*/ 0 h 310"/>
                  <a:gd name="T6" fmla="*/ 0 w 246"/>
                  <a:gd name="T7" fmla="*/ 0 h 310"/>
                  <a:gd name="T8" fmla="*/ 0 w 246"/>
                  <a:gd name="T9" fmla="*/ 0 h 310"/>
                  <a:gd name="T10" fmla="*/ 0 w 246"/>
                  <a:gd name="T11" fmla="*/ 0 h 310"/>
                  <a:gd name="T12" fmla="*/ 0 w 246"/>
                  <a:gd name="T13" fmla="*/ 0 h 310"/>
                  <a:gd name="T14" fmla="*/ 0 w 246"/>
                  <a:gd name="T15" fmla="*/ 0 h 310"/>
                  <a:gd name="T16" fmla="*/ 0 w 246"/>
                  <a:gd name="T17" fmla="*/ 0 h 310"/>
                  <a:gd name="T18" fmla="*/ 0 w 246"/>
                  <a:gd name="T19" fmla="*/ 0 h 310"/>
                  <a:gd name="T20" fmla="*/ 0 w 246"/>
                  <a:gd name="T21" fmla="*/ 0 h 310"/>
                  <a:gd name="T22" fmla="*/ 0 w 246"/>
                  <a:gd name="T23" fmla="*/ 0 h 310"/>
                  <a:gd name="T24" fmla="*/ 0 w 246"/>
                  <a:gd name="T25" fmla="*/ 0 h 310"/>
                  <a:gd name="T26" fmla="*/ 0 w 246"/>
                  <a:gd name="T27" fmla="*/ 0 h 310"/>
                  <a:gd name="T28" fmla="*/ 0 w 246"/>
                  <a:gd name="T29" fmla="*/ 0 h 310"/>
                  <a:gd name="T30" fmla="*/ 0 w 246"/>
                  <a:gd name="T31" fmla="*/ 0 h 310"/>
                  <a:gd name="T32" fmla="*/ 0 w 246"/>
                  <a:gd name="T33" fmla="*/ 0 h 310"/>
                  <a:gd name="T34" fmla="*/ 0 w 246"/>
                  <a:gd name="T35" fmla="*/ 0 h 310"/>
                  <a:gd name="T36" fmla="*/ 0 w 246"/>
                  <a:gd name="T37" fmla="*/ 0 h 310"/>
                  <a:gd name="T38" fmla="*/ 0 w 246"/>
                  <a:gd name="T39" fmla="*/ 0 h 310"/>
                  <a:gd name="T40" fmla="*/ 0 w 246"/>
                  <a:gd name="T41" fmla="*/ 0 h 310"/>
                  <a:gd name="T42" fmla="*/ 0 w 246"/>
                  <a:gd name="T43" fmla="*/ 0 h 310"/>
                  <a:gd name="T44" fmla="*/ 0 w 246"/>
                  <a:gd name="T45" fmla="*/ 0 h 310"/>
                  <a:gd name="T46" fmla="*/ 0 w 246"/>
                  <a:gd name="T47" fmla="*/ 0 h 310"/>
                  <a:gd name="T48" fmla="*/ 0 w 246"/>
                  <a:gd name="T49" fmla="*/ 0 h 310"/>
                  <a:gd name="T50" fmla="*/ 0 w 246"/>
                  <a:gd name="T51" fmla="*/ 0 h 310"/>
                  <a:gd name="T52" fmla="*/ 0 w 246"/>
                  <a:gd name="T53" fmla="*/ 0 h 310"/>
                  <a:gd name="T54" fmla="*/ 0 w 246"/>
                  <a:gd name="T55" fmla="*/ 0 h 310"/>
                  <a:gd name="T56" fmla="*/ 0 w 246"/>
                  <a:gd name="T57" fmla="*/ 0 h 310"/>
                  <a:gd name="T58" fmla="*/ 0 w 246"/>
                  <a:gd name="T59" fmla="*/ 0 h 310"/>
                  <a:gd name="T60" fmla="*/ 0 w 246"/>
                  <a:gd name="T61" fmla="*/ 0 h 310"/>
                  <a:gd name="T62" fmla="*/ 0 w 246"/>
                  <a:gd name="T63" fmla="*/ 0 h 310"/>
                  <a:gd name="T64" fmla="*/ 0 w 246"/>
                  <a:gd name="T65" fmla="*/ 0 h 310"/>
                  <a:gd name="T66" fmla="*/ 0 w 246"/>
                  <a:gd name="T67" fmla="*/ 0 h 310"/>
                  <a:gd name="T68" fmla="*/ 0 w 246"/>
                  <a:gd name="T69" fmla="*/ 0 h 310"/>
                  <a:gd name="T70" fmla="*/ 0 w 246"/>
                  <a:gd name="T71" fmla="*/ 0 h 310"/>
                  <a:gd name="T72" fmla="*/ 0 w 246"/>
                  <a:gd name="T73" fmla="*/ 0 h 310"/>
                  <a:gd name="T74" fmla="*/ 0 w 246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6"/>
                  <a:gd name="T115" fmla="*/ 0 h 310"/>
                  <a:gd name="T116" fmla="*/ 246 w 246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6" h="310">
                    <a:moveTo>
                      <a:pt x="199" y="116"/>
                    </a:moveTo>
                    <a:lnTo>
                      <a:pt x="207" y="124"/>
                    </a:lnTo>
                    <a:lnTo>
                      <a:pt x="214" y="133"/>
                    </a:lnTo>
                    <a:lnTo>
                      <a:pt x="219" y="143"/>
                    </a:lnTo>
                    <a:lnTo>
                      <a:pt x="223" y="154"/>
                    </a:lnTo>
                    <a:lnTo>
                      <a:pt x="225" y="164"/>
                    </a:lnTo>
                    <a:lnTo>
                      <a:pt x="225" y="176"/>
                    </a:lnTo>
                    <a:lnTo>
                      <a:pt x="221" y="187"/>
                    </a:lnTo>
                    <a:lnTo>
                      <a:pt x="216" y="197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8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3" y="264"/>
                    </a:lnTo>
                    <a:lnTo>
                      <a:pt x="132" y="274"/>
                    </a:lnTo>
                    <a:lnTo>
                      <a:pt x="129" y="278"/>
                    </a:lnTo>
                    <a:lnTo>
                      <a:pt x="126" y="282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1" y="305"/>
                    </a:lnTo>
                    <a:lnTo>
                      <a:pt x="125" y="309"/>
                    </a:lnTo>
                    <a:lnTo>
                      <a:pt x="130" y="310"/>
                    </a:lnTo>
                    <a:lnTo>
                      <a:pt x="134" y="310"/>
                    </a:lnTo>
                    <a:lnTo>
                      <a:pt x="139" y="309"/>
                    </a:lnTo>
                    <a:lnTo>
                      <a:pt x="143" y="305"/>
                    </a:lnTo>
                    <a:lnTo>
                      <a:pt x="154" y="293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19" y="233"/>
                    </a:lnTo>
                    <a:lnTo>
                      <a:pt x="231" y="219"/>
                    </a:lnTo>
                    <a:lnTo>
                      <a:pt x="239" y="204"/>
                    </a:lnTo>
                    <a:lnTo>
                      <a:pt x="245" y="187"/>
                    </a:lnTo>
                    <a:lnTo>
                      <a:pt x="246" y="170"/>
                    </a:lnTo>
                    <a:lnTo>
                      <a:pt x="242" y="153"/>
                    </a:lnTo>
                    <a:lnTo>
                      <a:pt x="236" y="136"/>
                    </a:lnTo>
                    <a:lnTo>
                      <a:pt x="227" y="120"/>
                    </a:lnTo>
                    <a:lnTo>
                      <a:pt x="215" y="107"/>
                    </a:lnTo>
                    <a:lnTo>
                      <a:pt x="201" y="94"/>
                    </a:lnTo>
                    <a:lnTo>
                      <a:pt x="187" y="82"/>
                    </a:lnTo>
                    <a:lnTo>
                      <a:pt x="177" y="74"/>
                    </a:lnTo>
                    <a:lnTo>
                      <a:pt x="165" y="68"/>
                    </a:lnTo>
                    <a:lnTo>
                      <a:pt x="152" y="60"/>
                    </a:lnTo>
                    <a:lnTo>
                      <a:pt x="139" y="51"/>
                    </a:lnTo>
                    <a:lnTo>
                      <a:pt x="126" y="43"/>
                    </a:lnTo>
                    <a:lnTo>
                      <a:pt x="112" y="35"/>
                    </a:lnTo>
                    <a:lnTo>
                      <a:pt x="98" y="28"/>
                    </a:lnTo>
                    <a:lnTo>
                      <a:pt x="85" y="22"/>
                    </a:lnTo>
                    <a:lnTo>
                      <a:pt x="72" y="16"/>
                    </a:lnTo>
                    <a:lnTo>
                      <a:pt x="59" y="10"/>
                    </a:lnTo>
                    <a:lnTo>
                      <a:pt x="46" y="7"/>
                    </a:lnTo>
                    <a:lnTo>
                      <a:pt x="35" y="3"/>
                    </a:lnTo>
                    <a:lnTo>
                      <a:pt x="24" y="1"/>
                    </a:lnTo>
                    <a:lnTo>
                      <a:pt x="15" y="0"/>
                    </a:lnTo>
                    <a:lnTo>
                      <a:pt x="7" y="1"/>
                    </a:lnTo>
                    <a:lnTo>
                      <a:pt x="0" y="3"/>
                    </a:lnTo>
                    <a:lnTo>
                      <a:pt x="8" y="6"/>
                    </a:lnTo>
                    <a:lnTo>
                      <a:pt x="17" y="9"/>
                    </a:lnTo>
                    <a:lnTo>
                      <a:pt x="28" y="14"/>
                    </a:lnTo>
                    <a:lnTo>
                      <a:pt x="38" y="18"/>
                    </a:lnTo>
                    <a:lnTo>
                      <a:pt x="51" y="24"/>
                    </a:lnTo>
                    <a:lnTo>
                      <a:pt x="64" y="30"/>
                    </a:lnTo>
                    <a:lnTo>
                      <a:pt x="78" y="37"/>
                    </a:lnTo>
                    <a:lnTo>
                      <a:pt x="92" y="43"/>
                    </a:lnTo>
                    <a:lnTo>
                      <a:pt x="106" y="51"/>
                    </a:lnTo>
                    <a:lnTo>
                      <a:pt x="120" y="60"/>
                    </a:lnTo>
                    <a:lnTo>
                      <a:pt x="134" y="69"/>
                    </a:lnTo>
                    <a:lnTo>
                      <a:pt x="148" y="78"/>
                    </a:lnTo>
                    <a:lnTo>
                      <a:pt x="163" y="87"/>
                    </a:lnTo>
                    <a:lnTo>
                      <a:pt x="175" y="96"/>
                    </a:lnTo>
                    <a:lnTo>
                      <a:pt x="187" y="105"/>
                    </a:lnTo>
                    <a:lnTo>
                      <a:pt x="199" y="116"/>
                    </a:lnTo>
                    <a:close/>
                  </a:path>
                </a:pathLst>
              </a:custGeom>
              <a:solidFill>
                <a:srgbClr val="C9E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9" name="Freeform 1857">
                <a:extLst>
                  <a:ext uri="{FF2B5EF4-FFF2-40B4-BE49-F238E27FC236}">
                    <a16:creationId xmlns:a16="http://schemas.microsoft.com/office/drawing/2014/main" xmlns="" id="{7FB0E04E-BA04-2A4B-797D-CF10BB486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2750"/>
                <a:ext cx="14" cy="31"/>
              </a:xfrm>
              <a:custGeom>
                <a:avLst/>
                <a:gdLst>
                  <a:gd name="T0" fmla="*/ 0 w 83"/>
                  <a:gd name="T1" fmla="*/ 0 h 187"/>
                  <a:gd name="T2" fmla="*/ 0 w 83"/>
                  <a:gd name="T3" fmla="*/ 0 h 187"/>
                  <a:gd name="T4" fmla="*/ 0 w 83"/>
                  <a:gd name="T5" fmla="*/ 0 h 187"/>
                  <a:gd name="T6" fmla="*/ 0 w 83"/>
                  <a:gd name="T7" fmla="*/ 0 h 187"/>
                  <a:gd name="T8" fmla="*/ 0 w 83"/>
                  <a:gd name="T9" fmla="*/ 0 h 187"/>
                  <a:gd name="T10" fmla="*/ 0 w 83"/>
                  <a:gd name="T11" fmla="*/ 0 h 187"/>
                  <a:gd name="T12" fmla="*/ 0 w 83"/>
                  <a:gd name="T13" fmla="*/ 0 h 187"/>
                  <a:gd name="T14" fmla="*/ 0 w 83"/>
                  <a:gd name="T15" fmla="*/ 0 h 187"/>
                  <a:gd name="T16" fmla="*/ 0 w 83"/>
                  <a:gd name="T17" fmla="*/ 0 h 187"/>
                  <a:gd name="T18" fmla="*/ 0 w 83"/>
                  <a:gd name="T19" fmla="*/ 0 h 187"/>
                  <a:gd name="T20" fmla="*/ 0 w 83"/>
                  <a:gd name="T21" fmla="*/ 0 h 187"/>
                  <a:gd name="T22" fmla="*/ 0 w 83"/>
                  <a:gd name="T23" fmla="*/ 0 h 187"/>
                  <a:gd name="T24" fmla="*/ 0 w 83"/>
                  <a:gd name="T25" fmla="*/ 0 h 187"/>
                  <a:gd name="T26" fmla="*/ 0 w 83"/>
                  <a:gd name="T27" fmla="*/ 0 h 187"/>
                  <a:gd name="T28" fmla="*/ 0 w 83"/>
                  <a:gd name="T29" fmla="*/ 0 h 187"/>
                  <a:gd name="T30" fmla="*/ 0 w 83"/>
                  <a:gd name="T31" fmla="*/ 0 h 187"/>
                  <a:gd name="T32" fmla="*/ 0 w 83"/>
                  <a:gd name="T33" fmla="*/ 0 h 187"/>
                  <a:gd name="T34" fmla="*/ 0 w 83"/>
                  <a:gd name="T35" fmla="*/ 0 h 187"/>
                  <a:gd name="T36" fmla="*/ 0 w 83"/>
                  <a:gd name="T37" fmla="*/ 0 h 187"/>
                  <a:gd name="T38" fmla="*/ 0 w 83"/>
                  <a:gd name="T39" fmla="*/ 0 h 187"/>
                  <a:gd name="T40" fmla="*/ 0 w 83"/>
                  <a:gd name="T41" fmla="*/ 0 h 187"/>
                  <a:gd name="T42" fmla="*/ 0 w 83"/>
                  <a:gd name="T43" fmla="*/ 0 h 187"/>
                  <a:gd name="T44" fmla="*/ 0 w 83"/>
                  <a:gd name="T45" fmla="*/ 0 h 187"/>
                  <a:gd name="T46" fmla="*/ 0 w 83"/>
                  <a:gd name="T47" fmla="*/ 0 h 187"/>
                  <a:gd name="T48" fmla="*/ 0 w 83"/>
                  <a:gd name="T49" fmla="*/ 0 h 1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3"/>
                  <a:gd name="T76" fmla="*/ 0 h 187"/>
                  <a:gd name="T77" fmla="*/ 83 w 83"/>
                  <a:gd name="T78" fmla="*/ 187 h 1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3" h="187">
                    <a:moveTo>
                      <a:pt x="31" y="14"/>
                    </a:moveTo>
                    <a:lnTo>
                      <a:pt x="29" y="8"/>
                    </a:lnTo>
                    <a:lnTo>
                      <a:pt x="25" y="3"/>
                    </a:lnTo>
                    <a:lnTo>
                      <a:pt x="19" y="1"/>
                    </a:lnTo>
                    <a:lnTo>
                      <a:pt x="14" y="0"/>
                    </a:lnTo>
                    <a:lnTo>
                      <a:pt x="8" y="2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0" y="17"/>
                    </a:lnTo>
                    <a:lnTo>
                      <a:pt x="5" y="42"/>
                    </a:lnTo>
                    <a:lnTo>
                      <a:pt x="15" y="71"/>
                    </a:lnTo>
                    <a:lnTo>
                      <a:pt x="27" y="100"/>
                    </a:lnTo>
                    <a:lnTo>
                      <a:pt x="41" y="127"/>
                    </a:lnTo>
                    <a:lnTo>
                      <a:pt x="55" y="151"/>
                    </a:lnTo>
                    <a:lnTo>
                      <a:pt x="68" y="171"/>
                    </a:lnTo>
                    <a:lnTo>
                      <a:pt x="77" y="184"/>
                    </a:lnTo>
                    <a:lnTo>
                      <a:pt x="83" y="187"/>
                    </a:lnTo>
                    <a:lnTo>
                      <a:pt x="80" y="174"/>
                    </a:lnTo>
                    <a:lnTo>
                      <a:pt x="75" y="158"/>
                    </a:lnTo>
                    <a:lnTo>
                      <a:pt x="68" y="138"/>
                    </a:lnTo>
                    <a:lnTo>
                      <a:pt x="59" y="113"/>
                    </a:lnTo>
                    <a:lnTo>
                      <a:pt x="51" y="88"/>
                    </a:lnTo>
                    <a:lnTo>
                      <a:pt x="43" y="63"/>
                    </a:lnTo>
                    <a:lnTo>
                      <a:pt x="36" y="38"/>
                    </a:lnTo>
                    <a:lnTo>
                      <a:pt x="31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0" name="Freeform 1858">
                <a:extLst>
                  <a:ext uri="{FF2B5EF4-FFF2-40B4-BE49-F238E27FC236}">
                    <a16:creationId xmlns:a16="http://schemas.microsoft.com/office/drawing/2014/main" xmlns="" id="{E5BD9A09-846C-AADC-6030-EADDC50B6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733"/>
                <a:ext cx="7" cy="16"/>
              </a:xfrm>
              <a:custGeom>
                <a:avLst/>
                <a:gdLst>
                  <a:gd name="T0" fmla="*/ 0 w 44"/>
                  <a:gd name="T1" fmla="*/ 0 h 94"/>
                  <a:gd name="T2" fmla="*/ 0 w 44"/>
                  <a:gd name="T3" fmla="*/ 0 h 94"/>
                  <a:gd name="T4" fmla="*/ 0 w 44"/>
                  <a:gd name="T5" fmla="*/ 0 h 94"/>
                  <a:gd name="T6" fmla="*/ 0 w 44"/>
                  <a:gd name="T7" fmla="*/ 0 h 94"/>
                  <a:gd name="T8" fmla="*/ 0 w 44"/>
                  <a:gd name="T9" fmla="*/ 0 h 94"/>
                  <a:gd name="T10" fmla="*/ 0 w 44"/>
                  <a:gd name="T11" fmla="*/ 0 h 94"/>
                  <a:gd name="T12" fmla="*/ 0 w 44"/>
                  <a:gd name="T13" fmla="*/ 0 h 94"/>
                  <a:gd name="T14" fmla="*/ 0 w 44"/>
                  <a:gd name="T15" fmla="*/ 0 h 94"/>
                  <a:gd name="T16" fmla="*/ 0 w 44"/>
                  <a:gd name="T17" fmla="*/ 0 h 94"/>
                  <a:gd name="T18" fmla="*/ 0 w 44"/>
                  <a:gd name="T19" fmla="*/ 0 h 94"/>
                  <a:gd name="T20" fmla="*/ 0 w 44"/>
                  <a:gd name="T21" fmla="*/ 0 h 94"/>
                  <a:gd name="T22" fmla="*/ 0 w 44"/>
                  <a:gd name="T23" fmla="*/ 0 h 94"/>
                  <a:gd name="T24" fmla="*/ 0 w 44"/>
                  <a:gd name="T25" fmla="*/ 0 h 94"/>
                  <a:gd name="T26" fmla="*/ 0 w 44"/>
                  <a:gd name="T27" fmla="*/ 0 h 94"/>
                  <a:gd name="T28" fmla="*/ 0 w 44"/>
                  <a:gd name="T29" fmla="*/ 0 h 94"/>
                  <a:gd name="T30" fmla="*/ 0 w 44"/>
                  <a:gd name="T31" fmla="*/ 0 h 94"/>
                  <a:gd name="T32" fmla="*/ 0 w 44"/>
                  <a:gd name="T33" fmla="*/ 0 h 94"/>
                  <a:gd name="T34" fmla="*/ 0 w 44"/>
                  <a:gd name="T35" fmla="*/ 0 h 94"/>
                  <a:gd name="T36" fmla="*/ 0 w 44"/>
                  <a:gd name="T37" fmla="*/ 0 h 94"/>
                  <a:gd name="T38" fmla="*/ 0 w 44"/>
                  <a:gd name="T39" fmla="*/ 0 h 94"/>
                  <a:gd name="T40" fmla="*/ 0 w 44"/>
                  <a:gd name="T41" fmla="*/ 0 h 9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4"/>
                  <a:gd name="T64" fmla="*/ 0 h 94"/>
                  <a:gd name="T65" fmla="*/ 44 w 44"/>
                  <a:gd name="T66" fmla="*/ 94 h 9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4" h="94">
                    <a:moveTo>
                      <a:pt x="22" y="10"/>
                    </a:moveTo>
                    <a:lnTo>
                      <a:pt x="21" y="6"/>
                    </a:lnTo>
                    <a:lnTo>
                      <a:pt x="18" y="2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6" y="1"/>
                    </a:lnTo>
                    <a:lnTo>
                      <a:pt x="3" y="3"/>
                    </a:lnTo>
                    <a:lnTo>
                      <a:pt x="0" y="7"/>
                    </a:lnTo>
                    <a:lnTo>
                      <a:pt x="0" y="11"/>
                    </a:lnTo>
                    <a:lnTo>
                      <a:pt x="0" y="24"/>
                    </a:lnTo>
                    <a:lnTo>
                      <a:pt x="4" y="38"/>
                    </a:lnTo>
                    <a:lnTo>
                      <a:pt x="8" y="52"/>
                    </a:lnTo>
                    <a:lnTo>
                      <a:pt x="14" y="65"/>
                    </a:lnTo>
                    <a:lnTo>
                      <a:pt x="21" y="78"/>
                    </a:lnTo>
                    <a:lnTo>
                      <a:pt x="28" y="87"/>
                    </a:lnTo>
                    <a:lnTo>
                      <a:pt x="37" y="93"/>
                    </a:lnTo>
                    <a:lnTo>
                      <a:pt x="42" y="94"/>
                    </a:lnTo>
                    <a:lnTo>
                      <a:pt x="44" y="76"/>
                    </a:lnTo>
                    <a:lnTo>
                      <a:pt x="38" y="54"/>
                    </a:lnTo>
                    <a:lnTo>
                      <a:pt x="31" y="32"/>
                    </a:lnTo>
                    <a:lnTo>
                      <a:pt x="22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1" name="Freeform 1859">
                <a:extLst>
                  <a:ext uri="{FF2B5EF4-FFF2-40B4-BE49-F238E27FC236}">
                    <a16:creationId xmlns:a16="http://schemas.microsoft.com/office/drawing/2014/main" xmlns="" id="{27ABF8D3-09BD-F3A8-8BE1-EADB8CD79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1" y="2722"/>
                <a:ext cx="6" cy="9"/>
              </a:xfrm>
              <a:custGeom>
                <a:avLst/>
                <a:gdLst>
                  <a:gd name="T0" fmla="*/ 0 w 38"/>
                  <a:gd name="T1" fmla="*/ 0 h 54"/>
                  <a:gd name="T2" fmla="*/ 0 w 38"/>
                  <a:gd name="T3" fmla="*/ 0 h 54"/>
                  <a:gd name="T4" fmla="*/ 0 w 38"/>
                  <a:gd name="T5" fmla="*/ 0 h 54"/>
                  <a:gd name="T6" fmla="*/ 0 w 38"/>
                  <a:gd name="T7" fmla="*/ 0 h 54"/>
                  <a:gd name="T8" fmla="*/ 0 w 38"/>
                  <a:gd name="T9" fmla="*/ 0 h 54"/>
                  <a:gd name="T10" fmla="*/ 0 w 38"/>
                  <a:gd name="T11" fmla="*/ 0 h 54"/>
                  <a:gd name="T12" fmla="*/ 0 w 38"/>
                  <a:gd name="T13" fmla="*/ 0 h 54"/>
                  <a:gd name="T14" fmla="*/ 0 w 38"/>
                  <a:gd name="T15" fmla="*/ 0 h 54"/>
                  <a:gd name="T16" fmla="*/ 0 w 38"/>
                  <a:gd name="T17" fmla="*/ 0 h 54"/>
                  <a:gd name="T18" fmla="*/ 0 w 38"/>
                  <a:gd name="T19" fmla="*/ 0 h 54"/>
                  <a:gd name="T20" fmla="*/ 0 w 38"/>
                  <a:gd name="T21" fmla="*/ 0 h 54"/>
                  <a:gd name="T22" fmla="*/ 0 w 38"/>
                  <a:gd name="T23" fmla="*/ 0 h 54"/>
                  <a:gd name="T24" fmla="*/ 0 w 38"/>
                  <a:gd name="T25" fmla="*/ 0 h 54"/>
                  <a:gd name="T26" fmla="*/ 0 w 38"/>
                  <a:gd name="T27" fmla="*/ 0 h 54"/>
                  <a:gd name="T28" fmla="*/ 0 w 38"/>
                  <a:gd name="T29" fmla="*/ 0 h 54"/>
                  <a:gd name="T30" fmla="*/ 0 w 38"/>
                  <a:gd name="T31" fmla="*/ 0 h 54"/>
                  <a:gd name="T32" fmla="*/ 0 w 38"/>
                  <a:gd name="T33" fmla="*/ 0 h 54"/>
                  <a:gd name="T34" fmla="*/ 0 w 38"/>
                  <a:gd name="T35" fmla="*/ 0 h 54"/>
                  <a:gd name="T36" fmla="*/ 0 w 38"/>
                  <a:gd name="T37" fmla="*/ 0 h 54"/>
                  <a:gd name="T38" fmla="*/ 0 w 38"/>
                  <a:gd name="T39" fmla="*/ 0 h 54"/>
                  <a:gd name="T40" fmla="*/ 0 w 38"/>
                  <a:gd name="T41" fmla="*/ 0 h 54"/>
                  <a:gd name="T42" fmla="*/ 0 w 38"/>
                  <a:gd name="T43" fmla="*/ 0 h 54"/>
                  <a:gd name="T44" fmla="*/ 0 w 38"/>
                  <a:gd name="T45" fmla="*/ 0 h 54"/>
                  <a:gd name="T46" fmla="*/ 0 w 38"/>
                  <a:gd name="T47" fmla="*/ 0 h 54"/>
                  <a:gd name="T48" fmla="*/ 0 w 38"/>
                  <a:gd name="T49" fmla="*/ 0 h 5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38"/>
                  <a:gd name="T76" fmla="*/ 0 h 54"/>
                  <a:gd name="T77" fmla="*/ 38 w 38"/>
                  <a:gd name="T78" fmla="*/ 54 h 5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38" h="54">
                    <a:moveTo>
                      <a:pt x="20" y="7"/>
                    </a:moveTo>
                    <a:lnTo>
                      <a:pt x="20" y="8"/>
                    </a:lnTo>
                    <a:lnTo>
                      <a:pt x="19" y="4"/>
                    </a:lnTo>
                    <a:lnTo>
                      <a:pt x="15" y="1"/>
                    </a:lnTo>
                    <a:lnTo>
                      <a:pt x="12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11"/>
                    </a:lnTo>
                    <a:lnTo>
                      <a:pt x="1" y="17"/>
                    </a:lnTo>
                    <a:lnTo>
                      <a:pt x="4" y="24"/>
                    </a:lnTo>
                    <a:lnTo>
                      <a:pt x="8" y="32"/>
                    </a:lnTo>
                    <a:lnTo>
                      <a:pt x="14" y="39"/>
                    </a:lnTo>
                    <a:lnTo>
                      <a:pt x="20" y="46"/>
                    </a:lnTo>
                    <a:lnTo>
                      <a:pt x="27" y="50"/>
                    </a:lnTo>
                    <a:lnTo>
                      <a:pt x="33" y="54"/>
                    </a:lnTo>
                    <a:lnTo>
                      <a:pt x="38" y="54"/>
                    </a:lnTo>
                    <a:lnTo>
                      <a:pt x="36" y="42"/>
                    </a:lnTo>
                    <a:lnTo>
                      <a:pt x="32" y="29"/>
                    </a:lnTo>
                    <a:lnTo>
                      <a:pt x="25" y="16"/>
                    </a:lnTo>
                    <a:lnTo>
                      <a:pt x="2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2" name="Freeform 1860">
                <a:extLst>
                  <a:ext uri="{FF2B5EF4-FFF2-40B4-BE49-F238E27FC236}">
                    <a16:creationId xmlns:a16="http://schemas.microsoft.com/office/drawing/2014/main" xmlns="" id="{2409D265-1C19-D907-BA86-47A8FE888C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" y="2714"/>
                <a:ext cx="8" cy="6"/>
              </a:xfrm>
              <a:custGeom>
                <a:avLst/>
                <a:gdLst>
                  <a:gd name="T0" fmla="*/ 0 w 52"/>
                  <a:gd name="T1" fmla="*/ 0 h 36"/>
                  <a:gd name="T2" fmla="*/ 0 w 52"/>
                  <a:gd name="T3" fmla="*/ 0 h 36"/>
                  <a:gd name="T4" fmla="*/ 0 w 52"/>
                  <a:gd name="T5" fmla="*/ 0 h 36"/>
                  <a:gd name="T6" fmla="*/ 0 w 52"/>
                  <a:gd name="T7" fmla="*/ 0 h 36"/>
                  <a:gd name="T8" fmla="*/ 0 w 52"/>
                  <a:gd name="T9" fmla="*/ 0 h 36"/>
                  <a:gd name="T10" fmla="*/ 0 w 52"/>
                  <a:gd name="T11" fmla="*/ 0 h 36"/>
                  <a:gd name="T12" fmla="*/ 0 w 52"/>
                  <a:gd name="T13" fmla="*/ 0 h 36"/>
                  <a:gd name="T14" fmla="*/ 0 w 52"/>
                  <a:gd name="T15" fmla="*/ 0 h 36"/>
                  <a:gd name="T16" fmla="*/ 0 w 52"/>
                  <a:gd name="T17" fmla="*/ 0 h 36"/>
                  <a:gd name="T18" fmla="*/ 0 w 52"/>
                  <a:gd name="T19" fmla="*/ 0 h 36"/>
                  <a:gd name="T20" fmla="*/ 0 w 52"/>
                  <a:gd name="T21" fmla="*/ 0 h 36"/>
                  <a:gd name="T22" fmla="*/ 0 w 52"/>
                  <a:gd name="T23" fmla="*/ 0 h 36"/>
                  <a:gd name="T24" fmla="*/ 0 w 52"/>
                  <a:gd name="T25" fmla="*/ 0 h 36"/>
                  <a:gd name="T26" fmla="*/ 0 w 52"/>
                  <a:gd name="T27" fmla="*/ 0 h 36"/>
                  <a:gd name="T28" fmla="*/ 0 w 52"/>
                  <a:gd name="T29" fmla="*/ 0 h 36"/>
                  <a:gd name="T30" fmla="*/ 0 w 52"/>
                  <a:gd name="T31" fmla="*/ 0 h 36"/>
                  <a:gd name="T32" fmla="*/ 0 w 52"/>
                  <a:gd name="T33" fmla="*/ 0 h 36"/>
                  <a:gd name="T34" fmla="*/ 0 w 52"/>
                  <a:gd name="T35" fmla="*/ 0 h 36"/>
                  <a:gd name="T36" fmla="*/ 0 w 52"/>
                  <a:gd name="T37" fmla="*/ 0 h 36"/>
                  <a:gd name="T38" fmla="*/ 0 w 52"/>
                  <a:gd name="T39" fmla="*/ 0 h 36"/>
                  <a:gd name="T40" fmla="*/ 0 w 52"/>
                  <a:gd name="T41" fmla="*/ 0 h 36"/>
                  <a:gd name="T42" fmla="*/ 0 w 52"/>
                  <a:gd name="T43" fmla="*/ 0 h 36"/>
                  <a:gd name="T44" fmla="*/ 0 w 52"/>
                  <a:gd name="T45" fmla="*/ 0 h 36"/>
                  <a:gd name="T46" fmla="*/ 0 w 52"/>
                  <a:gd name="T47" fmla="*/ 0 h 36"/>
                  <a:gd name="T48" fmla="*/ 0 w 52"/>
                  <a:gd name="T49" fmla="*/ 0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2"/>
                  <a:gd name="T76" fmla="*/ 0 h 36"/>
                  <a:gd name="T77" fmla="*/ 52 w 52"/>
                  <a:gd name="T78" fmla="*/ 36 h 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2" h="36">
                    <a:moveTo>
                      <a:pt x="41" y="27"/>
                    </a:moveTo>
                    <a:lnTo>
                      <a:pt x="46" y="24"/>
                    </a:lnTo>
                    <a:lnTo>
                      <a:pt x="51" y="21"/>
                    </a:lnTo>
                    <a:lnTo>
                      <a:pt x="52" y="16"/>
                    </a:lnTo>
                    <a:lnTo>
                      <a:pt x="52" y="12"/>
                    </a:lnTo>
                    <a:lnTo>
                      <a:pt x="50" y="6"/>
                    </a:lnTo>
                    <a:lnTo>
                      <a:pt x="46" y="2"/>
                    </a:lnTo>
                    <a:lnTo>
                      <a:pt x="41" y="0"/>
                    </a:lnTo>
                    <a:lnTo>
                      <a:pt x="36" y="0"/>
                    </a:lnTo>
                    <a:lnTo>
                      <a:pt x="33" y="0"/>
                    </a:lnTo>
                    <a:lnTo>
                      <a:pt x="29" y="1"/>
                    </a:lnTo>
                    <a:lnTo>
                      <a:pt x="21" y="4"/>
                    </a:lnTo>
                    <a:lnTo>
                      <a:pt x="13" y="8"/>
                    </a:lnTo>
                    <a:lnTo>
                      <a:pt x="6" y="15"/>
                    </a:lnTo>
                    <a:lnTo>
                      <a:pt x="3" y="22"/>
                    </a:lnTo>
                    <a:lnTo>
                      <a:pt x="0" y="29"/>
                    </a:lnTo>
                    <a:lnTo>
                      <a:pt x="0" y="31"/>
                    </a:lnTo>
                    <a:lnTo>
                      <a:pt x="4" y="33"/>
                    </a:lnTo>
                    <a:lnTo>
                      <a:pt x="9" y="36"/>
                    </a:lnTo>
                    <a:lnTo>
                      <a:pt x="13" y="36"/>
                    </a:lnTo>
                    <a:lnTo>
                      <a:pt x="18" y="36"/>
                    </a:lnTo>
                    <a:lnTo>
                      <a:pt x="24" y="33"/>
                    </a:lnTo>
                    <a:lnTo>
                      <a:pt x="30" y="32"/>
                    </a:lnTo>
                    <a:lnTo>
                      <a:pt x="36" y="30"/>
                    </a:lnTo>
                    <a:lnTo>
                      <a:pt x="41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3" name="Freeform 1861">
                <a:extLst>
                  <a:ext uri="{FF2B5EF4-FFF2-40B4-BE49-F238E27FC236}">
                    <a16:creationId xmlns:a16="http://schemas.microsoft.com/office/drawing/2014/main" xmlns="" id="{FAB40502-E998-5FC6-4DB8-C4CD21701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2704"/>
                <a:ext cx="33" cy="39"/>
              </a:xfrm>
              <a:custGeom>
                <a:avLst/>
                <a:gdLst>
                  <a:gd name="T0" fmla="*/ 0 w 198"/>
                  <a:gd name="T1" fmla="*/ 0 h 236"/>
                  <a:gd name="T2" fmla="*/ 0 w 198"/>
                  <a:gd name="T3" fmla="*/ 0 h 236"/>
                  <a:gd name="T4" fmla="*/ 0 w 198"/>
                  <a:gd name="T5" fmla="*/ 0 h 236"/>
                  <a:gd name="T6" fmla="*/ 0 w 198"/>
                  <a:gd name="T7" fmla="*/ 0 h 236"/>
                  <a:gd name="T8" fmla="*/ 0 w 198"/>
                  <a:gd name="T9" fmla="*/ 0 h 236"/>
                  <a:gd name="T10" fmla="*/ 0 w 198"/>
                  <a:gd name="T11" fmla="*/ 0 h 236"/>
                  <a:gd name="T12" fmla="*/ 0 w 198"/>
                  <a:gd name="T13" fmla="*/ 0 h 236"/>
                  <a:gd name="T14" fmla="*/ 0 w 198"/>
                  <a:gd name="T15" fmla="*/ 0 h 236"/>
                  <a:gd name="T16" fmla="*/ 0 w 198"/>
                  <a:gd name="T17" fmla="*/ 0 h 236"/>
                  <a:gd name="T18" fmla="*/ 0 w 198"/>
                  <a:gd name="T19" fmla="*/ 0 h 236"/>
                  <a:gd name="T20" fmla="*/ 0 w 198"/>
                  <a:gd name="T21" fmla="*/ 0 h 236"/>
                  <a:gd name="T22" fmla="*/ 0 w 198"/>
                  <a:gd name="T23" fmla="*/ 0 h 236"/>
                  <a:gd name="T24" fmla="*/ 0 w 198"/>
                  <a:gd name="T25" fmla="*/ 0 h 236"/>
                  <a:gd name="T26" fmla="*/ 0 w 198"/>
                  <a:gd name="T27" fmla="*/ 0 h 236"/>
                  <a:gd name="T28" fmla="*/ 0 w 198"/>
                  <a:gd name="T29" fmla="*/ 0 h 236"/>
                  <a:gd name="T30" fmla="*/ 0 w 198"/>
                  <a:gd name="T31" fmla="*/ 0 h 236"/>
                  <a:gd name="T32" fmla="*/ 0 w 198"/>
                  <a:gd name="T33" fmla="*/ 0 h 236"/>
                  <a:gd name="T34" fmla="*/ 0 w 198"/>
                  <a:gd name="T35" fmla="*/ 0 h 236"/>
                  <a:gd name="T36" fmla="*/ 0 w 198"/>
                  <a:gd name="T37" fmla="*/ 0 h 236"/>
                  <a:gd name="T38" fmla="*/ 0 w 198"/>
                  <a:gd name="T39" fmla="*/ 0 h 236"/>
                  <a:gd name="T40" fmla="*/ 0 w 198"/>
                  <a:gd name="T41" fmla="*/ 0 h 236"/>
                  <a:gd name="T42" fmla="*/ 0 w 198"/>
                  <a:gd name="T43" fmla="*/ 0 h 236"/>
                  <a:gd name="T44" fmla="*/ 0 w 198"/>
                  <a:gd name="T45" fmla="*/ 0 h 236"/>
                  <a:gd name="T46" fmla="*/ 0 w 198"/>
                  <a:gd name="T47" fmla="*/ 0 h 236"/>
                  <a:gd name="T48" fmla="*/ 0 w 198"/>
                  <a:gd name="T49" fmla="*/ 0 h 236"/>
                  <a:gd name="T50" fmla="*/ 0 w 198"/>
                  <a:gd name="T51" fmla="*/ 0 h 236"/>
                  <a:gd name="T52" fmla="*/ 0 w 198"/>
                  <a:gd name="T53" fmla="*/ 0 h 236"/>
                  <a:gd name="T54" fmla="*/ 0 w 198"/>
                  <a:gd name="T55" fmla="*/ 0 h 236"/>
                  <a:gd name="T56" fmla="*/ 0 w 198"/>
                  <a:gd name="T57" fmla="*/ 0 h 236"/>
                  <a:gd name="T58" fmla="*/ 0 w 198"/>
                  <a:gd name="T59" fmla="*/ 0 h 236"/>
                  <a:gd name="T60" fmla="*/ 0 w 198"/>
                  <a:gd name="T61" fmla="*/ 0 h 236"/>
                  <a:gd name="T62" fmla="*/ 0 w 198"/>
                  <a:gd name="T63" fmla="*/ 0 h 236"/>
                  <a:gd name="T64" fmla="*/ 0 w 198"/>
                  <a:gd name="T65" fmla="*/ 0 h 236"/>
                  <a:gd name="T66" fmla="*/ 0 w 198"/>
                  <a:gd name="T67" fmla="*/ 0 h 236"/>
                  <a:gd name="T68" fmla="*/ 0 w 198"/>
                  <a:gd name="T69" fmla="*/ 0 h 236"/>
                  <a:gd name="T70" fmla="*/ 0 w 198"/>
                  <a:gd name="T71" fmla="*/ 0 h 236"/>
                  <a:gd name="T72" fmla="*/ 0 w 198"/>
                  <a:gd name="T73" fmla="*/ 0 h 236"/>
                  <a:gd name="T74" fmla="*/ 0 w 198"/>
                  <a:gd name="T75" fmla="*/ 0 h 236"/>
                  <a:gd name="T76" fmla="*/ 0 w 198"/>
                  <a:gd name="T77" fmla="*/ 0 h 236"/>
                  <a:gd name="T78" fmla="*/ 0 w 198"/>
                  <a:gd name="T79" fmla="*/ 0 h 236"/>
                  <a:gd name="T80" fmla="*/ 0 w 198"/>
                  <a:gd name="T81" fmla="*/ 0 h 236"/>
                  <a:gd name="T82" fmla="*/ 0 w 198"/>
                  <a:gd name="T83" fmla="*/ 0 h 236"/>
                  <a:gd name="T84" fmla="*/ 0 w 198"/>
                  <a:gd name="T85" fmla="*/ 0 h 236"/>
                  <a:gd name="T86" fmla="*/ 0 w 198"/>
                  <a:gd name="T87" fmla="*/ 0 h 236"/>
                  <a:gd name="T88" fmla="*/ 0 w 198"/>
                  <a:gd name="T89" fmla="*/ 0 h 236"/>
                  <a:gd name="T90" fmla="*/ 0 w 198"/>
                  <a:gd name="T91" fmla="*/ 0 h 236"/>
                  <a:gd name="T92" fmla="*/ 0 w 198"/>
                  <a:gd name="T93" fmla="*/ 0 h 236"/>
                  <a:gd name="T94" fmla="*/ 0 w 198"/>
                  <a:gd name="T95" fmla="*/ 0 h 236"/>
                  <a:gd name="T96" fmla="*/ 0 w 198"/>
                  <a:gd name="T97" fmla="*/ 0 h 236"/>
                  <a:gd name="T98" fmla="*/ 0 w 198"/>
                  <a:gd name="T99" fmla="*/ 0 h 236"/>
                  <a:gd name="T100" fmla="*/ 0 w 198"/>
                  <a:gd name="T101" fmla="*/ 0 h 236"/>
                  <a:gd name="T102" fmla="*/ 0 w 198"/>
                  <a:gd name="T103" fmla="*/ 0 h 236"/>
                  <a:gd name="T104" fmla="*/ 0 w 198"/>
                  <a:gd name="T105" fmla="*/ 0 h 236"/>
                  <a:gd name="T106" fmla="*/ 0 w 198"/>
                  <a:gd name="T107" fmla="*/ 0 h 236"/>
                  <a:gd name="T108" fmla="*/ 0 w 198"/>
                  <a:gd name="T109" fmla="*/ 0 h 236"/>
                  <a:gd name="T110" fmla="*/ 0 w 198"/>
                  <a:gd name="T111" fmla="*/ 0 h 236"/>
                  <a:gd name="T112" fmla="*/ 0 w 198"/>
                  <a:gd name="T113" fmla="*/ 0 h 236"/>
                  <a:gd name="T114" fmla="*/ 0 w 198"/>
                  <a:gd name="T115" fmla="*/ 0 h 236"/>
                  <a:gd name="T116" fmla="*/ 0 w 198"/>
                  <a:gd name="T117" fmla="*/ 0 h 236"/>
                  <a:gd name="T118" fmla="*/ 0 w 198"/>
                  <a:gd name="T119" fmla="*/ 0 h 236"/>
                  <a:gd name="T120" fmla="*/ 0 w 198"/>
                  <a:gd name="T121" fmla="*/ 0 h 2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98"/>
                  <a:gd name="T184" fmla="*/ 0 h 236"/>
                  <a:gd name="T185" fmla="*/ 198 w 198"/>
                  <a:gd name="T186" fmla="*/ 236 h 2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98" h="236">
                    <a:moveTo>
                      <a:pt x="73" y="36"/>
                    </a:moveTo>
                    <a:lnTo>
                      <a:pt x="58" y="46"/>
                    </a:lnTo>
                    <a:lnTo>
                      <a:pt x="46" y="58"/>
                    </a:lnTo>
                    <a:lnTo>
                      <a:pt x="33" y="72"/>
                    </a:lnTo>
                    <a:lnTo>
                      <a:pt x="22" y="85"/>
                    </a:lnTo>
                    <a:lnTo>
                      <a:pt x="14" y="100"/>
                    </a:lnTo>
                    <a:lnTo>
                      <a:pt x="7" y="115"/>
                    </a:lnTo>
                    <a:lnTo>
                      <a:pt x="2" y="130"/>
                    </a:lnTo>
                    <a:lnTo>
                      <a:pt x="0" y="146"/>
                    </a:lnTo>
                    <a:lnTo>
                      <a:pt x="2" y="170"/>
                    </a:lnTo>
                    <a:lnTo>
                      <a:pt x="12" y="190"/>
                    </a:lnTo>
                    <a:lnTo>
                      <a:pt x="26" y="207"/>
                    </a:lnTo>
                    <a:lnTo>
                      <a:pt x="43" y="220"/>
                    </a:lnTo>
                    <a:lnTo>
                      <a:pt x="64" y="229"/>
                    </a:lnTo>
                    <a:lnTo>
                      <a:pt x="88" y="235"/>
                    </a:lnTo>
                    <a:lnTo>
                      <a:pt x="110" y="236"/>
                    </a:lnTo>
                    <a:lnTo>
                      <a:pt x="132" y="232"/>
                    </a:lnTo>
                    <a:lnTo>
                      <a:pt x="137" y="232"/>
                    </a:lnTo>
                    <a:lnTo>
                      <a:pt x="142" y="230"/>
                    </a:lnTo>
                    <a:lnTo>
                      <a:pt x="145" y="226"/>
                    </a:lnTo>
                    <a:lnTo>
                      <a:pt x="146" y="221"/>
                    </a:lnTo>
                    <a:lnTo>
                      <a:pt x="145" y="219"/>
                    </a:lnTo>
                    <a:lnTo>
                      <a:pt x="142" y="219"/>
                    </a:lnTo>
                    <a:lnTo>
                      <a:pt x="137" y="217"/>
                    </a:lnTo>
                    <a:lnTo>
                      <a:pt x="131" y="217"/>
                    </a:lnTo>
                    <a:lnTo>
                      <a:pt x="124" y="217"/>
                    </a:lnTo>
                    <a:lnTo>
                      <a:pt x="118" y="217"/>
                    </a:lnTo>
                    <a:lnTo>
                      <a:pt x="112" y="217"/>
                    </a:lnTo>
                    <a:lnTo>
                      <a:pt x="109" y="217"/>
                    </a:lnTo>
                    <a:lnTo>
                      <a:pt x="97" y="216"/>
                    </a:lnTo>
                    <a:lnTo>
                      <a:pt x="87" y="215"/>
                    </a:lnTo>
                    <a:lnTo>
                      <a:pt x="75" y="214"/>
                    </a:lnTo>
                    <a:lnTo>
                      <a:pt x="63" y="211"/>
                    </a:lnTo>
                    <a:lnTo>
                      <a:pt x="51" y="207"/>
                    </a:lnTo>
                    <a:lnTo>
                      <a:pt x="40" y="199"/>
                    </a:lnTo>
                    <a:lnTo>
                      <a:pt x="29" y="189"/>
                    </a:lnTo>
                    <a:lnTo>
                      <a:pt x="17" y="174"/>
                    </a:lnTo>
                    <a:lnTo>
                      <a:pt x="15" y="157"/>
                    </a:lnTo>
                    <a:lnTo>
                      <a:pt x="16" y="141"/>
                    </a:lnTo>
                    <a:lnTo>
                      <a:pt x="21" y="124"/>
                    </a:lnTo>
                    <a:lnTo>
                      <a:pt x="28" y="109"/>
                    </a:lnTo>
                    <a:lnTo>
                      <a:pt x="39" y="96"/>
                    </a:lnTo>
                    <a:lnTo>
                      <a:pt x="50" y="82"/>
                    </a:lnTo>
                    <a:lnTo>
                      <a:pt x="63" y="70"/>
                    </a:lnTo>
                    <a:lnTo>
                      <a:pt x="78" y="59"/>
                    </a:lnTo>
                    <a:lnTo>
                      <a:pt x="94" y="49"/>
                    </a:lnTo>
                    <a:lnTo>
                      <a:pt x="110" y="39"/>
                    </a:lnTo>
                    <a:lnTo>
                      <a:pt x="126" y="31"/>
                    </a:lnTo>
                    <a:lnTo>
                      <a:pt x="142" y="24"/>
                    </a:lnTo>
                    <a:lnTo>
                      <a:pt x="158" y="19"/>
                    </a:lnTo>
                    <a:lnTo>
                      <a:pt x="172" y="13"/>
                    </a:lnTo>
                    <a:lnTo>
                      <a:pt x="186" y="10"/>
                    </a:lnTo>
                    <a:lnTo>
                      <a:pt x="198" y="7"/>
                    </a:lnTo>
                    <a:lnTo>
                      <a:pt x="190" y="3"/>
                    </a:lnTo>
                    <a:lnTo>
                      <a:pt x="177" y="0"/>
                    </a:lnTo>
                    <a:lnTo>
                      <a:pt x="162" y="3"/>
                    </a:lnTo>
                    <a:lnTo>
                      <a:pt x="144" y="6"/>
                    </a:lnTo>
                    <a:lnTo>
                      <a:pt x="124" y="12"/>
                    </a:lnTo>
                    <a:lnTo>
                      <a:pt x="105" y="19"/>
                    </a:lnTo>
                    <a:lnTo>
                      <a:pt x="88" y="28"/>
                    </a:lnTo>
                    <a:lnTo>
                      <a:pt x="73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4" name="Freeform 1862">
                <a:extLst>
                  <a:ext uri="{FF2B5EF4-FFF2-40B4-BE49-F238E27FC236}">
                    <a16:creationId xmlns:a16="http://schemas.microsoft.com/office/drawing/2014/main" xmlns="" id="{E24A807A-F16D-078B-BCDB-E2F4553EE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2" y="2704"/>
                <a:ext cx="22" cy="30"/>
              </a:xfrm>
              <a:custGeom>
                <a:avLst/>
                <a:gdLst>
                  <a:gd name="T0" fmla="*/ 0 w 128"/>
                  <a:gd name="T1" fmla="*/ 0 h 183"/>
                  <a:gd name="T2" fmla="*/ 0 w 128"/>
                  <a:gd name="T3" fmla="*/ 0 h 183"/>
                  <a:gd name="T4" fmla="*/ 0 w 128"/>
                  <a:gd name="T5" fmla="*/ 0 h 183"/>
                  <a:gd name="T6" fmla="*/ 0 w 128"/>
                  <a:gd name="T7" fmla="*/ 0 h 183"/>
                  <a:gd name="T8" fmla="*/ 0 w 128"/>
                  <a:gd name="T9" fmla="*/ 0 h 183"/>
                  <a:gd name="T10" fmla="*/ 0 w 128"/>
                  <a:gd name="T11" fmla="*/ 0 h 183"/>
                  <a:gd name="T12" fmla="*/ 0 w 128"/>
                  <a:gd name="T13" fmla="*/ 0 h 183"/>
                  <a:gd name="T14" fmla="*/ 0 w 128"/>
                  <a:gd name="T15" fmla="*/ 0 h 183"/>
                  <a:gd name="T16" fmla="*/ 0 w 128"/>
                  <a:gd name="T17" fmla="*/ 0 h 183"/>
                  <a:gd name="T18" fmla="*/ 0 w 128"/>
                  <a:gd name="T19" fmla="*/ 0 h 183"/>
                  <a:gd name="T20" fmla="*/ 0 w 128"/>
                  <a:gd name="T21" fmla="*/ 0 h 183"/>
                  <a:gd name="T22" fmla="*/ 0 w 128"/>
                  <a:gd name="T23" fmla="*/ 0 h 183"/>
                  <a:gd name="T24" fmla="*/ 0 w 128"/>
                  <a:gd name="T25" fmla="*/ 0 h 183"/>
                  <a:gd name="T26" fmla="*/ 0 w 128"/>
                  <a:gd name="T27" fmla="*/ 0 h 183"/>
                  <a:gd name="T28" fmla="*/ 0 w 128"/>
                  <a:gd name="T29" fmla="*/ 0 h 183"/>
                  <a:gd name="T30" fmla="*/ 0 w 128"/>
                  <a:gd name="T31" fmla="*/ 0 h 183"/>
                  <a:gd name="T32" fmla="*/ 0 w 128"/>
                  <a:gd name="T33" fmla="*/ 0 h 183"/>
                  <a:gd name="T34" fmla="*/ 0 w 128"/>
                  <a:gd name="T35" fmla="*/ 0 h 183"/>
                  <a:gd name="T36" fmla="*/ 0 w 128"/>
                  <a:gd name="T37" fmla="*/ 0 h 183"/>
                  <a:gd name="T38" fmla="*/ 0 w 128"/>
                  <a:gd name="T39" fmla="*/ 0 h 183"/>
                  <a:gd name="T40" fmla="*/ 0 w 128"/>
                  <a:gd name="T41" fmla="*/ 0 h 183"/>
                  <a:gd name="T42" fmla="*/ 0 w 128"/>
                  <a:gd name="T43" fmla="*/ 0 h 183"/>
                  <a:gd name="T44" fmla="*/ 0 w 128"/>
                  <a:gd name="T45" fmla="*/ 0 h 183"/>
                  <a:gd name="T46" fmla="*/ 0 w 128"/>
                  <a:gd name="T47" fmla="*/ 0 h 183"/>
                  <a:gd name="T48" fmla="*/ 0 w 128"/>
                  <a:gd name="T49" fmla="*/ 0 h 183"/>
                  <a:gd name="T50" fmla="*/ 0 w 128"/>
                  <a:gd name="T51" fmla="*/ 0 h 183"/>
                  <a:gd name="T52" fmla="*/ 0 w 128"/>
                  <a:gd name="T53" fmla="*/ 0 h 183"/>
                  <a:gd name="T54" fmla="*/ 0 w 128"/>
                  <a:gd name="T55" fmla="*/ 0 h 183"/>
                  <a:gd name="T56" fmla="*/ 0 w 128"/>
                  <a:gd name="T57" fmla="*/ 0 h 183"/>
                  <a:gd name="T58" fmla="*/ 0 w 128"/>
                  <a:gd name="T59" fmla="*/ 0 h 183"/>
                  <a:gd name="T60" fmla="*/ 0 w 128"/>
                  <a:gd name="T61" fmla="*/ 0 h 183"/>
                  <a:gd name="T62" fmla="*/ 0 w 128"/>
                  <a:gd name="T63" fmla="*/ 0 h 183"/>
                  <a:gd name="T64" fmla="*/ 0 w 128"/>
                  <a:gd name="T65" fmla="*/ 0 h 183"/>
                  <a:gd name="T66" fmla="*/ 0 w 128"/>
                  <a:gd name="T67" fmla="*/ 0 h 183"/>
                  <a:gd name="T68" fmla="*/ 0 w 128"/>
                  <a:gd name="T69" fmla="*/ 0 h 183"/>
                  <a:gd name="T70" fmla="*/ 0 w 128"/>
                  <a:gd name="T71" fmla="*/ 0 h 183"/>
                  <a:gd name="T72" fmla="*/ 0 w 128"/>
                  <a:gd name="T73" fmla="*/ 0 h 183"/>
                  <a:gd name="T74" fmla="*/ 0 w 128"/>
                  <a:gd name="T75" fmla="*/ 0 h 183"/>
                  <a:gd name="T76" fmla="*/ 0 w 128"/>
                  <a:gd name="T77" fmla="*/ 0 h 183"/>
                  <a:gd name="T78" fmla="*/ 0 w 128"/>
                  <a:gd name="T79" fmla="*/ 0 h 183"/>
                  <a:gd name="T80" fmla="*/ 0 w 128"/>
                  <a:gd name="T81" fmla="*/ 0 h 18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28"/>
                  <a:gd name="T124" fmla="*/ 0 h 183"/>
                  <a:gd name="T125" fmla="*/ 128 w 128"/>
                  <a:gd name="T126" fmla="*/ 183 h 183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28" h="183">
                    <a:moveTo>
                      <a:pt x="108" y="61"/>
                    </a:moveTo>
                    <a:lnTo>
                      <a:pt x="111" y="80"/>
                    </a:lnTo>
                    <a:lnTo>
                      <a:pt x="109" y="97"/>
                    </a:lnTo>
                    <a:lnTo>
                      <a:pt x="101" y="110"/>
                    </a:lnTo>
                    <a:lnTo>
                      <a:pt x="89" y="123"/>
                    </a:lnTo>
                    <a:lnTo>
                      <a:pt x="75" y="134"/>
                    </a:lnTo>
                    <a:lnTo>
                      <a:pt x="60" y="145"/>
                    </a:lnTo>
                    <a:lnTo>
                      <a:pt x="43" y="156"/>
                    </a:lnTo>
                    <a:lnTo>
                      <a:pt x="29" y="167"/>
                    </a:lnTo>
                    <a:lnTo>
                      <a:pt x="27" y="170"/>
                    </a:lnTo>
                    <a:lnTo>
                      <a:pt x="26" y="172"/>
                    </a:lnTo>
                    <a:lnTo>
                      <a:pt x="26" y="176"/>
                    </a:lnTo>
                    <a:lnTo>
                      <a:pt x="28" y="179"/>
                    </a:lnTo>
                    <a:lnTo>
                      <a:pt x="30" y="182"/>
                    </a:lnTo>
                    <a:lnTo>
                      <a:pt x="34" y="183"/>
                    </a:lnTo>
                    <a:lnTo>
                      <a:pt x="37" y="183"/>
                    </a:lnTo>
                    <a:lnTo>
                      <a:pt x="41" y="182"/>
                    </a:lnTo>
                    <a:lnTo>
                      <a:pt x="58" y="171"/>
                    </a:lnTo>
                    <a:lnTo>
                      <a:pt x="76" y="160"/>
                    </a:lnTo>
                    <a:lnTo>
                      <a:pt x="92" y="147"/>
                    </a:lnTo>
                    <a:lnTo>
                      <a:pt x="108" y="132"/>
                    </a:lnTo>
                    <a:lnTo>
                      <a:pt x="118" y="116"/>
                    </a:lnTo>
                    <a:lnTo>
                      <a:pt x="125" y="98"/>
                    </a:lnTo>
                    <a:lnTo>
                      <a:pt x="128" y="78"/>
                    </a:lnTo>
                    <a:lnTo>
                      <a:pt x="123" y="58"/>
                    </a:lnTo>
                    <a:lnTo>
                      <a:pt x="112" y="41"/>
                    </a:lnTo>
                    <a:lnTo>
                      <a:pt x="98" y="28"/>
                    </a:lnTo>
                    <a:lnTo>
                      <a:pt x="80" y="16"/>
                    </a:lnTo>
                    <a:lnTo>
                      <a:pt x="61" y="8"/>
                    </a:lnTo>
                    <a:lnTo>
                      <a:pt x="41" y="2"/>
                    </a:lnTo>
                    <a:lnTo>
                      <a:pt x="23" y="0"/>
                    </a:lnTo>
                    <a:lnTo>
                      <a:pt x="9" y="1"/>
                    </a:lnTo>
                    <a:lnTo>
                      <a:pt x="0" y="6"/>
                    </a:lnTo>
                    <a:lnTo>
                      <a:pt x="16" y="10"/>
                    </a:lnTo>
                    <a:lnTo>
                      <a:pt x="33" y="14"/>
                    </a:lnTo>
                    <a:lnTo>
                      <a:pt x="48" y="17"/>
                    </a:lnTo>
                    <a:lnTo>
                      <a:pt x="63" y="22"/>
                    </a:lnTo>
                    <a:lnTo>
                      <a:pt x="77" y="28"/>
                    </a:lnTo>
                    <a:lnTo>
                      <a:pt x="90" y="36"/>
                    </a:lnTo>
                    <a:lnTo>
                      <a:pt x="101" y="46"/>
                    </a:lnTo>
                    <a:lnTo>
                      <a:pt x="108" y="6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5" name="Freeform 1863">
                <a:extLst>
                  <a:ext uri="{FF2B5EF4-FFF2-40B4-BE49-F238E27FC236}">
                    <a16:creationId xmlns:a16="http://schemas.microsoft.com/office/drawing/2014/main" xmlns="" id="{6D581BBB-3A41-4AEB-F166-C32DA6E9F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2697"/>
                <a:ext cx="53" cy="63"/>
              </a:xfrm>
              <a:custGeom>
                <a:avLst/>
                <a:gdLst>
                  <a:gd name="T0" fmla="*/ 0 w 323"/>
                  <a:gd name="T1" fmla="*/ 0 h 379"/>
                  <a:gd name="T2" fmla="*/ 0 w 323"/>
                  <a:gd name="T3" fmla="*/ 0 h 379"/>
                  <a:gd name="T4" fmla="*/ 0 w 323"/>
                  <a:gd name="T5" fmla="*/ 0 h 379"/>
                  <a:gd name="T6" fmla="*/ 0 w 323"/>
                  <a:gd name="T7" fmla="*/ 0 h 379"/>
                  <a:gd name="T8" fmla="*/ 0 w 323"/>
                  <a:gd name="T9" fmla="*/ 0 h 379"/>
                  <a:gd name="T10" fmla="*/ 0 w 323"/>
                  <a:gd name="T11" fmla="*/ 0 h 379"/>
                  <a:gd name="T12" fmla="*/ 0 w 323"/>
                  <a:gd name="T13" fmla="*/ 0 h 379"/>
                  <a:gd name="T14" fmla="*/ 0 w 323"/>
                  <a:gd name="T15" fmla="*/ 0 h 379"/>
                  <a:gd name="T16" fmla="*/ 0 w 323"/>
                  <a:gd name="T17" fmla="*/ 0 h 379"/>
                  <a:gd name="T18" fmla="*/ 0 w 323"/>
                  <a:gd name="T19" fmla="*/ 0 h 379"/>
                  <a:gd name="T20" fmla="*/ 0 w 323"/>
                  <a:gd name="T21" fmla="*/ 0 h 379"/>
                  <a:gd name="T22" fmla="*/ 0 w 323"/>
                  <a:gd name="T23" fmla="*/ 0 h 379"/>
                  <a:gd name="T24" fmla="*/ 0 w 323"/>
                  <a:gd name="T25" fmla="*/ 0 h 379"/>
                  <a:gd name="T26" fmla="*/ 0 w 323"/>
                  <a:gd name="T27" fmla="*/ 0 h 379"/>
                  <a:gd name="T28" fmla="*/ 0 w 323"/>
                  <a:gd name="T29" fmla="*/ 0 h 379"/>
                  <a:gd name="T30" fmla="*/ 0 w 323"/>
                  <a:gd name="T31" fmla="*/ 0 h 379"/>
                  <a:gd name="T32" fmla="*/ 0 w 323"/>
                  <a:gd name="T33" fmla="*/ 0 h 379"/>
                  <a:gd name="T34" fmla="*/ 0 w 323"/>
                  <a:gd name="T35" fmla="*/ 0 h 379"/>
                  <a:gd name="T36" fmla="*/ 0 w 323"/>
                  <a:gd name="T37" fmla="*/ 0 h 379"/>
                  <a:gd name="T38" fmla="*/ 0 w 323"/>
                  <a:gd name="T39" fmla="*/ 0 h 379"/>
                  <a:gd name="T40" fmla="*/ 0 w 323"/>
                  <a:gd name="T41" fmla="*/ 0 h 379"/>
                  <a:gd name="T42" fmla="*/ 0 w 323"/>
                  <a:gd name="T43" fmla="*/ 0 h 379"/>
                  <a:gd name="T44" fmla="*/ 0 w 323"/>
                  <a:gd name="T45" fmla="*/ 0 h 379"/>
                  <a:gd name="T46" fmla="*/ 0 w 323"/>
                  <a:gd name="T47" fmla="*/ 0 h 379"/>
                  <a:gd name="T48" fmla="*/ 0 w 323"/>
                  <a:gd name="T49" fmla="*/ 0 h 379"/>
                  <a:gd name="T50" fmla="*/ 0 w 323"/>
                  <a:gd name="T51" fmla="*/ 0 h 379"/>
                  <a:gd name="T52" fmla="*/ 0 w 323"/>
                  <a:gd name="T53" fmla="*/ 0 h 379"/>
                  <a:gd name="T54" fmla="*/ 0 w 323"/>
                  <a:gd name="T55" fmla="*/ 0 h 379"/>
                  <a:gd name="T56" fmla="*/ 0 w 323"/>
                  <a:gd name="T57" fmla="*/ 0 h 379"/>
                  <a:gd name="T58" fmla="*/ 0 w 323"/>
                  <a:gd name="T59" fmla="*/ 0 h 379"/>
                  <a:gd name="T60" fmla="*/ 0 w 323"/>
                  <a:gd name="T61" fmla="*/ 0 h 379"/>
                  <a:gd name="T62" fmla="*/ 0 w 323"/>
                  <a:gd name="T63" fmla="*/ 0 h 379"/>
                  <a:gd name="T64" fmla="*/ 0 w 323"/>
                  <a:gd name="T65" fmla="*/ 0 h 379"/>
                  <a:gd name="T66" fmla="*/ 0 w 323"/>
                  <a:gd name="T67" fmla="*/ 0 h 379"/>
                  <a:gd name="T68" fmla="*/ 0 w 323"/>
                  <a:gd name="T69" fmla="*/ 0 h 379"/>
                  <a:gd name="T70" fmla="*/ 0 w 323"/>
                  <a:gd name="T71" fmla="*/ 0 h 379"/>
                  <a:gd name="T72" fmla="*/ 0 w 323"/>
                  <a:gd name="T73" fmla="*/ 0 h 379"/>
                  <a:gd name="T74" fmla="*/ 0 w 323"/>
                  <a:gd name="T75" fmla="*/ 0 h 379"/>
                  <a:gd name="T76" fmla="*/ 0 w 323"/>
                  <a:gd name="T77" fmla="*/ 0 h 379"/>
                  <a:gd name="T78" fmla="*/ 0 w 323"/>
                  <a:gd name="T79" fmla="*/ 0 h 379"/>
                  <a:gd name="T80" fmla="*/ 0 w 323"/>
                  <a:gd name="T81" fmla="*/ 0 h 379"/>
                  <a:gd name="T82" fmla="*/ 0 w 323"/>
                  <a:gd name="T83" fmla="*/ 0 h 379"/>
                  <a:gd name="T84" fmla="*/ 0 w 323"/>
                  <a:gd name="T85" fmla="*/ 0 h 379"/>
                  <a:gd name="T86" fmla="*/ 0 w 323"/>
                  <a:gd name="T87" fmla="*/ 0 h 37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23"/>
                  <a:gd name="T133" fmla="*/ 0 h 379"/>
                  <a:gd name="T134" fmla="*/ 323 w 323"/>
                  <a:gd name="T135" fmla="*/ 379 h 37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23" h="379">
                    <a:moveTo>
                      <a:pt x="126" y="50"/>
                    </a:moveTo>
                    <a:lnTo>
                      <a:pt x="101" y="70"/>
                    </a:lnTo>
                    <a:lnTo>
                      <a:pt x="76" y="92"/>
                    </a:lnTo>
                    <a:lnTo>
                      <a:pt x="54" y="115"/>
                    </a:lnTo>
                    <a:lnTo>
                      <a:pt x="34" y="140"/>
                    </a:lnTo>
                    <a:lnTo>
                      <a:pt x="18" y="167"/>
                    </a:lnTo>
                    <a:lnTo>
                      <a:pt x="6" y="196"/>
                    </a:lnTo>
                    <a:lnTo>
                      <a:pt x="0" y="227"/>
                    </a:lnTo>
                    <a:lnTo>
                      <a:pt x="1" y="259"/>
                    </a:lnTo>
                    <a:lnTo>
                      <a:pt x="4" y="267"/>
                    </a:lnTo>
                    <a:lnTo>
                      <a:pt x="7" y="277"/>
                    </a:lnTo>
                    <a:lnTo>
                      <a:pt x="11" y="283"/>
                    </a:lnTo>
                    <a:lnTo>
                      <a:pt x="15" y="291"/>
                    </a:lnTo>
                    <a:lnTo>
                      <a:pt x="21" y="298"/>
                    </a:lnTo>
                    <a:lnTo>
                      <a:pt x="27" y="305"/>
                    </a:lnTo>
                    <a:lnTo>
                      <a:pt x="34" y="311"/>
                    </a:lnTo>
                    <a:lnTo>
                      <a:pt x="41" y="316"/>
                    </a:lnTo>
                    <a:lnTo>
                      <a:pt x="57" y="325"/>
                    </a:lnTo>
                    <a:lnTo>
                      <a:pt x="72" y="333"/>
                    </a:lnTo>
                    <a:lnTo>
                      <a:pt x="87" y="340"/>
                    </a:lnTo>
                    <a:lnTo>
                      <a:pt x="103" y="345"/>
                    </a:lnTo>
                    <a:lnTo>
                      <a:pt x="120" y="351"/>
                    </a:lnTo>
                    <a:lnTo>
                      <a:pt x="136" y="356"/>
                    </a:lnTo>
                    <a:lnTo>
                      <a:pt x="153" y="360"/>
                    </a:lnTo>
                    <a:lnTo>
                      <a:pt x="169" y="364"/>
                    </a:lnTo>
                    <a:lnTo>
                      <a:pt x="187" y="367"/>
                    </a:lnTo>
                    <a:lnTo>
                      <a:pt x="204" y="370"/>
                    </a:lnTo>
                    <a:lnTo>
                      <a:pt x="221" y="372"/>
                    </a:lnTo>
                    <a:lnTo>
                      <a:pt x="238" y="374"/>
                    </a:lnTo>
                    <a:lnTo>
                      <a:pt x="256" y="375"/>
                    </a:lnTo>
                    <a:lnTo>
                      <a:pt x="273" y="376"/>
                    </a:lnTo>
                    <a:lnTo>
                      <a:pt x="290" y="378"/>
                    </a:lnTo>
                    <a:lnTo>
                      <a:pt x="307" y="379"/>
                    </a:lnTo>
                    <a:lnTo>
                      <a:pt x="312" y="379"/>
                    </a:lnTo>
                    <a:lnTo>
                      <a:pt x="317" y="375"/>
                    </a:lnTo>
                    <a:lnTo>
                      <a:pt x="320" y="372"/>
                    </a:lnTo>
                    <a:lnTo>
                      <a:pt x="323" y="366"/>
                    </a:lnTo>
                    <a:lnTo>
                      <a:pt x="323" y="360"/>
                    </a:lnTo>
                    <a:lnTo>
                      <a:pt x="320" y="356"/>
                    </a:lnTo>
                    <a:lnTo>
                      <a:pt x="316" y="352"/>
                    </a:lnTo>
                    <a:lnTo>
                      <a:pt x="311" y="351"/>
                    </a:lnTo>
                    <a:lnTo>
                      <a:pt x="295" y="351"/>
                    </a:lnTo>
                    <a:lnTo>
                      <a:pt x="279" y="351"/>
                    </a:lnTo>
                    <a:lnTo>
                      <a:pt x="263" y="350"/>
                    </a:lnTo>
                    <a:lnTo>
                      <a:pt x="248" y="349"/>
                    </a:lnTo>
                    <a:lnTo>
                      <a:pt x="231" y="348"/>
                    </a:lnTo>
                    <a:lnTo>
                      <a:pt x="215" y="345"/>
                    </a:lnTo>
                    <a:lnTo>
                      <a:pt x="200" y="343"/>
                    </a:lnTo>
                    <a:lnTo>
                      <a:pt x="183" y="341"/>
                    </a:lnTo>
                    <a:lnTo>
                      <a:pt x="168" y="337"/>
                    </a:lnTo>
                    <a:lnTo>
                      <a:pt x="151" y="334"/>
                    </a:lnTo>
                    <a:lnTo>
                      <a:pt x="136" y="329"/>
                    </a:lnTo>
                    <a:lnTo>
                      <a:pt x="121" y="325"/>
                    </a:lnTo>
                    <a:lnTo>
                      <a:pt x="106" y="320"/>
                    </a:lnTo>
                    <a:lnTo>
                      <a:pt x="92" y="313"/>
                    </a:lnTo>
                    <a:lnTo>
                      <a:pt x="76" y="306"/>
                    </a:lnTo>
                    <a:lnTo>
                      <a:pt x="62" y="300"/>
                    </a:lnTo>
                    <a:lnTo>
                      <a:pt x="51" y="291"/>
                    </a:lnTo>
                    <a:lnTo>
                      <a:pt x="41" y="280"/>
                    </a:lnTo>
                    <a:lnTo>
                      <a:pt x="35" y="269"/>
                    </a:lnTo>
                    <a:lnTo>
                      <a:pt x="31" y="255"/>
                    </a:lnTo>
                    <a:lnTo>
                      <a:pt x="31" y="239"/>
                    </a:lnTo>
                    <a:lnTo>
                      <a:pt x="33" y="218"/>
                    </a:lnTo>
                    <a:lnTo>
                      <a:pt x="38" y="197"/>
                    </a:lnTo>
                    <a:lnTo>
                      <a:pt x="42" y="182"/>
                    </a:lnTo>
                    <a:lnTo>
                      <a:pt x="51" y="165"/>
                    </a:lnTo>
                    <a:lnTo>
                      <a:pt x="60" y="150"/>
                    </a:lnTo>
                    <a:lnTo>
                      <a:pt x="68" y="136"/>
                    </a:lnTo>
                    <a:lnTo>
                      <a:pt x="79" y="124"/>
                    </a:lnTo>
                    <a:lnTo>
                      <a:pt x="89" y="111"/>
                    </a:lnTo>
                    <a:lnTo>
                      <a:pt x="101" y="100"/>
                    </a:lnTo>
                    <a:lnTo>
                      <a:pt x="114" y="88"/>
                    </a:lnTo>
                    <a:lnTo>
                      <a:pt x="129" y="76"/>
                    </a:lnTo>
                    <a:lnTo>
                      <a:pt x="144" y="64"/>
                    </a:lnTo>
                    <a:lnTo>
                      <a:pt x="162" y="53"/>
                    </a:lnTo>
                    <a:lnTo>
                      <a:pt x="181" y="41"/>
                    </a:lnTo>
                    <a:lnTo>
                      <a:pt x="201" y="31"/>
                    </a:lnTo>
                    <a:lnTo>
                      <a:pt x="219" y="22"/>
                    </a:lnTo>
                    <a:lnTo>
                      <a:pt x="237" y="14"/>
                    </a:lnTo>
                    <a:lnTo>
                      <a:pt x="253" y="7"/>
                    </a:lnTo>
                    <a:lnTo>
                      <a:pt x="268" y="1"/>
                    </a:lnTo>
                    <a:lnTo>
                      <a:pt x="255" y="0"/>
                    </a:lnTo>
                    <a:lnTo>
                      <a:pt x="238" y="1"/>
                    </a:lnTo>
                    <a:lnTo>
                      <a:pt x="221" y="5"/>
                    </a:lnTo>
                    <a:lnTo>
                      <a:pt x="201" y="11"/>
                    </a:lnTo>
                    <a:lnTo>
                      <a:pt x="181" y="19"/>
                    </a:lnTo>
                    <a:lnTo>
                      <a:pt x="161" y="28"/>
                    </a:lnTo>
                    <a:lnTo>
                      <a:pt x="142" y="39"/>
                    </a:lnTo>
                    <a:lnTo>
                      <a:pt x="126" y="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6" name="Freeform 1864">
                <a:extLst>
                  <a:ext uri="{FF2B5EF4-FFF2-40B4-BE49-F238E27FC236}">
                    <a16:creationId xmlns:a16="http://schemas.microsoft.com/office/drawing/2014/main" xmlns="" id="{4DA814ED-84D0-87BA-5266-8EF2E058EA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2695"/>
                <a:ext cx="47" cy="42"/>
              </a:xfrm>
              <a:custGeom>
                <a:avLst/>
                <a:gdLst>
                  <a:gd name="T0" fmla="*/ 0 w 282"/>
                  <a:gd name="T1" fmla="*/ 0 h 253"/>
                  <a:gd name="T2" fmla="*/ 0 w 282"/>
                  <a:gd name="T3" fmla="*/ 0 h 253"/>
                  <a:gd name="T4" fmla="*/ 0 w 282"/>
                  <a:gd name="T5" fmla="*/ 0 h 253"/>
                  <a:gd name="T6" fmla="*/ 0 w 282"/>
                  <a:gd name="T7" fmla="*/ 0 h 253"/>
                  <a:gd name="T8" fmla="*/ 0 w 282"/>
                  <a:gd name="T9" fmla="*/ 0 h 253"/>
                  <a:gd name="T10" fmla="*/ 0 w 282"/>
                  <a:gd name="T11" fmla="*/ 0 h 253"/>
                  <a:gd name="T12" fmla="*/ 0 w 282"/>
                  <a:gd name="T13" fmla="*/ 0 h 253"/>
                  <a:gd name="T14" fmla="*/ 0 w 282"/>
                  <a:gd name="T15" fmla="*/ 0 h 253"/>
                  <a:gd name="T16" fmla="*/ 0 w 282"/>
                  <a:gd name="T17" fmla="*/ 0 h 253"/>
                  <a:gd name="T18" fmla="*/ 0 w 282"/>
                  <a:gd name="T19" fmla="*/ 0 h 253"/>
                  <a:gd name="T20" fmla="*/ 0 w 282"/>
                  <a:gd name="T21" fmla="*/ 0 h 253"/>
                  <a:gd name="T22" fmla="*/ 0 w 282"/>
                  <a:gd name="T23" fmla="*/ 0 h 253"/>
                  <a:gd name="T24" fmla="*/ 0 w 282"/>
                  <a:gd name="T25" fmla="*/ 0 h 253"/>
                  <a:gd name="T26" fmla="*/ 0 w 282"/>
                  <a:gd name="T27" fmla="*/ 0 h 253"/>
                  <a:gd name="T28" fmla="*/ 0 w 282"/>
                  <a:gd name="T29" fmla="*/ 0 h 253"/>
                  <a:gd name="T30" fmla="*/ 0 w 282"/>
                  <a:gd name="T31" fmla="*/ 0 h 253"/>
                  <a:gd name="T32" fmla="*/ 0 w 282"/>
                  <a:gd name="T33" fmla="*/ 0 h 253"/>
                  <a:gd name="T34" fmla="*/ 0 w 282"/>
                  <a:gd name="T35" fmla="*/ 0 h 253"/>
                  <a:gd name="T36" fmla="*/ 0 w 282"/>
                  <a:gd name="T37" fmla="*/ 0 h 253"/>
                  <a:gd name="T38" fmla="*/ 0 w 282"/>
                  <a:gd name="T39" fmla="*/ 0 h 253"/>
                  <a:gd name="T40" fmla="*/ 0 w 282"/>
                  <a:gd name="T41" fmla="*/ 0 h 253"/>
                  <a:gd name="T42" fmla="*/ 0 w 282"/>
                  <a:gd name="T43" fmla="*/ 0 h 253"/>
                  <a:gd name="T44" fmla="*/ 0 w 282"/>
                  <a:gd name="T45" fmla="*/ 0 h 253"/>
                  <a:gd name="T46" fmla="*/ 0 w 282"/>
                  <a:gd name="T47" fmla="*/ 0 h 253"/>
                  <a:gd name="T48" fmla="*/ 0 w 282"/>
                  <a:gd name="T49" fmla="*/ 0 h 253"/>
                  <a:gd name="T50" fmla="*/ 0 w 282"/>
                  <a:gd name="T51" fmla="*/ 0 h 253"/>
                  <a:gd name="T52" fmla="*/ 0 w 282"/>
                  <a:gd name="T53" fmla="*/ 0 h 253"/>
                  <a:gd name="T54" fmla="*/ 0 w 282"/>
                  <a:gd name="T55" fmla="*/ 0 h 253"/>
                  <a:gd name="T56" fmla="*/ 0 w 282"/>
                  <a:gd name="T57" fmla="*/ 0 h 253"/>
                  <a:gd name="T58" fmla="*/ 0 w 282"/>
                  <a:gd name="T59" fmla="*/ 0 h 253"/>
                  <a:gd name="T60" fmla="*/ 0 w 282"/>
                  <a:gd name="T61" fmla="*/ 0 h 253"/>
                  <a:gd name="T62" fmla="*/ 0 w 282"/>
                  <a:gd name="T63" fmla="*/ 0 h 253"/>
                  <a:gd name="T64" fmla="*/ 0 w 282"/>
                  <a:gd name="T65" fmla="*/ 0 h 253"/>
                  <a:gd name="T66" fmla="*/ 0 w 282"/>
                  <a:gd name="T67" fmla="*/ 0 h 253"/>
                  <a:gd name="T68" fmla="*/ 0 w 282"/>
                  <a:gd name="T69" fmla="*/ 0 h 253"/>
                  <a:gd name="T70" fmla="*/ 0 w 282"/>
                  <a:gd name="T71" fmla="*/ 0 h 253"/>
                  <a:gd name="T72" fmla="*/ 0 w 282"/>
                  <a:gd name="T73" fmla="*/ 0 h 253"/>
                  <a:gd name="T74" fmla="*/ 0 w 282"/>
                  <a:gd name="T75" fmla="*/ 0 h 253"/>
                  <a:gd name="T76" fmla="*/ 0 w 282"/>
                  <a:gd name="T77" fmla="*/ 0 h 253"/>
                  <a:gd name="T78" fmla="*/ 0 w 282"/>
                  <a:gd name="T79" fmla="*/ 0 h 253"/>
                  <a:gd name="T80" fmla="*/ 0 w 282"/>
                  <a:gd name="T81" fmla="*/ 0 h 253"/>
                  <a:gd name="T82" fmla="*/ 0 w 282"/>
                  <a:gd name="T83" fmla="*/ 0 h 253"/>
                  <a:gd name="T84" fmla="*/ 0 w 282"/>
                  <a:gd name="T85" fmla="*/ 0 h 253"/>
                  <a:gd name="T86" fmla="*/ 0 w 282"/>
                  <a:gd name="T87" fmla="*/ 0 h 253"/>
                  <a:gd name="T88" fmla="*/ 0 w 282"/>
                  <a:gd name="T89" fmla="*/ 0 h 253"/>
                  <a:gd name="T90" fmla="*/ 0 w 282"/>
                  <a:gd name="T91" fmla="*/ 0 h 253"/>
                  <a:gd name="T92" fmla="*/ 0 w 282"/>
                  <a:gd name="T93" fmla="*/ 0 h 253"/>
                  <a:gd name="T94" fmla="*/ 0 w 282"/>
                  <a:gd name="T95" fmla="*/ 0 h 253"/>
                  <a:gd name="T96" fmla="*/ 0 w 282"/>
                  <a:gd name="T97" fmla="*/ 0 h 253"/>
                  <a:gd name="T98" fmla="*/ 0 w 282"/>
                  <a:gd name="T99" fmla="*/ 0 h 253"/>
                  <a:gd name="T100" fmla="*/ 0 w 282"/>
                  <a:gd name="T101" fmla="*/ 0 h 253"/>
                  <a:gd name="T102" fmla="*/ 0 w 282"/>
                  <a:gd name="T103" fmla="*/ 0 h 253"/>
                  <a:gd name="T104" fmla="*/ 0 w 282"/>
                  <a:gd name="T105" fmla="*/ 0 h 253"/>
                  <a:gd name="T106" fmla="*/ 0 w 282"/>
                  <a:gd name="T107" fmla="*/ 0 h 253"/>
                  <a:gd name="T108" fmla="*/ 0 w 282"/>
                  <a:gd name="T109" fmla="*/ 0 h 253"/>
                  <a:gd name="T110" fmla="*/ 0 w 282"/>
                  <a:gd name="T111" fmla="*/ 0 h 253"/>
                  <a:gd name="T112" fmla="*/ 0 w 282"/>
                  <a:gd name="T113" fmla="*/ 0 h 253"/>
                  <a:gd name="T114" fmla="*/ 0 w 282"/>
                  <a:gd name="T115" fmla="*/ 0 h 253"/>
                  <a:gd name="T116" fmla="*/ 0 w 282"/>
                  <a:gd name="T117" fmla="*/ 0 h 253"/>
                  <a:gd name="T118" fmla="*/ 0 w 282"/>
                  <a:gd name="T119" fmla="*/ 0 h 253"/>
                  <a:gd name="T120" fmla="*/ 0 w 282"/>
                  <a:gd name="T121" fmla="*/ 0 h 2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82"/>
                  <a:gd name="T184" fmla="*/ 0 h 253"/>
                  <a:gd name="T185" fmla="*/ 282 w 282"/>
                  <a:gd name="T186" fmla="*/ 253 h 2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82" h="253">
                    <a:moveTo>
                      <a:pt x="235" y="78"/>
                    </a:moveTo>
                    <a:lnTo>
                      <a:pt x="248" y="92"/>
                    </a:lnTo>
                    <a:lnTo>
                      <a:pt x="255" y="108"/>
                    </a:lnTo>
                    <a:lnTo>
                      <a:pt x="259" y="125"/>
                    </a:lnTo>
                    <a:lnTo>
                      <a:pt x="259" y="144"/>
                    </a:lnTo>
                    <a:lnTo>
                      <a:pt x="257" y="159"/>
                    </a:lnTo>
                    <a:lnTo>
                      <a:pt x="252" y="171"/>
                    </a:lnTo>
                    <a:lnTo>
                      <a:pt x="244" y="184"/>
                    </a:lnTo>
                    <a:lnTo>
                      <a:pt x="236" y="194"/>
                    </a:lnTo>
                    <a:lnTo>
                      <a:pt x="225" y="206"/>
                    </a:lnTo>
                    <a:lnTo>
                      <a:pt x="215" y="215"/>
                    </a:lnTo>
                    <a:lnTo>
                      <a:pt x="204" y="225"/>
                    </a:lnTo>
                    <a:lnTo>
                      <a:pt x="194" y="236"/>
                    </a:lnTo>
                    <a:lnTo>
                      <a:pt x="191" y="239"/>
                    </a:lnTo>
                    <a:lnTo>
                      <a:pt x="190" y="242"/>
                    </a:lnTo>
                    <a:lnTo>
                      <a:pt x="191" y="246"/>
                    </a:lnTo>
                    <a:lnTo>
                      <a:pt x="194" y="249"/>
                    </a:lnTo>
                    <a:lnTo>
                      <a:pt x="197" y="252"/>
                    </a:lnTo>
                    <a:lnTo>
                      <a:pt x="201" y="253"/>
                    </a:lnTo>
                    <a:lnTo>
                      <a:pt x="205" y="252"/>
                    </a:lnTo>
                    <a:lnTo>
                      <a:pt x="209" y="249"/>
                    </a:lnTo>
                    <a:lnTo>
                      <a:pt x="232" y="234"/>
                    </a:lnTo>
                    <a:lnTo>
                      <a:pt x="251" y="215"/>
                    </a:lnTo>
                    <a:lnTo>
                      <a:pt x="267" y="192"/>
                    </a:lnTo>
                    <a:lnTo>
                      <a:pt x="278" y="168"/>
                    </a:lnTo>
                    <a:lnTo>
                      <a:pt x="282" y="141"/>
                    </a:lnTo>
                    <a:lnTo>
                      <a:pt x="279" y="116"/>
                    </a:lnTo>
                    <a:lnTo>
                      <a:pt x="270" y="92"/>
                    </a:lnTo>
                    <a:lnTo>
                      <a:pt x="251" y="70"/>
                    </a:lnTo>
                    <a:lnTo>
                      <a:pt x="237" y="59"/>
                    </a:lnTo>
                    <a:lnTo>
                      <a:pt x="221" y="48"/>
                    </a:lnTo>
                    <a:lnTo>
                      <a:pt x="202" y="39"/>
                    </a:lnTo>
                    <a:lnTo>
                      <a:pt x="183" y="31"/>
                    </a:lnTo>
                    <a:lnTo>
                      <a:pt x="163" y="24"/>
                    </a:lnTo>
                    <a:lnTo>
                      <a:pt x="142" y="18"/>
                    </a:lnTo>
                    <a:lnTo>
                      <a:pt x="122" y="13"/>
                    </a:lnTo>
                    <a:lnTo>
                      <a:pt x="101" y="8"/>
                    </a:lnTo>
                    <a:lnTo>
                      <a:pt x="82" y="5"/>
                    </a:lnTo>
                    <a:lnTo>
                      <a:pt x="63" y="2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19" y="0"/>
                    </a:lnTo>
                    <a:lnTo>
                      <a:pt x="10" y="1"/>
                    </a:lnTo>
                    <a:lnTo>
                      <a:pt x="4" y="4"/>
                    </a:lnTo>
                    <a:lnTo>
                      <a:pt x="0" y="6"/>
                    </a:lnTo>
                    <a:lnTo>
                      <a:pt x="12" y="8"/>
                    </a:lnTo>
                    <a:lnTo>
                      <a:pt x="25" y="9"/>
                    </a:lnTo>
                    <a:lnTo>
                      <a:pt x="38" y="12"/>
                    </a:lnTo>
                    <a:lnTo>
                      <a:pt x="52" y="14"/>
                    </a:lnTo>
                    <a:lnTo>
                      <a:pt x="67" y="16"/>
                    </a:lnTo>
                    <a:lnTo>
                      <a:pt x="82" y="18"/>
                    </a:lnTo>
                    <a:lnTo>
                      <a:pt x="97" y="22"/>
                    </a:lnTo>
                    <a:lnTo>
                      <a:pt x="114" y="25"/>
                    </a:lnTo>
                    <a:lnTo>
                      <a:pt x="129" y="30"/>
                    </a:lnTo>
                    <a:lnTo>
                      <a:pt x="146" y="35"/>
                    </a:lnTo>
                    <a:lnTo>
                      <a:pt x="162" y="40"/>
                    </a:lnTo>
                    <a:lnTo>
                      <a:pt x="177" y="46"/>
                    </a:lnTo>
                    <a:lnTo>
                      <a:pt x="192" y="53"/>
                    </a:lnTo>
                    <a:lnTo>
                      <a:pt x="208" y="60"/>
                    </a:lnTo>
                    <a:lnTo>
                      <a:pt x="222" y="69"/>
                    </a:lnTo>
                    <a:lnTo>
                      <a:pt x="235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7" name="Freeform 1865">
                <a:extLst>
                  <a:ext uri="{FF2B5EF4-FFF2-40B4-BE49-F238E27FC236}">
                    <a16:creationId xmlns:a16="http://schemas.microsoft.com/office/drawing/2014/main" xmlns="" id="{3BA8AF9A-C2A0-15DF-A614-11438F2235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6" y="2718"/>
                <a:ext cx="19" cy="39"/>
              </a:xfrm>
              <a:custGeom>
                <a:avLst/>
                <a:gdLst>
                  <a:gd name="T0" fmla="*/ 0 w 115"/>
                  <a:gd name="T1" fmla="*/ 0 h 236"/>
                  <a:gd name="T2" fmla="*/ 0 w 115"/>
                  <a:gd name="T3" fmla="*/ 0 h 236"/>
                  <a:gd name="T4" fmla="*/ 0 w 115"/>
                  <a:gd name="T5" fmla="*/ 0 h 236"/>
                  <a:gd name="T6" fmla="*/ 0 w 115"/>
                  <a:gd name="T7" fmla="*/ 0 h 236"/>
                  <a:gd name="T8" fmla="*/ 0 w 115"/>
                  <a:gd name="T9" fmla="*/ 0 h 236"/>
                  <a:gd name="T10" fmla="*/ 0 w 115"/>
                  <a:gd name="T11" fmla="*/ 0 h 236"/>
                  <a:gd name="T12" fmla="*/ 0 w 115"/>
                  <a:gd name="T13" fmla="*/ 0 h 236"/>
                  <a:gd name="T14" fmla="*/ 0 w 115"/>
                  <a:gd name="T15" fmla="*/ 0 h 236"/>
                  <a:gd name="T16" fmla="*/ 0 w 115"/>
                  <a:gd name="T17" fmla="*/ 0 h 236"/>
                  <a:gd name="T18" fmla="*/ 0 w 115"/>
                  <a:gd name="T19" fmla="*/ 0 h 236"/>
                  <a:gd name="T20" fmla="*/ 0 w 115"/>
                  <a:gd name="T21" fmla="*/ 0 h 236"/>
                  <a:gd name="T22" fmla="*/ 0 w 115"/>
                  <a:gd name="T23" fmla="*/ 0 h 236"/>
                  <a:gd name="T24" fmla="*/ 0 w 115"/>
                  <a:gd name="T25" fmla="*/ 0 h 236"/>
                  <a:gd name="T26" fmla="*/ 0 w 115"/>
                  <a:gd name="T27" fmla="*/ 0 h 236"/>
                  <a:gd name="T28" fmla="*/ 0 w 115"/>
                  <a:gd name="T29" fmla="*/ 0 h 236"/>
                  <a:gd name="T30" fmla="*/ 0 w 115"/>
                  <a:gd name="T31" fmla="*/ 0 h 236"/>
                  <a:gd name="T32" fmla="*/ 0 w 115"/>
                  <a:gd name="T33" fmla="*/ 0 h 236"/>
                  <a:gd name="T34" fmla="*/ 0 w 115"/>
                  <a:gd name="T35" fmla="*/ 0 h 236"/>
                  <a:gd name="T36" fmla="*/ 0 w 115"/>
                  <a:gd name="T37" fmla="*/ 0 h 236"/>
                  <a:gd name="T38" fmla="*/ 0 w 115"/>
                  <a:gd name="T39" fmla="*/ 0 h 236"/>
                  <a:gd name="T40" fmla="*/ 0 w 115"/>
                  <a:gd name="T41" fmla="*/ 0 h 236"/>
                  <a:gd name="T42" fmla="*/ 0 w 115"/>
                  <a:gd name="T43" fmla="*/ 0 h 236"/>
                  <a:gd name="T44" fmla="*/ 0 w 115"/>
                  <a:gd name="T45" fmla="*/ 0 h 236"/>
                  <a:gd name="T46" fmla="*/ 0 w 115"/>
                  <a:gd name="T47" fmla="*/ 0 h 236"/>
                  <a:gd name="T48" fmla="*/ 0 w 115"/>
                  <a:gd name="T49" fmla="*/ 0 h 236"/>
                  <a:gd name="T50" fmla="*/ 0 w 115"/>
                  <a:gd name="T51" fmla="*/ 0 h 236"/>
                  <a:gd name="T52" fmla="*/ 0 w 115"/>
                  <a:gd name="T53" fmla="*/ 0 h 236"/>
                  <a:gd name="T54" fmla="*/ 0 w 115"/>
                  <a:gd name="T55" fmla="*/ 0 h 236"/>
                  <a:gd name="T56" fmla="*/ 0 w 115"/>
                  <a:gd name="T57" fmla="*/ 0 h 236"/>
                  <a:gd name="T58" fmla="*/ 0 w 115"/>
                  <a:gd name="T59" fmla="*/ 0 h 236"/>
                  <a:gd name="T60" fmla="*/ 0 w 115"/>
                  <a:gd name="T61" fmla="*/ 0 h 236"/>
                  <a:gd name="T62" fmla="*/ 0 w 115"/>
                  <a:gd name="T63" fmla="*/ 0 h 236"/>
                  <a:gd name="T64" fmla="*/ 0 w 115"/>
                  <a:gd name="T65" fmla="*/ 0 h 236"/>
                  <a:gd name="T66" fmla="*/ 0 w 115"/>
                  <a:gd name="T67" fmla="*/ 0 h 236"/>
                  <a:gd name="T68" fmla="*/ 0 w 115"/>
                  <a:gd name="T69" fmla="*/ 0 h 236"/>
                  <a:gd name="T70" fmla="*/ 0 w 115"/>
                  <a:gd name="T71" fmla="*/ 0 h 236"/>
                  <a:gd name="T72" fmla="*/ 0 w 115"/>
                  <a:gd name="T73" fmla="*/ 0 h 236"/>
                  <a:gd name="T74" fmla="*/ 0 w 115"/>
                  <a:gd name="T75" fmla="*/ 0 h 236"/>
                  <a:gd name="T76" fmla="*/ 0 w 115"/>
                  <a:gd name="T77" fmla="*/ 0 h 236"/>
                  <a:gd name="T78" fmla="*/ 0 w 115"/>
                  <a:gd name="T79" fmla="*/ 0 h 236"/>
                  <a:gd name="T80" fmla="*/ 0 w 115"/>
                  <a:gd name="T81" fmla="*/ 0 h 2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15"/>
                  <a:gd name="T124" fmla="*/ 0 h 236"/>
                  <a:gd name="T125" fmla="*/ 115 w 115"/>
                  <a:gd name="T126" fmla="*/ 236 h 2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15" h="236">
                    <a:moveTo>
                      <a:pt x="0" y="128"/>
                    </a:moveTo>
                    <a:lnTo>
                      <a:pt x="0" y="148"/>
                    </a:lnTo>
                    <a:lnTo>
                      <a:pt x="5" y="166"/>
                    </a:lnTo>
                    <a:lnTo>
                      <a:pt x="13" y="184"/>
                    </a:lnTo>
                    <a:lnTo>
                      <a:pt x="24" y="198"/>
                    </a:lnTo>
                    <a:lnTo>
                      <a:pt x="39" y="211"/>
                    </a:lnTo>
                    <a:lnTo>
                      <a:pt x="55" y="223"/>
                    </a:lnTo>
                    <a:lnTo>
                      <a:pt x="74" y="231"/>
                    </a:lnTo>
                    <a:lnTo>
                      <a:pt x="92" y="235"/>
                    </a:lnTo>
                    <a:lnTo>
                      <a:pt x="98" y="236"/>
                    </a:lnTo>
                    <a:lnTo>
                      <a:pt x="104" y="234"/>
                    </a:lnTo>
                    <a:lnTo>
                      <a:pt x="109" y="231"/>
                    </a:lnTo>
                    <a:lnTo>
                      <a:pt x="111" y="226"/>
                    </a:lnTo>
                    <a:lnTo>
                      <a:pt x="111" y="220"/>
                    </a:lnTo>
                    <a:lnTo>
                      <a:pt x="110" y="215"/>
                    </a:lnTo>
                    <a:lnTo>
                      <a:pt x="107" y="210"/>
                    </a:lnTo>
                    <a:lnTo>
                      <a:pt x="101" y="208"/>
                    </a:lnTo>
                    <a:lnTo>
                      <a:pt x="82" y="201"/>
                    </a:lnTo>
                    <a:lnTo>
                      <a:pt x="64" y="192"/>
                    </a:lnTo>
                    <a:lnTo>
                      <a:pt x="50" y="179"/>
                    </a:lnTo>
                    <a:lnTo>
                      <a:pt x="40" y="165"/>
                    </a:lnTo>
                    <a:lnTo>
                      <a:pt x="33" y="148"/>
                    </a:lnTo>
                    <a:lnTo>
                      <a:pt x="29" y="130"/>
                    </a:lnTo>
                    <a:lnTo>
                      <a:pt x="29" y="110"/>
                    </a:lnTo>
                    <a:lnTo>
                      <a:pt x="35" y="89"/>
                    </a:lnTo>
                    <a:lnTo>
                      <a:pt x="43" y="74"/>
                    </a:lnTo>
                    <a:lnTo>
                      <a:pt x="56" y="60"/>
                    </a:lnTo>
                    <a:lnTo>
                      <a:pt x="70" y="46"/>
                    </a:lnTo>
                    <a:lnTo>
                      <a:pt x="85" y="33"/>
                    </a:lnTo>
                    <a:lnTo>
                      <a:pt x="98" y="23"/>
                    </a:lnTo>
                    <a:lnTo>
                      <a:pt x="109" y="12"/>
                    </a:lnTo>
                    <a:lnTo>
                      <a:pt x="115" y="6"/>
                    </a:lnTo>
                    <a:lnTo>
                      <a:pt x="115" y="0"/>
                    </a:lnTo>
                    <a:lnTo>
                      <a:pt x="102" y="4"/>
                    </a:lnTo>
                    <a:lnTo>
                      <a:pt x="85" y="12"/>
                    </a:lnTo>
                    <a:lnTo>
                      <a:pt x="68" y="26"/>
                    </a:lnTo>
                    <a:lnTo>
                      <a:pt x="49" y="42"/>
                    </a:lnTo>
                    <a:lnTo>
                      <a:pt x="32" y="61"/>
                    </a:lnTo>
                    <a:lnTo>
                      <a:pt x="17" y="82"/>
                    </a:lnTo>
                    <a:lnTo>
                      <a:pt x="6" y="105"/>
                    </a:lnTo>
                    <a:lnTo>
                      <a:pt x="0" y="1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78" name="Freeform 1866">
                <a:extLst>
                  <a:ext uri="{FF2B5EF4-FFF2-40B4-BE49-F238E27FC236}">
                    <a16:creationId xmlns:a16="http://schemas.microsoft.com/office/drawing/2014/main" xmlns="" id="{FD663111-4180-5AC5-AA17-0BF934D18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2692"/>
                <a:ext cx="41" cy="52"/>
              </a:xfrm>
              <a:custGeom>
                <a:avLst/>
                <a:gdLst>
                  <a:gd name="T0" fmla="*/ 0 w 245"/>
                  <a:gd name="T1" fmla="*/ 0 h 310"/>
                  <a:gd name="T2" fmla="*/ 0 w 245"/>
                  <a:gd name="T3" fmla="*/ 0 h 310"/>
                  <a:gd name="T4" fmla="*/ 0 w 245"/>
                  <a:gd name="T5" fmla="*/ 0 h 310"/>
                  <a:gd name="T6" fmla="*/ 0 w 245"/>
                  <a:gd name="T7" fmla="*/ 0 h 310"/>
                  <a:gd name="T8" fmla="*/ 0 w 245"/>
                  <a:gd name="T9" fmla="*/ 0 h 310"/>
                  <a:gd name="T10" fmla="*/ 0 w 245"/>
                  <a:gd name="T11" fmla="*/ 0 h 310"/>
                  <a:gd name="T12" fmla="*/ 0 w 245"/>
                  <a:gd name="T13" fmla="*/ 0 h 310"/>
                  <a:gd name="T14" fmla="*/ 0 w 245"/>
                  <a:gd name="T15" fmla="*/ 0 h 310"/>
                  <a:gd name="T16" fmla="*/ 0 w 245"/>
                  <a:gd name="T17" fmla="*/ 0 h 310"/>
                  <a:gd name="T18" fmla="*/ 0 w 245"/>
                  <a:gd name="T19" fmla="*/ 0 h 310"/>
                  <a:gd name="T20" fmla="*/ 0 w 245"/>
                  <a:gd name="T21" fmla="*/ 0 h 310"/>
                  <a:gd name="T22" fmla="*/ 0 w 245"/>
                  <a:gd name="T23" fmla="*/ 0 h 310"/>
                  <a:gd name="T24" fmla="*/ 0 w 245"/>
                  <a:gd name="T25" fmla="*/ 0 h 310"/>
                  <a:gd name="T26" fmla="*/ 0 w 245"/>
                  <a:gd name="T27" fmla="*/ 0 h 310"/>
                  <a:gd name="T28" fmla="*/ 0 w 245"/>
                  <a:gd name="T29" fmla="*/ 0 h 310"/>
                  <a:gd name="T30" fmla="*/ 0 w 245"/>
                  <a:gd name="T31" fmla="*/ 0 h 310"/>
                  <a:gd name="T32" fmla="*/ 0 w 245"/>
                  <a:gd name="T33" fmla="*/ 0 h 310"/>
                  <a:gd name="T34" fmla="*/ 0 w 245"/>
                  <a:gd name="T35" fmla="*/ 0 h 310"/>
                  <a:gd name="T36" fmla="*/ 0 w 245"/>
                  <a:gd name="T37" fmla="*/ 0 h 310"/>
                  <a:gd name="T38" fmla="*/ 0 w 245"/>
                  <a:gd name="T39" fmla="*/ 0 h 310"/>
                  <a:gd name="T40" fmla="*/ 0 w 245"/>
                  <a:gd name="T41" fmla="*/ 0 h 310"/>
                  <a:gd name="T42" fmla="*/ 0 w 245"/>
                  <a:gd name="T43" fmla="*/ 0 h 310"/>
                  <a:gd name="T44" fmla="*/ 0 w 245"/>
                  <a:gd name="T45" fmla="*/ 0 h 310"/>
                  <a:gd name="T46" fmla="*/ 0 w 245"/>
                  <a:gd name="T47" fmla="*/ 0 h 310"/>
                  <a:gd name="T48" fmla="*/ 0 w 245"/>
                  <a:gd name="T49" fmla="*/ 0 h 310"/>
                  <a:gd name="T50" fmla="*/ 0 w 245"/>
                  <a:gd name="T51" fmla="*/ 0 h 310"/>
                  <a:gd name="T52" fmla="*/ 0 w 245"/>
                  <a:gd name="T53" fmla="*/ 0 h 310"/>
                  <a:gd name="T54" fmla="*/ 0 w 245"/>
                  <a:gd name="T55" fmla="*/ 0 h 310"/>
                  <a:gd name="T56" fmla="*/ 0 w 245"/>
                  <a:gd name="T57" fmla="*/ 0 h 310"/>
                  <a:gd name="T58" fmla="*/ 0 w 245"/>
                  <a:gd name="T59" fmla="*/ 0 h 310"/>
                  <a:gd name="T60" fmla="*/ 0 w 245"/>
                  <a:gd name="T61" fmla="*/ 0 h 310"/>
                  <a:gd name="T62" fmla="*/ 0 w 245"/>
                  <a:gd name="T63" fmla="*/ 0 h 310"/>
                  <a:gd name="T64" fmla="*/ 0 w 245"/>
                  <a:gd name="T65" fmla="*/ 0 h 310"/>
                  <a:gd name="T66" fmla="*/ 0 w 245"/>
                  <a:gd name="T67" fmla="*/ 0 h 310"/>
                  <a:gd name="T68" fmla="*/ 0 w 245"/>
                  <a:gd name="T69" fmla="*/ 0 h 310"/>
                  <a:gd name="T70" fmla="*/ 0 w 245"/>
                  <a:gd name="T71" fmla="*/ 0 h 310"/>
                  <a:gd name="T72" fmla="*/ 0 w 245"/>
                  <a:gd name="T73" fmla="*/ 0 h 310"/>
                  <a:gd name="T74" fmla="*/ 0 w 245"/>
                  <a:gd name="T75" fmla="*/ 0 h 31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45"/>
                  <a:gd name="T115" fmla="*/ 0 h 310"/>
                  <a:gd name="T116" fmla="*/ 245 w 245"/>
                  <a:gd name="T117" fmla="*/ 310 h 31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45" h="310">
                    <a:moveTo>
                      <a:pt x="200" y="116"/>
                    </a:moveTo>
                    <a:lnTo>
                      <a:pt x="208" y="124"/>
                    </a:lnTo>
                    <a:lnTo>
                      <a:pt x="214" y="133"/>
                    </a:lnTo>
                    <a:lnTo>
                      <a:pt x="220" y="144"/>
                    </a:lnTo>
                    <a:lnTo>
                      <a:pt x="223" y="154"/>
                    </a:lnTo>
                    <a:lnTo>
                      <a:pt x="226" y="164"/>
                    </a:lnTo>
                    <a:lnTo>
                      <a:pt x="224" y="176"/>
                    </a:lnTo>
                    <a:lnTo>
                      <a:pt x="222" y="187"/>
                    </a:lnTo>
                    <a:lnTo>
                      <a:pt x="216" y="198"/>
                    </a:lnTo>
                    <a:lnTo>
                      <a:pt x="208" y="209"/>
                    </a:lnTo>
                    <a:lnTo>
                      <a:pt x="199" y="219"/>
                    </a:lnTo>
                    <a:lnTo>
                      <a:pt x="188" y="229"/>
                    </a:lnTo>
                    <a:lnTo>
                      <a:pt x="177" y="238"/>
                    </a:lnTo>
                    <a:lnTo>
                      <a:pt x="166" y="246"/>
                    </a:lnTo>
                    <a:lnTo>
                      <a:pt x="154" y="255"/>
                    </a:lnTo>
                    <a:lnTo>
                      <a:pt x="142" y="264"/>
                    </a:lnTo>
                    <a:lnTo>
                      <a:pt x="132" y="275"/>
                    </a:lnTo>
                    <a:lnTo>
                      <a:pt x="128" y="278"/>
                    </a:lnTo>
                    <a:lnTo>
                      <a:pt x="126" y="283"/>
                    </a:lnTo>
                    <a:lnTo>
                      <a:pt x="124" y="287"/>
                    </a:lnTo>
                    <a:lnTo>
                      <a:pt x="121" y="292"/>
                    </a:lnTo>
                    <a:lnTo>
                      <a:pt x="120" y="296"/>
                    </a:lnTo>
                    <a:lnTo>
                      <a:pt x="120" y="301"/>
                    </a:lnTo>
                    <a:lnTo>
                      <a:pt x="122" y="306"/>
                    </a:lnTo>
                    <a:lnTo>
                      <a:pt x="126" y="309"/>
                    </a:lnTo>
                    <a:lnTo>
                      <a:pt x="131" y="310"/>
                    </a:lnTo>
                    <a:lnTo>
                      <a:pt x="135" y="310"/>
                    </a:lnTo>
                    <a:lnTo>
                      <a:pt x="139" y="309"/>
                    </a:lnTo>
                    <a:lnTo>
                      <a:pt x="142" y="306"/>
                    </a:lnTo>
                    <a:lnTo>
                      <a:pt x="154" y="292"/>
                    </a:lnTo>
                    <a:lnTo>
                      <a:pt x="167" y="280"/>
                    </a:lnTo>
                    <a:lnTo>
                      <a:pt x="180" y="269"/>
                    </a:lnTo>
                    <a:lnTo>
                      <a:pt x="194" y="257"/>
                    </a:lnTo>
                    <a:lnTo>
                      <a:pt x="207" y="246"/>
                    </a:lnTo>
                    <a:lnTo>
                      <a:pt x="220" y="233"/>
                    </a:lnTo>
                    <a:lnTo>
                      <a:pt x="230" y="219"/>
                    </a:lnTo>
                    <a:lnTo>
                      <a:pt x="238" y="204"/>
                    </a:lnTo>
                    <a:lnTo>
                      <a:pt x="244" y="186"/>
                    </a:lnTo>
                    <a:lnTo>
                      <a:pt x="245" y="169"/>
                    </a:lnTo>
                    <a:lnTo>
                      <a:pt x="243" y="152"/>
                    </a:lnTo>
                    <a:lnTo>
                      <a:pt x="237" y="134"/>
                    </a:lnTo>
                    <a:lnTo>
                      <a:pt x="228" y="119"/>
                    </a:lnTo>
                    <a:lnTo>
                      <a:pt x="217" y="105"/>
                    </a:lnTo>
                    <a:lnTo>
                      <a:pt x="203" y="93"/>
                    </a:lnTo>
                    <a:lnTo>
                      <a:pt x="188" y="83"/>
                    </a:lnTo>
                    <a:lnTo>
                      <a:pt x="176" y="76"/>
                    </a:lnTo>
                    <a:lnTo>
                      <a:pt x="163" y="69"/>
                    </a:lnTo>
                    <a:lnTo>
                      <a:pt x="151" y="61"/>
                    </a:lnTo>
                    <a:lnTo>
                      <a:pt x="136" y="54"/>
                    </a:lnTo>
                    <a:lnTo>
                      <a:pt x="122" y="46"/>
                    </a:lnTo>
                    <a:lnTo>
                      <a:pt x="107" y="39"/>
                    </a:lnTo>
                    <a:lnTo>
                      <a:pt x="93" y="31"/>
                    </a:lnTo>
                    <a:lnTo>
                      <a:pt x="79" y="24"/>
                    </a:lnTo>
                    <a:lnTo>
                      <a:pt x="66" y="18"/>
                    </a:lnTo>
                    <a:lnTo>
                      <a:pt x="53" y="13"/>
                    </a:lnTo>
                    <a:lnTo>
                      <a:pt x="40" y="8"/>
                    </a:lnTo>
                    <a:lnTo>
                      <a:pt x="30" y="5"/>
                    </a:lnTo>
                    <a:lnTo>
                      <a:pt x="20" y="1"/>
                    </a:lnTo>
                    <a:lnTo>
                      <a:pt x="12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1" y="8"/>
                    </a:lnTo>
                    <a:lnTo>
                      <a:pt x="23" y="14"/>
                    </a:lnTo>
                    <a:lnTo>
                      <a:pt x="36" y="20"/>
                    </a:lnTo>
                    <a:lnTo>
                      <a:pt x="47" y="25"/>
                    </a:lnTo>
                    <a:lnTo>
                      <a:pt x="60" y="31"/>
                    </a:lnTo>
                    <a:lnTo>
                      <a:pt x="73" y="37"/>
                    </a:lnTo>
                    <a:lnTo>
                      <a:pt x="86" y="44"/>
                    </a:lnTo>
                    <a:lnTo>
                      <a:pt x="99" y="51"/>
                    </a:lnTo>
                    <a:lnTo>
                      <a:pt x="113" y="57"/>
                    </a:lnTo>
                    <a:lnTo>
                      <a:pt x="126" y="64"/>
                    </a:lnTo>
                    <a:lnTo>
                      <a:pt x="139" y="71"/>
                    </a:lnTo>
                    <a:lnTo>
                      <a:pt x="152" y="79"/>
                    </a:lnTo>
                    <a:lnTo>
                      <a:pt x="165" y="88"/>
                    </a:lnTo>
                    <a:lnTo>
                      <a:pt x="176" y="96"/>
                    </a:lnTo>
                    <a:lnTo>
                      <a:pt x="188" y="106"/>
                    </a:lnTo>
                    <a:lnTo>
                      <a:pt x="200" y="11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57" name="Line 1867">
              <a:extLst>
                <a:ext uri="{FF2B5EF4-FFF2-40B4-BE49-F238E27FC236}">
                  <a16:creationId xmlns:a16="http://schemas.microsoft.com/office/drawing/2014/main" xmlns="" id="{FD1DD100-088D-9F3C-D17F-544078082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3139"/>
              <a:ext cx="317" cy="17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8" name="Line 1868">
              <a:extLst>
                <a:ext uri="{FF2B5EF4-FFF2-40B4-BE49-F238E27FC236}">
                  <a16:creationId xmlns:a16="http://schemas.microsoft.com/office/drawing/2014/main" xmlns="" id="{1270F5C9-983B-58CB-C2E4-8C045C862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6" y="3098"/>
              <a:ext cx="51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59" name="Group 1869">
              <a:extLst>
                <a:ext uri="{FF2B5EF4-FFF2-40B4-BE49-F238E27FC236}">
                  <a16:creationId xmlns:a16="http://schemas.microsoft.com/office/drawing/2014/main" xmlns="" id="{B0AEF261-B74F-779F-5B6A-2134B356FB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1" y="3136"/>
              <a:ext cx="131" cy="258"/>
              <a:chOff x="4180" y="783"/>
              <a:chExt cx="150" cy="307"/>
            </a:xfrm>
          </p:grpSpPr>
          <p:sp>
            <p:nvSpPr>
              <p:cNvPr id="26954" name="AutoShape 1870">
                <a:extLst>
                  <a:ext uri="{FF2B5EF4-FFF2-40B4-BE49-F238E27FC236}">
                    <a16:creationId xmlns:a16="http://schemas.microsoft.com/office/drawing/2014/main" xmlns="" id="{BD36A170-8C86-BE7A-5D3A-C8D8AA34C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55" name="Rectangle 1871">
                <a:extLst>
                  <a:ext uri="{FF2B5EF4-FFF2-40B4-BE49-F238E27FC236}">
                    <a16:creationId xmlns:a16="http://schemas.microsoft.com/office/drawing/2014/main" xmlns="" id="{EEC88DC6-6F4C-B870-E54D-143033846E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56" name="Rectangle 1872">
                <a:extLst>
                  <a:ext uri="{FF2B5EF4-FFF2-40B4-BE49-F238E27FC236}">
                    <a16:creationId xmlns:a16="http://schemas.microsoft.com/office/drawing/2014/main" xmlns="" id="{0812D096-C020-D642-A2DF-7DE439E59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57" name="AutoShape 1873">
                <a:extLst>
                  <a:ext uri="{FF2B5EF4-FFF2-40B4-BE49-F238E27FC236}">
                    <a16:creationId xmlns:a16="http://schemas.microsoft.com/office/drawing/2014/main" xmlns="" id="{502E7F40-76AC-9C98-BE1F-E051415AA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58" name="Line 1874">
                <a:extLst>
                  <a:ext uri="{FF2B5EF4-FFF2-40B4-BE49-F238E27FC236}">
                    <a16:creationId xmlns:a16="http://schemas.microsoft.com/office/drawing/2014/main" xmlns="" id="{8996F2BE-5193-52B8-027A-93AEE726C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59" name="Line 1875">
                <a:extLst>
                  <a:ext uri="{FF2B5EF4-FFF2-40B4-BE49-F238E27FC236}">
                    <a16:creationId xmlns:a16="http://schemas.microsoft.com/office/drawing/2014/main" xmlns="" id="{567A8297-375F-8AE3-98E6-3D67EBDD6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960" name="Rectangle 1876">
                <a:extLst>
                  <a:ext uri="{FF2B5EF4-FFF2-40B4-BE49-F238E27FC236}">
                    <a16:creationId xmlns:a16="http://schemas.microsoft.com/office/drawing/2014/main" xmlns="" id="{86CCFF55-EE25-BE3A-41F6-4C7375FAD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9F2936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961" name="Rectangle 1877">
                <a:extLst>
                  <a:ext uri="{FF2B5EF4-FFF2-40B4-BE49-F238E27FC236}">
                    <a16:creationId xmlns:a16="http://schemas.microsoft.com/office/drawing/2014/main" xmlns="" id="{9E640290-080D-3F5A-7C86-F38DDEB0D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0" name="Line 1878">
              <a:extLst>
                <a:ext uri="{FF2B5EF4-FFF2-40B4-BE49-F238E27FC236}">
                  <a16:creationId xmlns:a16="http://schemas.microsoft.com/office/drawing/2014/main" xmlns="" id="{BB6D2911-922A-F522-95E9-CAB40FA62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2" y="2167"/>
              <a:ext cx="2" cy="9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1" name="Line 1879">
              <a:extLst>
                <a:ext uri="{FF2B5EF4-FFF2-40B4-BE49-F238E27FC236}">
                  <a16:creationId xmlns:a16="http://schemas.microsoft.com/office/drawing/2014/main" xmlns="" id="{2B26C5F9-B65A-0B7A-032E-F07BA5C41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9" y="1526"/>
              <a:ext cx="78" cy="55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2" name="Line 1880">
              <a:extLst>
                <a:ext uri="{FF2B5EF4-FFF2-40B4-BE49-F238E27FC236}">
                  <a16:creationId xmlns:a16="http://schemas.microsoft.com/office/drawing/2014/main" xmlns="" id="{E2F225A5-D3D8-4983-F435-146FB9E2E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0" y="1635"/>
              <a:ext cx="0" cy="5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3" name="Line 1881">
              <a:extLst>
                <a:ext uri="{FF2B5EF4-FFF2-40B4-BE49-F238E27FC236}">
                  <a16:creationId xmlns:a16="http://schemas.microsoft.com/office/drawing/2014/main" xmlns="" id="{1933EDC6-E6D2-8863-57B8-07C894B38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6" y="1570"/>
              <a:ext cx="166" cy="18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47" name="Line 1882">
              <a:extLst>
                <a:ext uri="{FF2B5EF4-FFF2-40B4-BE49-F238E27FC236}">
                  <a16:creationId xmlns:a16="http://schemas.microsoft.com/office/drawing/2014/main" xmlns="" id="{1076F061-09C4-D9E5-6630-DF44EE8F0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8" y="1569"/>
              <a:ext cx="0" cy="12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48" name="Line 1883">
              <a:extLst>
                <a:ext uri="{FF2B5EF4-FFF2-40B4-BE49-F238E27FC236}">
                  <a16:creationId xmlns:a16="http://schemas.microsoft.com/office/drawing/2014/main" xmlns="" id="{518FC3E7-6B91-FFA5-E01A-5DF2DFAA3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0" y="1762"/>
              <a:ext cx="119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49" name="Line 1884">
              <a:extLst>
                <a:ext uri="{FF2B5EF4-FFF2-40B4-BE49-F238E27FC236}">
                  <a16:creationId xmlns:a16="http://schemas.microsoft.com/office/drawing/2014/main" xmlns="" id="{0FE605CF-9321-25B6-E7A5-FBB5096D35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6" y="2308"/>
              <a:ext cx="106" cy="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50" name="Line 1885">
              <a:extLst>
                <a:ext uri="{FF2B5EF4-FFF2-40B4-BE49-F238E27FC236}">
                  <a16:creationId xmlns:a16="http://schemas.microsoft.com/office/drawing/2014/main" xmlns="" id="{7EE62F63-0EEB-E07C-5DDC-86BCF38D51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1" y="1380"/>
              <a:ext cx="150" cy="10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51" name="Line 1886">
              <a:extLst>
                <a:ext uri="{FF2B5EF4-FFF2-40B4-BE49-F238E27FC236}">
                  <a16:creationId xmlns:a16="http://schemas.microsoft.com/office/drawing/2014/main" xmlns="" id="{920F944D-70FB-AE35-1260-477A67AA7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9" y="1756"/>
              <a:ext cx="112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52" name="Line 1887">
              <a:extLst>
                <a:ext uri="{FF2B5EF4-FFF2-40B4-BE49-F238E27FC236}">
                  <a16:creationId xmlns:a16="http://schemas.microsoft.com/office/drawing/2014/main" xmlns="" id="{0B2356B1-FCC8-EB55-A7C8-0B9ACF4D3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1" y="1804"/>
              <a:ext cx="62" cy="44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953" name="Line 1888">
              <a:extLst>
                <a:ext uri="{FF2B5EF4-FFF2-40B4-BE49-F238E27FC236}">
                  <a16:creationId xmlns:a16="http://schemas.microsoft.com/office/drawing/2014/main" xmlns="" id="{2DC25F48-EEF2-1B72-4123-7C3991A57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3" y="1804"/>
              <a:ext cx="70" cy="45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7198" name="Freeform 1889">
            <a:extLst>
              <a:ext uri="{FF2B5EF4-FFF2-40B4-BE49-F238E27FC236}">
                <a16:creationId xmlns:a16="http://schemas.microsoft.com/office/drawing/2014/main" xmlns="" id="{382E769B-1AF0-FB06-9F92-F211AECA071B}"/>
              </a:ext>
            </a:extLst>
          </p:cNvPr>
          <p:cNvSpPr>
            <a:spLocks/>
          </p:cNvSpPr>
          <p:nvPr/>
        </p:nvSpPr>
        <p:spPr bwMode="auto">
          <a:xfrm>
            <a:off x="5645150" y="2054225"/>
            <a:ext cx="2584450" cy="3233738"/>
          </a:xfrm>
          <a:custGeom>
            <a:avLst/>
            <a:gdLst>
              <a:gd name="T0" fmla="*/ 0 w 1628"/>
              <a:gd name="T1" fmla="*/ 0 h 2037"/>
              <a:gd name="T2" fmla="*/ 2147483646 w 1628"/>
              <a:gd name="T3" fmla="*/ 2147483646 h 2037"/>
              <a:gd name="T4" fmla="*/ 2147483646 w 1628"/>
              <a:gd name="T5" fmla="*/ 2147483646 h 2037"/>
              <a:gd name="T6" fmla="*/ 2147483646 w 1628"/>
              <a:gd name="T7" fmla="*/ 2147483646 h 2037"/>
              <a:gd name="T8" fmla="*/ 2147483646 w 1628"/>
              <a:gd name="T9" fmla="*/ 2147483646 h 2037"/>
              <a:gd name="T10" fmla="*/ 2147483646 w 1628"/>
              <a:gd name="T11" fmla="*/ 2147483646 h 2037"/>
              <a:gd name="T12" fmla="*/ 2147483646 w 1628"/>
              <a:gd name="T13" fmla="*/ 2147483646 h 2037"/>
              <a:gd name="T14" fmla="*/ 2147483646 w 1628"/>
              <a:gd name="T15" fmla="*/ 2147483646 h 2037"/>
              <a:gd name="T16" fmla="*/ 2147483646 w 1628"/>
              <a:gd name="T17" fmla="*/ 2147483646 h 20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628"/>
              <a:gd name="T28" fmla="*/ 0 h 2037"/>
              <a:gd name="T29" fmla="*/ 1628 w 1628"/>
              <a:gd name="T30" fmla="*/ 2037 h 20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628" h="2037">
                <a:moveTo>
                  <a:pt x="0" y="0"/>
                </a:moveTo>
                <a:lnTo>
                  <a:pt x="351" y="209"/>
                </a:lnTo>
                <a:lnTo>
                  <a:pt x="1060" y="250"/>
                </a:lnTo>
                <a:lnTo>
                  <a:pt x="969" y="910"/>
                </a:lnTo>
                <a:lnTo>
                  <a:pt x="1161" y="1127"/>
                </a:lnTo>
                <a:lnTo>
                  <a:pt x="927" y="1528"/>
                </a:lnTo>
                <a:lnTo>
                  <a:pt x="1469" y="1653"/>
                </a:lnTo>
                <a:lnTo>
                  <a:pt x="1369" y="1995"/>
                </a:lnTo>
                <a:lnTo>
                  <a:pt x="1628" y="2037"/>
                </a:lnTo>
              </a:path>
            </a:pathLst>
          </a:custGeom>
          <a:noFill/>
          <a:ln w="7620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199" name="Freeform 1890">
            <a:extLst>
              <a:ext uri="{FF2B5EF4-FFF2-40B4-BE49-F238E27FC236}">
                <a16:creationId xmlns:a16="http://schemas.microsoft.com/office/drawing/2014/main" xmlns="" id="{2AA69810-B847-E000-8F00-B12631E5F830}"/>
              </a:ext>
            </a:extLst>
          </p:cNvPr>
          <p:cNvSpPr>
            <a:spLocks/>
          </p:cNvSpPr>
          <p:nvPr/>
        </p:nvSpPr>
        <p:spPr bwMode="auto">
          <a:xfrm>
            <a:off x="5592763" y="3390900"/>
            <a:ext cx="1646237" cy="1974850"/>
          </a:xfrm>
          <a:custGeom>
            <a:avLst/>
            <a:gdLst>
              <a:gd name="T0" fmla="*/ 0 w 1037"/>
              <a:gd name="T1" fmla="*/ 0 h 1244"/>
              <a:gd name="T2" fmla="*/ 2147483646 w 1037"/>
              <a:gd name="T3" fmla="*/ 2147483646 h 1244"/>
              <a:gd name="T4" fmla="*/ 2147483646 w 1037"/>
              <a:gd name="T5" fmla="*/ 2147483646 h 1244"/>
              <a:gd name="T6" fmla="*/ 2147483646 w 1037"/>
              <a:gd name="T7" fmla="*/ 2147483646 h 1244"/>
              <a:gd name="T8" fmla="*/ 2147483646 w 1037"/>
              <a:gd name="T9" fmla="*/ 2147483646 h 1244"/>
              <a:gd name="T10" fmla="*/ 2147483646 w 1037"/>
              <a:gd name="T11" fmla="*/ 2147483646 h 1244"/>
              <a:gd name="T12" fmla="*/ 2147483646 w 1037"/>
              <a:gd name="T13" fmla="*/ 2147483646 h 1244"/>
              <a:gd name="T14" fmla="*/ 2147483646 w 1037"/>
              <a:gd name="T15" fmla="*/ 2147483646 h 124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037"/>
              <a:gd name="T25" fmla="*/ 0 h 1244"/>
              <a:gd name="T26" fmla="*/ 1037 w 1037"/>
              <a:gd name="T27" fmla="*/ 1244 h 1244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037" h="1244">
                <a:moveTo>
                  <a:pt x="0" y="0"/>
                </a:moveTo>
                <a:lnTo>
                  <a:pt x="29" y="86"/>
                </a:lnTo>
                <a:lnTo>
                  <a:pt x="845" y="80"/>
                </a:lnTo>
                <a:lnTo>
                  <a:pt x="1037" y="280"/>
                </a:lnTo>
                <a:lnTo>
                  <a:pt x="805" y="688"/>
                </a:lnTo>
                <a:lnTo>
                  <a:pt x="473" y="880"/>
                </a:lnTo>
                <a:lnTo>
                  <a:pt x="345" y="1024"/>
                </a:lnTo>
                <a:lnTo>
                  <a:pt x="285" y="1244"/>
                </a:lnTo>
              </a:path>
            </a:pathLst>
          </a:custGeom>
          <a:noFill/>
          <a:ln w="76200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09446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A0125B-9D35-58C8-C3BB-8EF9CB08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54595E31-B61B-4AB6-7E97-4EE22024382B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Message Switching</a:t>
            </a:r>
            <a:endParaRPr kumimoji="0" lang="en-AU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6CAC9EAE-8AA5-2F35-BE7E-B275BEB99136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Eg: Telegraph n/</a:t>
            </a:r>
            <a:r>
              <a:rPr kumimoji="0" lang="en-US" altLang="en-US" sz="28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ws</a:t>
            </a:r>
            <a:endParaRPr kumimoji="0" lang="en-US" altLang="en-US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Transmit text messages over long distances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Text message is converted to codes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Morse codes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Uses the concept of store-and-forward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Header contains destination address</a:t>
            </a:r>
            <a:endParaRPr kumimoji="0" lang="en-AU" altLang="en-US" sz="28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6" name="Picture 2" descr="Morse code">
            <a:extLst>
              <a:ext uri="{FF2B5EF4-FFF2-40B4-BE49-F238E27FC236}">
                <a16:creationId xmlns:a16="http://schemas.microsoft.com/office/drawing/2014/main" xmlns="" id="{879EFF28-54DB-47D9-9EFA-F8EEBD144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926" y="4562168"/>
            <a:ext cx="21925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47965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3C5CCDE-6FAA-A053-992F-C65FBB51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52D02764-2C55-E2DF-D539-CA30EEB2883B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+mj-cs"/>
              </a:rPr>
              <a:t>Circuit Switching</a:t>
            </a:r>
            <a:endParaRPr kumimoji="0" lang="en-AU" alt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4C207D40-987E-63A2-D631-2D73EEEFB043}"/>
              </a:ext>
            </a:extLst>
          </p:cNvPr>
          <p:cNvSpPr txBox="1">
            <a:spLocks/>
          </p:cNvSpPr>
          <p:nvPr/>
        </p:nvSpPr>
        <p:spPr>
          <a:xfrm>
            <a:off x="457200" y="1481138"/>
            <a:ext cx="8229600" cy="24050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marR="0" lvl="0" indent="-539750" algn="just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Eg: Telephone n/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539750" marR="0" lvl="0" indent="-539750" algn="just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2-way transmission of voice signals across a network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Early days-dedicated lines</a:t>
            </a:r>
          </a:p>
          <a:p>
            <a:pPr marL="539750" marR="0" lvl="0" indent="-539750" algn="just" defTabSz="914400" rtl="0" eaLnBrk="1" fontAlgn="auto" latinLnBrk="0" hangingPunct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Now-switches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5279C62-D0C5-58D9-C45D-7552D38E7D0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4344964"/>
            <a:ext cx="4320480" cy="652462"/>
          </a:xfrm>
          <a:prstGeom prst="rect">
            <a:avLst/>
          </a:prstGeom>
        </p:spPr>
        <p:txBody>
          <a:bodyPr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Packet Switching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0563F9FB-0D9B-7656-34A3-AE87B00DE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997426"/>
            <a:ext cx="8229600" cy="65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marR="0" lvl="0" indent="-45720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Eg: Internet</a:t>
            </a:r>
          </a:p>
        </p:txBody>
      </p:sp>
    </p:spTree>
    <p:extLst>
      <p:ext uri="{BB962C8B-B14F-4D97-AF65-F5344CB8AC3E}">
        <p14:creationId xmlns:p14="http://schemas.microsoft.com/office/powerpoint/2010/main" val="106693084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AC4945-0FF4-989C-6056-2488F3A3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xmlns="" id="{B46EF179-1F87-7263-6322-B50811E1D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73400" y="1486391"/>
            <a:ext cx="5086350" cy="29601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581A974-92B8-2B96-8F91-D0A795205572}"/>
              </a:ext>
            </a:extLst>
          </p:cNvPr>
          <p:cNvSpPr txBox="1">
            <a:spLocks/>
          </p:cNvSpPr>
          <p:nvPr/>
        </p:nvSpPr>
        <p:spPr>
          <a:xfrm>
            <a:off x="467748" y="620688"/>
            <a:ext cx="8229600" cy="56207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Store &amp; Forward Packet Switching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074AF24-95EA-88B1-B779-5AB4AEC98FA3}"/>
              </a:ext>
            </a:extLst>
          </p:cNvPr>
          <p:cNvSpPr txBox="1"/>
          <p:nvPr/>
        </p:nvSpPr>
        <p:spPr>
          <a:xfrm>
            <a:off x="529659" y="5757677"/>
            <a:ext cx="658813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source</a:t>
            </a:r>
          </a:p>
        </p:txBody>
      </p:sp>
      <p:grpSp>
        <p:nvGrpSpPr>
          <p:cNvPr id="5" name="Group 41">
            <a:extLst>
              <a:ext uri="{FF2B5EF4-FFF2-40B4-BE49-F238E27FC236}">
                <a16:creationId xmlns:a16="http://schemas.microsoft.com/office/drawing/2014/main" xmlns="" id="{C0E0A5A1-364C-D210-6ABA-74350E1508DF}"/>
              </a:ext>
            </a:extLst>
          </p:cNvPr>
          <p:cNvGrpSpPr>
            <a:grpSpLocks/>
          </p:cNvGrpSpPr>
          <p:nvPr/>
        </p:nvGrpSpPr>
        <p:grpSpPr bwMode="auto">
          <a:xfrm>
            <a:off x="1277372" y="5846577"/>
            <a:ext cx="1057275" cy="420688"/>
            <a:chOff x="1816230" y="6118900"/>
            <a:chExt cx="1843339" cy="739100"/>
          </a:xfrm>
        </p:grpSpPr>
        <p:pic>
          <p:nvPicPr>
            <p:cNvPr id="6" name="Picture 8">
              <a:extLst>
                <a:ext uri="{FF2B5EF4-FFF2-40B4-BE49-F238E27FC236}">
                  <a16:creationId xmlns:a16="http://schemas.microsoft.com/office/drawing/2014/main" xmlns="" id="{B974425F-BA26-2335-4969-4102DC92E1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6230" y="6144002"/>
              <a:ext cx="1843339" cy="71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9C390F68-0C53-D9E9-EEAD-E0E801A756DF}"/>
                </a:ext>
              </a:extLst>
            </p:cNvPr>
            <p:cNvSpPr/>
            <p:nvPr/>
          </p:nvSpPr>
          <p:spPr>
            <a:xfrm rot="1049095">
              <a:off x="1947488" y="6118900"/>
              <a:ext cx="1650399" cy="462656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80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cxnSp>
        <p:nvCxnSpPr>
          <p:cNvPr id="8" name="Straight Connector 42">
            <a:extLst>
              <a:ext uri="{FF2B5EF4-FFF2-40B4-BE49-F238E27FC236}">
                <a16:creationId xmlns:a16="http://schemas.microsoft.com/office/drawing/2014/main" xmlns="" id="{FDC10A9A-D583-DFA6-41BC-3FC6551785B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223522" y="5952940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oup 43">
            <a:extLst>
              <a:ext uri="{FF2B5EF4-FFF2-40B4-BE49-F238E27FC236}">
                <a16:creationId xmlns:a16="http://schemas.microsoft.com/office/drawing/2014/main" xmlns="" id="{EF760A8E-9204-10D9-E136-F469EC941F11}"/>
              </a:ext>
            </a:extLst>
          </p:cNvPr>
          <p:cNvGrpSpPr>
            <a:grpSpLocks/>
          </p:cNvGrpSpPr>
          <p:nvPr/>
        </p:nvGrpSpPr>
        <p:grpSpPr bwMode="auto">
          <a:xfrm>
            <a:off x="3569722" y="5765615"/>
            <a:ext cx="1058862" cy="384175"/>
            <a:chOff x="5142253" y="5649029"/>
            <a:chExt cx="1304545" cy="695633"/>
          </a:xfrm>
        </p:grpSpPr>
        <p:grpSp>
          <p:nvGrpSpPr>
            <p:cNvPr id="10" name="Group 92">
              <a:extLst>
                <a:ext uri="{FF2B5EF4-FFF2-40B4-BE49-F238E27FC236}">
                  <a16:creationId xmlns:a16="http://schemas.microsoft.com/office/drawing/2014/main" xmlns="" id="{26F1A834-4308-F27D-72D8-B2D1BFEE6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7271" y="5649029"/>
              <a:ext cx="1276350" cy="695633"/>
              <a:chOff x="4981575" y="5851547"/>
              <a:chExt cx="1276350" cy="695633"/>
            </a:xfrm>
          </p:grpSpPr>
          <p:pic>
            <p:nvPicPr>
              <p:cNvPr id="13" name="Picture 95">
                <a:extLst>
                  <a:ext uri="{FF2B5EF4-FFF2-40B4-BE49-F238E27FC236}">
                    <a16:creationId xmlns:a16="http://schemas.microsoft.com/office/drawing/2014/main" xmlns="" id="{FC05341C-F290-76A6-29FE-74D7904635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81575" y="5944151"/>
                <a:ext cx="1276350" cy="603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Rectangle 96">
                <a:extLst>
                  <a:ext uri="{FF2B5EF4-FFF2-40B4-BE49-F238E27FC236}">
                    <a16:creationId xmlns:a16="http://schemas.microsoft.com/office/drawing/2014/main" xmlns="" id="{19437836-2E34-B331-3F81-4D8615957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5959" y="6205112"/>
                <a:ext cx="44985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5" name="Rectangle 97">
                <a:extLst>
                  <a:ext uri="{FF2B5EF4-FFF2-40B4-BE49-F238E27FC236}">
                    <a16:creationId xmlns:a16="http://schemas.microsoft.com/office/drawing/2014/main" xmlns="" id="{5EFA9E72-B009-03EB-FD52-DF77E55B7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8008" y="6228108"/>
                <a:ext cx="62587" cy="224212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Oval 98">
                <a:extLst>
                  <a:ext uri="{FF2B5EF4-FFF2-40B4-BE49-F238E27FC236}">
                    <a16:creationId xmlns:a16="http://schemas.microsoft.com/office/drawing/2014/main" xmlns="" id="{C6A7EAFC-4C5D-336B-6EFA-D2347FE644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3497" y="5851547"/>
                <a:ext cx="1196974" cy="494417"/>
              </a:xfrm>
              <a:prstGeom prst="ellipse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1" name="Rectangle 93">
              <a:extLst>
                <a:ext uri="{FF2B5EF4-FFF2-40B4-BE49-F238E27FC236}">
                  <a16:creationId xmlns:a16="http://schemas.microsoft.com/office/drawing/2014/main" xmlns="" id="{F7C31BF5-D23B-E85E-5A8F-24ACEE396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741" y="5695021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Rectangle 94">
              <a:extLst>
                <a:ext uri="{FF2B5EF4-FFF2-40B4-BE49-F238E27FC236}">
                  <a16:creationId xmlns:a16="http://schemas.microsoft.com/office/drawing/2014/main" xmlns="" id="{33D8FB50-0DCB-ED0A-473D-F4C37827D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2253" y="5700770"/>
              <a:ext cx="86057" cy="1264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7" name="Group 44">
            <a:extLst>
              <a:ext uri="{FF2B5EF4-FFF2-40B4-BE49-F238E27FC236}">
                <a16:creationId xmlns:a16="http://schemas.microsoft.com/office/drawing/2014/main" xmlns="" id="{6191E131-8ADE-0EE5-6066-4023AD83C1F0}"/>
              </a:ext>
            </a:extLst>
          </p:cNvPr>
          <p:cNvGrpSpPr>
            <a:grpSpLocks/>
          </p:cNvGrpSpPr>
          <p:nvPr/>
        </p:nvGrpSpPr>
        <p:grpSpPr bwMode="auto">
          <a:xfrm>
            <a:off x="3523684" y="4686115"/>
            <a:ext cx="1092200" cy="303212"/>
            <a:chOff x="5128542" y="4838701"/>
            <a:chExt cx="1300833" cy="530211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xmlns="" id="{C8EDB161-B76D-7D19-70DD-461D5CF125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8542" y="4838701"/>
              <a:ext cx="1300833" cy="491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" name="Rectangle 90">
              <a:extLst>
                <a:ext uri="{FF2B5EF4-FFF2-40B4-BE49-F238E27FC236}">
                  <a16:creationId xmlns:a16="http://schemas.microsoft.com/office/drawing/2014/main" xmlns="" id="{526AFF43-BC89-0A16-27C9-65C9B5331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7275" y="5219009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Rectangle 91">
              <a:extLst>
                <a:ext uri="{FF2B5EF4-FFF2-40B4-BE49-F238E27FC236}">
                  <a16:creationId xmlns:a16="http://schemas.microsoft.com/office/drawing/2014/main" xmlns="" id="{1EFD7176-AECD-4E10-2088-8518D6AAE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8794" y="5241217"/>
              <a:ext cx="86974" cy="1276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21" name="Group 45">
            <a:extLst>
              <a:ext uri="{FF2B5EF4-FFF2-40B4-BE49-F238E27FC236}">
                <a16:creationId xmlns:a16="http://schemas.microsoft.com/office/drawing/2014/main" xmlns="" id="{1C366E72-7266-56C9-7779-CDD15BA84F83}"/>
              </a:ext>
            </a:extLst>
          </p:cNvPr>
          <p:cNvGrpSpPr>
            <a:grpSpLocks/>
          </p:cNvGrpSpPr>
          <p:nvPr/>
        </p:nvGrpSpPr>
        <p:grpSpPr bwMode="auto">
          <a:xfrm>
            <a:off x="1382147" y="4274952"/>
            <a:ext cx="1150937" cy="730250"/>
            <a:chOff x="2387973" y="4309243"/>
            <a:chExt cx="1771787" cy="1282262"/>
          </a:xfrm>
        </p:grpSpPr>
        <p:pic>
          <p:nvPicPr>
            <p:cNvPr id="22" name="Picture 9">
              <a:extLst>
                <a:ext uri="{FF2B5EF4-FFF2-40B4-BE49-F238E27FC236}">
                  <a16:creationId xmlns:a16="http://schemas.microsoft.com/office/drawing/2014/main" xmlns="" id="{ADE1BF2E-4C42-E8C6-D21A-B408DF7EA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3481" y="4309243"/>
              <a:ext cx="1285463" cy="1282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302B76D5-3D62-D562-A43F-3E4650EB0EFB}"/>
                </a:ext>
              </a:extLst>
            </p:cNvPr>
            <p:cNvSpPr/>
            <p:nvPr/>
          </p:nvSpPr>
          <p:spPr>
            <a:xfrm rot="11601822">
              <a:off x="2387973" y="5128665"/>
              <a:ext cx="1771787" cy="422704"/>
            </a:xfrm>
            <a:prstGeom prst="rect">
              <a:avLst/>
            </a:prstGeom>
            <a:gradFill>
              <a:gsLst>
                <a:gs pos="0">
                  <a:sysClr val="window" lastClr="FFFFFF"/>
                </a:gs>
                <a:gs pos="5000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defRPr/>
              </a:pPr>
              <a:endParaRPr lang="en-US" sz="1800">
                <a:solidFill>
                  <a:srgbClr val="FFFFFF"/>
                </a:solidFill>
                <a:latin typeface="Calibri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BBFBAAB-923C-7026-B4ED-595EC90B43F0}"/>
              </a:ext>
            </a:extLst>
          </p:cNvPr>
          <p:cNvSpPr txBox="1"/>
          <p:nvPr/>
        </p:nvSpPr>
        <p:spPr>
          <a:xfrm>
            <a:off x="2582297" y="5986277"/>
            <a:ext cx="566737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  <p:cxnSp>
        <p:nvCxnSpPr>
          <p:cNvPr id="25" name="Straight Connector 47">
            <a:extLst>
              <a:ext uri="{FF2B5EF4-FFF2-40B4-BE49-F238E27FC236}">
                <a16:creationId xmlns:a16="http://schemas.microsoft.com/office/drawing/2014/main" xmlns="" id="{C9C4B980-8E9A-E750-9FC0-6A229227967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614297" y="5957702"/>
            <a:ext cx="17383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" name="Group 100">
            <a:extLst>
              <a:ext uri="{FF2B5EF4-FFF2-40B4-BE49-F238E27FC236}">
                <a16:creationId xmlns:a16="http://schemas.microsoft.com/office/drawing/2014/main" xmlns="" id="{90A5BB1F-4337-DAAD-56EB-5A11D6CC2EC3}"/>
              </a:ext>
            </a:extLst>
          </p:cNvPr>
          <p:cNvGrpSpPr>
            <a:grpSpLocks/>
          </p:cNvGrpSpPr>
          <p:nvPr/>
        </p:nvGrpSpPr>
        <p:grpSpPr bwMode="auto">
          <a:xfrm>
            <a:off x="5592197" y="5149665"/>
            <a:ext cx="1477962" cy="1284287"/>
            <a:chOff x="-44" y="1473"/>
            <a:chExt cx="981" cy="1105"/>
          </a:xfrm>
        </p:grpSpPr>
        <p:pic>
          <p:nvPicPr>
            <p:cNvPr id="27" name="Picture 101" descr="desktop_computer_stylized_medium">
              <a:extLst>
                <a:ext uri="{FF2B5EF4-FFF2-40B4-BE49-F238E27FC236}">
                  <a16:creationId xmlns:a16="http://schemas.microsoft.com/office/drawing/2014/main" xmlns="" id="{1B715FDC-FCDA-E48A-1C76-E51507EFE1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Freeform 102">
              <a:extLst>
                <a:ext uri="{FF2B5EF4-FFF2-40B4-BE49-F238E27FC236}">
                  <a16:creationId xmlns:a16="http://schemas.microsoft.com/office/drawing/2014/main" xmlns="" id="{07AF20CD-098E-1C34-B08B-B9F52920D0A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80"/>
              <a:ext cx="474" cy="505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ysClr val="window" lastClr="FFFFFF"/>
                </a:gs>
              </a:gsLst>
              <a:lin ang="2700000" scaled="1"/>
            </a:gradFill>
            <a:ln w="9525" cap="flat" cmpd="sng">
              <a:noFill/>
              <a:prstDash val="solid"/>
              <a:round/>
              <a:headEnd/>
              <a:tailEnd/>
            </a:ln>
          </p:spPr>
          <p:txBody>
            <a:bodyPr wrap="none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kern="0"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1DD0CEA6-F55B-FBFE-E146-99EB02872F1E}"/>
              </a:ext>
            </a:extLst>
          </p:cNvPr>
          <p:cNvSpPr txBox="1"/>
          <p:nvPr/>
        </p:nvSpPr>
        <p:spPr>
          <a:xfrm>
            <a:off x="7074922" y="5856102"/>
            <a:ext cx="1012825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destination</a:t>
            </a:r>
          </a:p>
        </p:txBody>
      </p:sp>
      <p:sp>
        <p:nvSpPr>
          <p:cNvPr id="30" name="TextBox 52">
            <a:extLst>
              <a:ext uri="{FF2B5EF4-FFF2-40B4-BE49-F238E27FC236}">
                <a16:creationId xmlns:a16="http://schemas.microsoft.com/office/drawing/2014/main" xmlns="" id="{5E5AE0BD-F279-D444-97AA-62D0ECF45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2547" y="5652902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31" name="TextBox 53">
            <a:extLst>
              <a:ext uri="{FF2B5EF4-FFF2-40B4-BE49-F238E27FC236}">
                <a16:creationId xmlns:a16="http://schemas.microsoft.com/office/drawing/2014/main" xmlns="" id="{8E9522B2-2235-C1E3-9596-060847D8A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5697" y="5659252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32" name="TextBox 54">
            <a:extLst>
              <a:ext uri="{FF2B5EF4-FFF2-40B4-BE49-F238E27FC236}">
                <a16:creationId xmlns:a16="http://schemas.microsoft.com/office/drawing/2014/main" xmlns="" id="{A1EF51FB-FF3D-9C28-8C07-01283DE53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8372" y="5656077"/>
            <a:ext cx="23495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</a:p>
        </p:txBody>
      </p:sp>
      <p:grpSp>
        <p:nvGrpSpPr>
          <p:cNvPr id="33" name="Group 55">
            <a:extLst>
              <a:ext uri="{FF2B5EF4-FFF2-40B4-BE49-F238E27FC236}">
                <a16:creationId xmlns:a16="http://schemas.microsoft.com/office/drawing/2014/main" xmlns="" id="{9CD5EEC3-54E8-801C-B0A4-DBDC26E53B23}"/>
              </a:ext>
            </a:extLst>
          </p:cNvPr>
          <p:cNvGrpSpPr>
            <a:grpSpLocks/>
          </p:cNvGrpSpPr>
          <p:nvPr/>
        </p:nvGrpSpPr>
        <p:grpSpPr bwMode="auto">
          <a:xfrm>
            <a:off x="1391672" y="4951227"/>
            <a:ext cx="2935287" cy="841375"/>
            <a:chOff x="593766" y="5264055"/>
            <a:chExt cx="3597129" cy="1011695"/>
          </a:xfrm>
        </p:grpSpPr>
        <p:grpSp>
          <p:nvGrpSpPr>
            <p:cNvPr id="34" name="Group 56">
              <a:extLst>
                <a:ext uri="{FF2B5EF4-FFF2-40B4-BE49-F238E27FC236}">
                  <a16:creationId xmlns:a16="http://schemas.microsoft.com/office/drawing/2014/main" xmlns="" id="{C32F3BFD-7BAF-D3D6-4E52-FA7414D67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7077" y="5264055"/>
              <a:ext cx="617671" cy="927313"/>
              <a:chOff x="2105936" y="5387204"/>
              <a:chExt cx="617671" cy="927313"/>
            </a:xfrm>
          </p:grpSpPr>
          <p:sp>
            <p:nvSpPr>
              <p:cNvPr id="55" name="Rectangle 77">
                <a:extLst>
                  <a:ext uri="{FF2B5EF4-FFF2-40B4-BE49-F238E27FC236}">
                    <a16:creationId xmlns:a16="http://schemas.microsoft.com/office/drawing/2014/main" xmlns="" id="{F0FA3391-40F2-9CA2-982A-A2360CE82D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55" y="6049578"/>
                <a:ext cx="140072" cy="265331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6" name="Freeform 78">
                <a:extLst>
                  <a:ext uri="{FF2B5EF4-FFF2-40B4-BE49-F238E27FC236}">
                    <a16:creationId xmlns:a16="http://schemas.microsoft.com/office/drawing/2014/main" xmlns="" id="{4B86916C-CDC1-651A-90C4-3BEEF9D2C0CB}"/>
                  </a:ext>
                </a:extLst>
              </p:cNvPr>
              <p:cNvSpPr/>
              <p:nvPr/>
            </p:nvSpPr>
            <p:spPr>
              <a:xfrm>
                <a:off x="2110248" y="5705984"/>
                <a:ext cx="466907" cy="608925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7" name="Freeform 79">
                <a:extLst>
                  <a:ext uri="{FF2B5EF4-FFF2-40B4-BE49-F238E27FC236}">
                    <a16:creationId xmlns:a16="http://schemas.microsoft.com/office/drawing/2014/main" xmlns="" id="{D761557A-7C8E-498E-BCAA-2CD67003FEA7}"/>
                  </a:ext>
                </a:extLst>
              </p:cNvPr>
              <p:cNvSpPr/>
              <p:nvPr/>
            </p:nvSpPr>
            <p:spPr>
              <a:xfrm>
                <a:off x="2106358" y="5688804"/>
                <a:ext cx="616705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58" name="Freeform 80">
                <a:extLst>
                  <a:ext uri="{FF2B5EF4-FFF2-40B4-BE49-F238E27FC236}">
                    <a16:creationId xmlns:a16="http://schemas.microsoft.com/office/drawing/2014/main" xmlns="" id="{51A0259C-B9F9-84C5-FA4A-903C7C98B23B}"/>
                  </a:ext>
                </a:extLst>
              </p:cNvPr>
              <p:cNvSpPr/>
              <p:nvPr/>
            </p:nvSpPr>
            <p:spPr>
              <a:xfrm>
                <a:off x="2114139" y="5396749"/>
                <a:ext cx="595306" cy="647102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59" name="Straight Connector 81">
                <a:extLst>
                  <a:ext uri="{FF2B5EF4-FFF2-40B4-BE49-F238E27FC236}">
                    <a16:creationId xmlns:a16="http://schemas.microsoft.com/office/drawing/2014/main" xmlns="" id="{47912557-FAAB-C706-60C7-3C1042F7AA8A}"/>
                  </a:ext>
                </a:extLst>
              </p:cNvPr>
              <p:cNvCxnSpPr>
                <a:cxnSpLocks noChangeShapeType="1"/>
                <a:stCxn id="58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Straight Connector 82">
                <a:extLst>
                  <a:ext uri="{FF2B5EF4-FFF2-40B4-BE49-F238E27FC236}">
                    <a16:creationId xmlns:a16="http://schemas.microsoft.com/office/drawing/2014/main" xmlns="" id="{8479C72F-7463-0B8F-1705-04DE8839E06D}"/>
                  </a:ext>
                </a:extLst>
              </p:cNvPr>
              <p:cNvCxnSpPr>
                <a:cxnSpLocks noChangeShapeType="1"/>
                <a:endCxn id="58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Straight Connector 83">
                <a:extLst>
                  <a:ext uri="{FF2B5EF4-FFF2-40B4-BE49-F238E27FC236}">
                    <a16:creationId xmlns:a16="http://schemas.microsoft.com/office/drawing/2014/main" xmlns="" id="{8E9EE4A5-AD39-1811-17CF-9165014FC03A}"/>
                  </a:ext>
                </a:extLst>
              </p:cNvPr>
              <p:cNvCxnSpPr>
                <a:cxnSpLocks noChangeShapeType="1"/>
                <a:endCxn id="58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Straight Connector 84">
                <a:extLst>
                  <a:ext uri="{FF2B5EF4-FFF2-40B4-BE49-F238E27FC236}">
                    <a16:creationId xmlns:a16="http://schemas.microsoft.com/office/drawing/2014/main" xmlns="" id="{B2FE04D3-68FC-7252-E684-ACF5E8DAF8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5" name="Group 57">
              <a:extLst>
                <a:ext uri="{FF2B5EF4-FFF2-40B4-BE49-F238E27FC236}">
                  <a16:creationId xmlns:a16="http://schemas.microsoft.com/office/drawing/2014/main" xmlns="" id="{DC0AD2B3-00CA-7D63-D58E-46DEA1E06B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802" y="5273580"/>
              <a:ext cx="617671" cy="927313"/>
              <a:chOff x="2105936" y="5387204"/>
              <a:chExt cx="617671" cy="927313"/>
            </a:xfrm>
          </p:grpSpPr>
          <p:sp>
            <p:nvSpPr>
              <p:cNvPr id="47" name="Freeform 69">
                <a:extLst>
                  <a:ext uri="{FF2B5EF4-FFF2-40B4-BE49-F238E27FC236}">
                    <a16:creationId xmlns:a16="http://schemas.microsoft.com/office/drawing/2014/main" xmlns="" id="{D7001987-DC89-B410-4E2E-6FAF79EC1F25}"/>
                  </a:ext>
                </a:extLst>
              </p:cNvPr>
              <p:cNvSpPr/>
              <p:nvPr/>
            </p:nvSpPr>
            <p:spPr>
              <a:xfrm>
                <a:off x="2110224" y="5706003"/>
                <a:ext cx="466907" cy="60892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0 w 967997"/>
                  <a:gd name="connsiteY0" fmla="*/ 0 h 2138362"/>
                  <a:gd name="connsiteX1" fmla="*/ 0 w 967997"/>
                  <a:gd name="connsiteY1" fmla="*/ 1190625 h 2138362"/>
                  <a:gd name="connsiteX2" fmla="*/ 966787 w 967997"/>
                  <a:gd name="connsiteY2" fmla="*/ 2138362 h 2138362"/>
                  <a:gd name="connsiteX3" fmla="*/ 967618 w 967997"/>
                  <a:gd name="connsiteY3" fmla="*/ 1495143 h 2138362"/>
                  <a:gd name="connsiteX4" fmla="*/ 0 w 967997"/>
                  <a:gd name="connsiteY4" fmla="*/ 0 h 2138362"/>
                  <a:gd name="connsiteX0" fmla="*/ 0 w 967997"/>
                  <a:gd name="connsiteY0" fmla="*/ 0 h 1424095"/>
                  <a:gd name="connsiteX1" fmla="*/ 0 w 967997"/>
                  <a:gd name="connsiteY1" fmla="*/ 476358 h 1424095"/>
                  <a:gd name="connsiteX2" fmla="*/ 966787 w 967997"/>
                  <a:gd name="connsiteY2" fmla="*/ 1424095 h 1424095"/>
                  <a:gd name="connsiteX3" fmla="*/ 967618 w 967997"/>
                  <a:gd name="connsiteY3" fmla="*/ 780876 h 1424095"/>
                  <a:gd name="connsiteX4" fmla="*/ 0 w 967997"/>
                  <a:gd name="connsiteY4" fmla="*/ 0 h 14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7997" h="1424095">
                    <a:moveTo>
                      <a:pt x="0" y="0"/>
                    </a:moveTo>
                    <a:lnTo>
                      <a:pt x="0" y="476358"/>
                    </a:lnTo>
                    <a:lnTo>
                      <a:pt x="966787" y="1424095"/>
                    </a:lnTo>
                    <a:cubicBezTo>
                      <a:pt x="965200" y="958958"/>
                      <a:pt x="969205" y="1246013"/>
                      <a:pt x="967618" y="78087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8" name="Freeform 70">
                <a:extLst>
                  <a:ext uri="{FF2B5EF4-FFF2-40B4-BE49-F238E27FC236}">
                    <a16:creationId xmlns:a16="http://schemas.microsoft.com/office/drawing/2014/main" xmlns="" id="{35F95B66-32CE-89C4-E306-3F5F6A065976}"/>
                  </a:ext>
                </a:extLst>
              </p:cNvPr>
              <p:cNvSpPr/>
              <p:nvPr/>
            </p:nvSpPr>
            <p:spPr>
              <a:xfrm>
                <a:off x="2106333" y="5688824"/>
                <a:ext cx="616707" cy="355048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  <a:gd name="connsiteX0" fmla="*/ 233363 w 1277416"/>
                  <a:gd name="connsiteY0" fmla="*/ 0 h 813350"/>
                  <a:gd name="connsiteX1" fmla="*/ 0 w 1277416"/>
                  <a:gd name="connsiteY1" fmla="*/ 9439 h 813350"/>
                  <a:gd name="connsiteX2" fmla="*/ 952500 w 1277416"/>
                  <a:gd name="connsiteY2" fmla="*/ 752735 h 813350"/>
                  <a:gd name="connsiteX3" fmla="*/ 1277416 w 1277416"/>
                  <a:gd name="connsiteY3" fmla="*/ 813350 h 813350"/>
                  <a:gd name="connsiteX4" fmla="*/ 233363 w 1277416"/>
                  <a:gd name="connsiteY4" fmla="*/ 0 h 813350"/>
                  <a:gd name="connsiteX0" fmla="*/ 233363 w 1277416"/>
                  <a:gd name="connsiteY0" fmla="*/ 0 h 814795"/>
                  <a:gd name="connsiteX1" fmla="*/ 0 w 1277416"/>
                  <a:gd name="connsiteY1" fmla="*/ 9439 h 814795"/>
                  <a:gd name="connsiteX2" fmla="*/ 980474 w 1277416"/>
                  <a:gd name="connsiteY2" fmla="*/ 814795 h 814795"/>
                  <a:gd name="connsiteX3" fmla="*/ 1277416 w 1277416"/>
                  <a:gd name="connsiteY3" fmla="*/ 813350 h 814795"/>
                  <a:gd name="connsiteX4" fmla="*/ 233363 w 1277416"/>
                  <a:gd name="connsiteY4" fmla="*/ 0 h 81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7416" h="814795">
                    <a:moveTo>
                      <a:pt x="233363" y="0"/>
                    </a:moveTo>
                    <a:lnTo>
                      <a:pt x="0" y="9439"/>
                    </a:lnTo>
                    <a:lnTo>
                      <a:pt x="980474" y="814795"/>
                    </a:lnTo>
                    <a:cubicBezTo>
                      <a:pt x="1088424" y="806858"/>
                      <a:pt x="1074215" y="806999"/>
                      <a:pt x="1277416" y="813350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9" name="Rectangle 71">
                <a:extLst>
                  <a:ext uri="{FF2B5EF4-FFF2-40B4-BE49-F238E27FC236}">
                    <a16:creationId xmlns:a16="http://schemas.microsoft.com/office/drawing/2014/main" xmlns="" id="{B8A3939F-E6BA-253E-D14F-409BA303F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131" y="6049598"/>
                <a:ext cx="140072" cy="265332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50" name="Freeform 72">
                <a:extLst>
                  <a:ext uri="{FF2B5EF4-FFF2-40B4-BE49-F238E27FC236}">
                    <a16:creationId xmlns:a16="http://schemas.microsoft.com/office/drawing/2014/main" xmlns="" id="{B2D7733D-D88C-1B4D-A865-6936DAD747BB}"/>
                  </a:ext>
                </a:extLst>
              </p:cNvPr>
              <p:cNvSpPr/>
              <p:nvPr/>
            </p:nvSpPr>
            <p:spPr>
              <a:xfrm>
                <a:off x="2114115" y="5396768"/>
                <a:ext cx="595306" cy="647103"/>
              </a:xfrm>
              <a:custGeom>
                <a:avLst/>
                <a:gdLst>
                  <a:gd name="connsiteX0" fmla="*/ 5411 w 597877"/>
                  <a:gd name="connsiteY0" fmla="*/ 13527 h 646573"/>
                  <a:gd name="connsiteX1" fmla="*/ 0 w 597877"/>
                  <a:gd name="connsiteY1" fmla="*/ 305702 h 646573"/>
                  <a:gd name="connsiteX2" fmla="*/ 457200 w 597877"/>
                  <a:gd name="connsiteY2" fmla="*/ 646573 h 646573"/>
                  <a:gd name="connsiteX3" fmla="*/ 597877 w 597877"/>
                  <a:gd name="connsiteY3" fmla="*/ 646573 h 646573"/>
                  <a:gd name="connsiteX4" fmla="*/ 595172 w 597877"/>
                  <a:gd name="connsiteY4" fmla="*/ 321934 h 646573"/>
                  <a:gd name="connsiteX5" fmla="*/ 110919 w 597877"/>
                  <a:gd name="connsiteY5" fmla="*/ 0 h 646573"/>
                  <a:gd name="connsiteX6" fmla="*/ 5411 w 597877"/>
                  <a:gd name="connsiteY6" fmla="*/ 13527 h 646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7877" h="646573">
                    <a:moveTo>
                      <a:pt x="5411" y="13527"/>
                    </a:moveTo>
                    <a:lnTo>
                      <a:pt x="0" y="305702"/>
                    </a:lnTo>
                    <a:lnTo>
                      <a:pt x="457200" y="646573"/>
                    </a:lnTo>
                    <a:lnTo>
                      <a:pt x="597877" y="646573"/>
                    </a:lnTo>
                    <a:cubicBezTo>
                      <a:pt x="596975" y="538360"/>
                      <a:pt x="596074" y="430147"/>
                      <a:pt x="595172" y="321934"/>
                    </a:cubicBezTo>
                    <a:lnTo>
                      <a:pt x="110919" y="0"/>
                    </a:lnTo>
                    <a:lnTo>
                      <a:pt x="5411" y="13527"/>
                    </a:lnTo>
                    <a:close/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ysDash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cxnSp>
            <p:nvCxnSpPr>
              <p:cNvPr id="51" name="Straight Connector 73">
                <a:extLst>
                  <a:ext uri="{FF2B5EF4-FFF2-40B4-BE49-F238E27FC236}">
                    <a16:creationId xmlns:a16="http://schemas.microsoft.com/office/drawing/2014/main" xmlns="" id="{0562BE6B-06A3-9D28-6C5D-CCB8F274C207}"/>
                  </a:ext>
                </a:extLst>
              </p:cNvPr>
              <p:cNvCxnSpPr>
                <a:cxnSpLocks noChangeShapeType="1"/>
                <a:stCxn id="50" idx="0"/>
              </p:cNvCxnSpPr>
              <p:nvPr/>
            </p:nvCxnSpPr>
            <p:spPr bwMode="auto">
              <a:xfrm>
                <a:off x="2118270" y="5410651"/>
                <a:ext cx="446379" cy="31111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Straight Connector 74">
                <a:extLst>
                  <a:ext uri="{FF2B5EF4-FFF2-40B4-BE49-F238E27FC236}">
                    <a16:creationId xmlns:a16="http://schemas.microsoft.com/office/drawing/2014/main" xmlns="" id="{3355A235-EA63-07D7-7937-CE3F3A1C139A}"/>
                  </a:ext>
                </a:extLst>
              </p:cNvPr>
              <p:cNvCxnSpPr>
                <a:cxnSpLocks noChangeShapeType="1"/>
                <a:endCxn id="50" idx="4"/>
              </p:cNvCxnSpPr>
              <p:nvPr/>
            </p:nvCxnSpPr>
            <p:spPr bwMode="auto">
              <a:xfrm flipV="1">
                <a:off x="2567354" y="5719058"/>
                <a:ext cx="140677" cy="270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Straight Connector 75">
                <a:extLst>
                  <a:ext uri="{FF2B5EF4-FFF2-40B4-BE49-F238E27FC236}">
                    <a16:creationId xmlns:a16="http://schemas.microsoft.com/office/drawing/2014/main" xmlns="" id="{1E63CB15-2B2F-D08F-6FF6-387DF3E99C20}"/>
                  </a:ext>
                </a:extLst>
              </p:cNvPr>
              <p:cNvCxnSpPr>
                <a:cxnSpLocks noChangeShapeType="1"/>
                <a:endCxn id="50" idx="2"/>
              </p:cNvCxnSpPr>
              <p:nvPr/>
            </p:nvCxnSpPr>
            <p:spPr bwMode="auto">
              <a:xfrm flipH="1">
                <a:off x="2570059" y="5721763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Straight Connector 76">
                <a:extLst>
                  <a:ext uri="{FF2B5EF4-FFF2-40B4-BE49-F238E27FC236}">
                    <a16:creationId xmlns:a16="http://schemas.microsoft.com/office/drawing/2014/main" xmlns="" id="{EA0682F8-567C-4CA7-7D3C-BF3D4D89EFF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221974" y="5387204"/>
                <a:ext cx="2705" cy="3219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6" name="Group 58">
              <a:extLst>
                <a:ext uri="{FF2B5EF4-FFF2-40B4-BE49-F238E27FC236}">
                  <a16:creationId xmlns:a16="http://schemas.microsoft.com/office/drawing/2014/main" xmlns="" id="{1AD1467E-BBFC-6AF6-0F6D-1FBBDA560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797" y="5294415"/>
              <a:ext cx="605641" cy="915203"/>
              <a:chOff x="335231" y="4405745"/>
              <a:chExt cx="1252537" cy="2138362"/>
            </a:xfrm>
          </p:grpSpPr>
          <p:sp>
            <p:nvSpPr>
              <p:cNvPr id="44" name="Freeform 66">
                <a:extLst>
                  <a:ext uri="{FF2B5EF4-FFF2-40B4-BE49-F238E27FC236}">
                    <a16:creationId xmlns:a16="http://schemas.microsoft.com/office/drawing/2014/main" xmlns="" id="{74E3A017-76E3-C479-A2D1-995714AC1AC3}"/>
                  </a:ext>
                </a:extLst>
              </p:cNvPr>
              <p:cNvSpPr/>
              <p:nvPr/>
            </p:nvSpPr>
            <p:spPr>
              <a:xfrm>
                <a:off x="333961" y="4406169"/>
                <a:ext cx="969641" cy="213635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5" name="Freeform 67">
                <a:extLst>
                  <a:ext uri="{FF2B5EF4-FFF2-40B4-BE49-F238E27FC236}">
                    <a16:creationId xmlns:a16="http://schemas.microsoft.com/office/drawing/2014/main" xmlns="" id="{806EA249-A058-02BE-38C3-53FAC40AA230}"/>
                  </a:ext>
                </a:extLst>
              </p:cNvPr>
              <p:cNvSpPr/>
              <p:nvPr/>
            </p:nvSpPr>
            <p:spPr>
              <a:xfrm>
                <a:off x="350055" y="4410631"/>
                <a:ext cx="1239211" cy="771583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6" name="Rectangle 68">
                <a:extLst>
                  <a:ext uri="{FF2B5EF4-FFF2-40B4-BE49-F238E27FC236}">
                    <a16:creationId xmlns:a16="http://schemas.microsoft.com/office/drawing/2014/main" xmlns="" id="{ADBF9ABC-ED9C-EB71-FC2E-2C7C76AE4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580" y="5177755"/>
                <a:ext cx="289686" cy="1351386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7" name="Rectangle 59">
              <a:extLst>
                <a:ext uri="{FF2B5EF4-FFF2-40B4-BE49-F238E27FC236}">
                  <a16:creationId xmlns:a16="http://schemas.microsoft.com/office/drawing/2014/main" xmlns="" id="{C662FA33-BEC7-2ABE-38A8-463BA381F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8851" y="6126859"/>
              <a:ext cx="2180844" cy="64901"/>
            </a:xfrm>
            <a:prstGeom prst="rect">
              <a:avLst/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" name="Right Arrow 60">
              <a:extLst>
                <a:ext uri="{FF2B5EF4-FFF2-40B4-BE49-F238E27FC236}">
                  <a16:creationId xmlns:a16="http://schemas.microsoft.com/office/drawing/2014/main" xmlns="" id="{6B18F4FB-DD50-91C3-1055-B3B690501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720" y="6056232"/>
              <a:ext cx="266527" cy="219518"/>
            </a:xfrm>
            <a:prstGeom prst="rightArrow">
              <a:avLst>
                <a:gd name="adj1" fmla="val 13889"/>
                <a:gd name="adj2" fmla="val 53703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grpSp>
          <p:nvGrpSpPr>
            <p:cNvPr id="39" name="Group 61">
              <a:extLst>
                <a:ext uri="{FF2B5EF4-FFF2-40B4-BE49-F238E27FC236}">
                  <a16:creationId xmlns:a16="http://schemas.microsoft.com/office/drawing/2014/main" xmlns="" id="{AE472FDC-88FE-C815-F635-E91D39291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766" y="5284519"/>
              <a:ext cx="605641" cy="915203"/>
              <a:chOff x="335231" y="4405745"/>
              <a:chExt cx="1252537" cy="2138362"/>
            </a:xfrm>
          </p:grpSpPr>
          <p:sp>
            <p:nvSpPr>
              <p:cNvPr id="41" name="Freeform 63">
                <a:extLst>
                  <a:ext uri="{FF2B5EF4-FFF2-40B4-BE49-F238E27FC236}">
                    <a16:creationId xmlns:a16="http://schemas.microsoft.com/office/drawing/2014/main" xmlns="" id="{89DC78A3-9B2B-886F-FDF1-CDA602F2FB2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F81BD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2" name="Freeform 64">
                <a:extLst>
                  <a:ext uri="{FF2B5EF4-FFF2-40B4-BE49-F238E27FC236}">
                    <a16:creationId xmlns:a16="http://schemas.microsoft.com/office/drawing/2014/main" xmlns="" id="{A8B2E165-ADE2-C977-4CAE-3019AA0FA387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0099C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800" kern="0">
                  <a:solidFill>
                    <a:sysClr val="window" lastClr="FFFFFF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43" name="Rectangle 65">
                <a:extLst>
                  <a:ext uri="{FF2B5EF4-FFF2-40B4-BE49-F238E27FC236}">
                    <a16:creationId xmlns:a16="http://schemas.microsoft.com/office/drawing/2014/main" xmlns="" id="{02CE659B-D5C0-9889-B942-B0E00081FA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FFFF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0" name="Right Arrow 62">
              <a:extLst>
                <a:ext uri="{FF2B5EF4-FFF2-40B4-BE49-F238E27FC236}">
                  <a16:creationId xmlns:a16="http://schemas.microsoft.com/office/drawing/2014/main" xmlns="" id="{0A137203-3885-0DCF-11E0-AD822AB5D27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245926">
              <a:off x="3947358" y="5684800"/>
              <a:ext cx="267240" cy="219835"/>
            </a:xfrm>
            <a:prstGeom prst="rightArrow">
              <a:avLst>
                <a:gd name="adj1" fmla="val 13889"/>
                <a:gd name="adj2" fmla="val 53702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9E3F980D-CC61-6F30-E810-300B0478F7A9}"/>
              </a:ext>
            </a:extLst>
          </p:cNvPr>
          <p:cNvSpPr txBox="1"/>
          <p:nvPr/>
        </p:nvSpPr>
        <p:spPr>
          <a:xfrm>
            <a:off x="188347" y="4981390"/>
            <a:ext cx="11811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L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bits</a:t>
            </a:r>
          </a:p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per packet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D5EE852E-A59A-F3CE-3011-5E79E272D749}"/>
              </a:ext>
            </a:extLst>
          </p:cNvPr>
          <p:cNvSpPr txBox="1"/>
          <p:nvPr/>
        </p:nvSpPr>
        <p:spPr>
          <a:xfrm>
            <a:off x="4981009" y="5976752"/>
            <a:ext cx="566738" cy="306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i="1" kern="0" dirty="0">
                <a:solidFill>
                  <a:prstClr val="black"/>
                </a:solidFill>
                <a:latin typeface="Calibri"/>
                <a:ea typeface="+mn-ea"/>
              </a:rPr>
              <a:t>R</a:t>
            </a:r>
            <a:r>
              <a:rPr lang="en-US" sz="1800" kern="0" dirty="0">
                <a:solidFill>
                  <a:prstClr val="black"/>
                </a:solidFill>
                <a:latin typeface="Calibri"/>
                <a:ea typeface="+mn-ea"/>
              </a:rPr>
              <a:t> bps</a:t>
            </a:r>
          </a:p>
        </p:txBody>
      </p:sp>
    </p:spTree>
    <p:extLst>
      <p:ext uri="{BB962C8B-B14F-4D97-AF65-F5344CB8AC3E}">
        <p14:creationId xmlns:p14="http://schemas.microsoft.com/office/powerpoint/2010/main" val="208867956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4AB05C-0E21-73BA-65FD-A1BC95B43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DB96A9C-EF89-A8B6-2A8E-6C93911AA18C}"/>
              </a:ext>
            </a:extLst>
          </p:cNvPr>
          <p:cNvSpPr txBox="1">
            <a:spLocks/>
          </p:cNvSpPr>
          <p:nvPr/>
        </p:nvSpPr>
        <p:spPr>
          <a:xfrm>
            <a:off x="352425" y="541338"/>
            <a:ext cx="8096250" cy="5826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Internet structure: network of networks</a:t>
            </a:r>
            <a:endParaRPr kumimoji="0" lang="en-US" alt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0F2DEE3-1314-AD5B-E165-3F34915D9276}"/>
              </a:ext>
            </a:extLst>
          </p:cNvPr>
          <p:cNvSpPr txBox="1">
            <a:spLocks/>
          </p:cNvSpPr>
          <p:nvPr/>
        </p:nvSpPr>
        <p:spPr>
          <a:xfrm>
            <a:off x="352425" y="1428750"/>
            <a:ext cx="844073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roughly hierarchical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center: “tier-1” ISPs 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(e.g., Verizon, Sprint, AT&amp;T, Cable and Wireless), national/international coverage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treat each other as equals</a:t>
            </a:r>
          </a:p>
        </p:txBody>
      </p:sp>
      <p:grpSp>
        <p:nvGrpSpPr>
          <p:cNvPr id="5" name="Group 53">
            <a:extLst>
              <a:ext uri="{FF2B5EF4-FFF2-40B4-BE49-F238E27FC236}">
                <a16:creationId xmlns:a16="http://schemas.microsoft.com/office/drawing/2014/main" xmlns="" id="{7471AF93-9662-EED5-D376-73549403CD7C}"/>
              </a:ext>
            </a:extLst>
          </p:cNvPr>
          <p:cNvGrpSpPr>
            <a:grpSpLocks/>
          </p:cNvGrpSpPr>
          <p:nvPr/>
        </p:nvGrpSpPr>
        <p:grpSpPr bwMode="auto">
          <a:xfrm>
            <a:off x="720725" y="3781425"/>
            <a:ext cx="4533900" cy="1543050"/>
            <a:chOff x="454" y="2122"/>
            <a:chExt cx="2856" cy="972"/>
          </a:xfrm>
        </p:grpSpPr>
        <p:sp>
          <p:nvSpPr>
            <p:cNvPr id="6" name="Oval 23">
              <a:extLst>
                <a:ext uri="{FF2B5EF4-FFF2-40B4-BE49-F238E27FC236}">
                  <a16:creationId xmlns:a16="http://schemas.microsoft.com/office/drawing/2014/main" xmlns="" id="{E08E68BB-E1C1-0CB5-8EF5-D709AFCE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6" y="2796"/>
              <a:ext cx="84" cy="90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Oval 36">
              <a:extLst>
                <a:ext uri="{FF2B5EF4-FFF2-40B4-BE49-F238E27FC236}">
                  <a16:creationId xmlns:a16="http://schemas.microsoft.com/office/drawing/2014/main" xmlns="" id="{D1238CA0-56C5-1E21-99D2-DC65FB65F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2" y="2500"/>
              <a:ext cx="84" cy="90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Oval 37">
              <a:extLst>
                <a:ext uri="{FF2B5EF4-FFF2-40B4-BE49-F238E27FC236}">
                  <a16:creationId xmlns:a16="http://schemas.microsoft.com/office/drawing/2014/main" xmlns="" id="{1EFC4616-58BA-B110-6CE6-E9A2E47B3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2516"/>
              <a:ext cx="84" cy="90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Oval 38">
              <a:extLst>
                <a:ext uri="{FF2B5EF4-FFF2-40B4-BE49-F238E27FC236}">
                  <a16:creationId xmlns:a16="http://schemas.microsoft.com/office/drawing/2014/main" xmlns="" id="{756F7537-C4EF-A3AF-70E9-81CA84FD7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4" y="2804"/>
              <a:ext cx="84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Oval 39">
              <a:extLst>
                <a:ext uri="{FF2B5EF4-FFF2-40B4-BE49-F238E27FC236}">
                  <a16:creationId xmlns:a16="http://schemas.microsoft.com/office/drawing/2014/main" xmlns="" id="{C9F6FEF0-3203-B3BE-C611-D4DD59357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3004"/>
              <a:ext cx="84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Oval 40">
              <a:extLst>
                <a:ext uri="{FF2B5EF4-FFF2-40B4-BE49-F238E27FC236}">
                  <a16:creationId xmlns:a16="http://schemas.microsoft.com/office/drawing/2014/main" xmlns="" id="{89E3AF09-A987-B71D-D7BF-42811673C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2996"/>
              <a:ext cx="84" cy="90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Line 41">
              <a:extLst>
                <a:ext uri="{FF2B5EF4-FFF2-40B4-BE49-F238E27FC236}">
                  <a16:creationId xmlns:a16="http://schemas.microsoft.com/office/drawing/2014/main" xmlns="" id="{2F3AD9A3-DE11-9ECC-51D5-3906CE92E8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2" y="3040"/>
              <a:ext cx="240" cy="4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Line 42">
              <a:extLst>
                <a:ext uri="{FF2B5EF4-FFF2-40B4-BE49-F238E27FC236}">
                  <a16:creationId xmlns:a16="http://schemas.microsoft.com/office/drawing/2014/main" xmlns="" id="{01459105-F359-33DD-6420-807D15972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0" y="2572"/>
              <a:ext cx="232" cy="232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Line 43">
              <a:extLst>
                <a:ext uri="{FF2B5EF4-FFF2-40B4-BE49-F238E27FC236}">
                  <a16:creationId xmlns:a16="http://schemas.microsoft.com/office/drawing/2014/main" xmlns="" id="{17C83CD9-A812-1ED5-C9E7-FDBF7B0CE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6" y="2592"/>
              <a:ext cx="248" cy="224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Text Box 47">
              <a:extLst>
                <a:ext uri="{FF2B5EF4-FFF2-40B4-BE49-F238E27FC236}">
                  <a16:creationId xmlns:a16="http://schemas.microsoft.com/office/drawing/2014/main" xmlns="" id="{7046CF5E-DEF3-DCC4-EDAE-4E6E34A0F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" y="2122"/>
              <a:ext cx="987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Tier-1 providers interconnect (peer) privately</a:t>
              </a:r>
            </a:p>
          </p:txBody>
        </p:sp>
        <p:sp>
          <p:nvSpPr>
            <p:cNvPr id="16" name="Line 48">
              <a:extLst>
                <a:ext uri="{FF2B5EF4-FFF2-40B4-BE49-F238E27FC236}">
                  <a16:creationId xmlns:a16="http://schemas.microsoft.com/office/drawing/2014/main" xmlns="" id="{0BEC8442-6269-8DFF-D4CE-2DF0B5D37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2" y="2224"/>
              <a:ext cx="1472" cy="43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17" name="Oval 33">
            <a:extLst>
              <a:ext uri="{FF2B5EF4-FFF2-40B4-BE49-F238E27FC236}">
                <a16:creationId xmlns:a16="http://schemas.microsoft.com/office/drawing/2014/main" xmlns="" id="{69BB4A9F-0200-BD30-3F06-6DF42535D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050" y="4883150"/>
            <a:ext cx="1863725" cy="790575"/>
          </a:xfrm>
          <a:prstGeom prst="ellipse">
            <a:avLst/>
          </a:prstGeom>
          <a:solidFill>
            <a:srgbClr val="FF0000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Tier 1 ISP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xmlns="" id="{516F84AE-2058-76C3-E80B-C3C5C3F1A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0" y="3679825"/>
            <a:ext cx="1863725" cy="790575"/>
          </a:xfrm>
          <a:prstGeom prst="ellipse">
            <a:avLst/>
          </a:prstGeom>
          <a:solidFill>
            <a:srgbClr val="9F2936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Tier 1 ISP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Oval 35">
            <a:extLst>
              <a:ext uri="{FF2B5EF4-FFF2-40B4-BE49-F238E27FC236}">
                <a16:creationId xmlns:a16="http://schemas.microsoft.com/office/drawing/2014/main" xmlns="" id="{764B993B-6656-9EB8-EF7B-BC26319C2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845050"/>
            <a:ext cx="1863725" cy="790575"/>
          </a:xfrm>
          <a:prstGeom prst="ellipse">
            <a:avLst/>
          </a:prstGeom>
          <a:solidFill>
            <a:srgbClr val="F07F09"/>
          </a:solidFill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Tier 1 ISP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3007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927CE60-59A3-55B3-B05C-2594F979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D10FB838-4D6C-F383-AB97-BE40E21A0A40}"/>
              </a:ext>
            </a:extLst>
          </p:cNvPr>
          <p:cNvSpPr txBox="1">
            <a:spLocks/>
          </p:cNvSpPr>
          <p:nvPr/>
        </p:nvSpPr>
        <p:spPr>
          <a:xfrm>
            <a:off x="352425" y="518141"/>
            <a:ext cx="8096250" cy="6238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Internet structure: network of networks</a:t>
            </a:r>
            <a:endParaRPr kumimoji="0" lang="en-US" alt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4F3EAFD-68E1-669E-0718-8F631A8DF373}"/>
              </a:ext>
            </a:extLst>
          </p:cNvPr>
          <p:cNvSpPr txBox="1">
            <a:spLocks/>
          </p:cNvSpPr>
          <p:nvPr/>
        </p:nvSpPr>
        <p:spPr>
          <a:xfrm>
            <a:off x="352425" y="1428750"/>
            <a:ext cx="8440738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“Tier-2” ISPs: smaller (often regional) ISPs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Connect to one or more tier-1 ISPs, possibly other tier-2 ISPs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62">
            <a:extLst>
              <a:ext uri="{FF2B5EF4-FFF2-40B4-BE49-F238E27FC236}">
                <a16:creationId xmlns:a16="http://schemas.microsoft.com/office/drawing/2014/main" xmlns="" id="{6468DAE5-B4FE-F79E-DB39-AF58FE2366E8}"/>
              </a:ext>
            </a:extLst>
          </p:cNvPr>
          <p:cNvGrpSpPr>
            <a:grpSpLocks/>
          </p:cNvGrpSpPr>
          <p:nvPr/>
        </p:nvGrpSpPr>
        <p:grpSpPr bwMode="auto">
          <a:xfrm>
            <a:off x="177800" y="3406775"/>
            <a:ext cx="3562350" cy="2014538"/>
            <a:chOff x="112" y="2146"/>
            <a:chExt cx="2244" cy="1269"/>
          </a:xfrm>
        </p:grpSpPr>
        <p:sp>
          <p:nvSpPr>
            <p:cNvPr id="6" name="Text Box 53">
              <a:extLst>
                <a:ext uri="{FF2B5EF4-FFF2-40B4-BE49-F238E27FC236}">
                  <a16:creationId xmlns:a16="http://schemas.microsoft.com/office/drawing/2014/main" xmlns="" id="{9035D6AD-C2FC-9C4F-359E-213AE80F5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" y="2146"/>
              <a:ext cx="1292" cy="1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Tier-2 ISP pays tier-1 ISP for connectivity to rest of Internet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9F2936"/>
                </a:buClr>
                <a:buSzPct val="85000"/>
                <a:buFont typeface="Wingdings" panose="05000000000000000000" pitchFamily="2" charset="2"/>
                <a:buChar char="q"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tier-2 ISP is c</a:t>
              </a:r>
              <a:r>
                <a:rPr kumimoji="0" lang="en-US" altLang="en-US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ustomer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of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9F2936"/>
                </a:buClr>
                <a:buSzPct val="85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tier-1 provider</a:t>
              </a:r>
            </a:p>
          </p:txBody>
        </p:sp>
        <p:sp>
          <p:nvSpPr>
            <p:cNvPr id="7" name="Line 57">
              <a:extLst>
                <a:ext uri="{FF2B5EF4-FFF2-40B4-BE49-F238E27FC236}">
                  <a16:creationId xmlns:a16="http://schemas.microsoft.com/office/drawing/2014/main" xmlns="" id="{A425470F-9C00-29BE-B9FE-98BFD4A64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2392"/>
              <a:ext cx="1012" cy="36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8" name="Line 58">
              <a:extLst>
                <a:ext uri="{FF2B5EF4-FFF2-40B4-BE49-F238E27FC236}">
                  <a16:creationId xmlns:a16="http://schemas.microsoft.com/office/drawing/2014/main" xmlns="" id="{74235447-A284-9D8F-D3B4-F65EBFB66E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2412"/>
              <a:ext cx="360" cy="34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1" name="Group 77">
            <a:extLst>
              <a:ext uri="{FF2B5EF4-FFF2-40B4-BE49-F238E27FC236}">
                <a16:creationId xmlns:a16="http://schemas.microsoft.com/office/drawing/2014/main" xmlns="" id="{2A5802BF-C148-A7E2-DBED-08FFC200F10C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3019425"/>
            <a:ext cx="2705100" cy="2136775"/>
            <a:chOff x="3992" y="1902"/>
            <a:chExt cx="1704" cy="1346"/>
          </a:xfrm>
        </p:grpSpPr>
        <p:sp>
          <p:nvSpPr>
            <p:cNvPr id="12" name="Oval 67">
              <a:extLst>
                <a:ext uri="{FF2B5EF4-FFF2-40B4-BE49-F238E27FC236}">
                  <a16:creationId xmlns:a16="http://schemas.microsoft.com/office/drawing/2014/main" xmlns="" id="{1472C6DE-B839-16BD-115E-DF346A4CC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" y="2320"/>
              <a:ext cx="96" cy="104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Text Box 64">
              <a:extLst>
                <a:ext uri="{FF2B5EF4-FFF2-40B4-BE49-F238E27FC236}">
                  <a16:creationId xmlns:a16="http://schemas.microsoft.com/office/drawing/2014/main" xmlns="" id="{313CDC3A-3DBE-0F36-CA76-B97AF2D57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4" y="1902"/>
              <a:ext cx="1132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Tier-2 ISPs also peer privately with each other.</a:t>
              </a:r>
            </a:p>
          </p:txBody>
        </p:sp>
        <p:sp>
          <p:nvSpPr>
            <p:cNvPr id="14" name="Oval 68">
              <a:extLst>
                <a:ext uri="{FF2B5EF4-FFF2-40B4-BE49-F238E27FC236}">
                  <a16:creationId xmlns:a16="http://schemas.microsoft.com/office/drawing/2014/main" xmlns="" id="{8C73176C-BAF8-5001-5039-FDBEBC873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0" y="3144"/>
              <a:ext cx="96" cy="104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xmlns="" id="{725D8C4C-117D-EDCE-9844-73E0FAD61B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4" y="2408"/>
              <a:ext cx="552" cy="728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" name="Line 72">
              <a:extLst>
                <a:ext uri="{FF2B5EF4-FFF2-40B4-BE49-F238E27FC236}">
                  <a16:creationId xmlns:a16="http://schemas.microsoft.com/office/drawing/2014/main" xmlns="" id="{22154A56-C565-49CA-5C7C-773442D3A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9" y="2166"/>
              <a:ext cx="434" cy="29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0285CEDA-3F34-BED1-43F1-7C1B1FF03CF7}"/>
              </a:ext>
            </a:extLst>
          </p:cNvPr>
          <p:cNvGrpSpPr/>
          <p:nvPr/>
        </p:nvGrpSpPr>
        <p:grpSpPr>
          <a:xfrm>
            <a:off x="1946275" y="3286125"/>
            <a:ext cx="6219825" cy="2838450"/>
            <a:chOff x="1946275" y="3286125"/>
            <a:chExt cx="6219825" cy="2838450"/>
          </a:xfrm>
        </p:grpSpPr>
        <p:sp>
          <p:nvSpPr>
            <p:cNvPr id="20" name="Oval 4">
              <a:extLst>
                <a:ext uri="{FF2B5EF4-FFF2-40B4-BE49-F238E27FC236}">
                  <a16:creationId xmlns:a16="http://schemas.microsoft.com/office/drawing/2014/main" xmlns="" id="{3E668074-9E74-91D5-D8CF-91E6E19D9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050" y="4883150"/>
              <a:ext cx="1863725" cy="7905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Oval 5">
              <a:extLst>
                <a:ext uri="{FF2B5EF4-FFF2-40B4-BE49-F238E27FC236}">
                  <a16:creationId xmlns:a16="http://schemas.microsoft.com/office/drawing/2014/main" xmlns="" id="{5DB75DC4-56C8-5A03-9F64-5B2579F73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600" y="3679825"/>
              <a:ext cx="1863725" cy="790575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Oval 6">
              <a:extLst>
                <a:ext uri="{FF2B5EF4-FFF2-40B4-BE49-F238E27FC236}">
                  <a16:creationId xmlns:a16="http://schemas.microsoft.com/office/drawing/2014/main" xmlns="" id="{EF387566-7CE5-783D-7978-091B2309B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845050"/>
              <a:ext cx="1863725" cy="790575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Oval 8">
              <a:extLst>
                <a:ext uri="{FF2B5EF4-FFF2-40B4-BE49-F238E27FC236}">
                  <a16:creationId xmlns:a16="http://schemas.microsoft.com/office/drawing/2014/main" xmlns="" id="{95893494-E541-F18D-571F-712D0AE59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1275" y="4851400"/>
              <a:ext cx="133350" cy="142875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Oval 9">
              <a:extLst>
                <a:ext uri="{FF2B5EF4-FFF2-40B4-BE49-F238E27FC236}">
                  <a16:creationId xmlns:a16="http://schemas.microsoft.com/office/drawing/2014/main" xmlns="" id="{77CD14FA-C1C1-7D28-DDDA-37E309BBB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425" y="4381500"/>
              <a:ext cx="133350" cy="142875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Oval 10">
              <a:extLst>
                <a:ext uri="{FF2B5EF4-FFF2-40B4-BE49-F238E27FC236}">
                  <a16:creationId xmlns:a16="http://schemas.microsoft.com/office/drawing/2014/main" xmlns="" id="{54FA8C8C-34CC-4F33-999E-98A7ABCB6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875" y="4406900"/>
              <a:ext cx="133350" cy="142875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Oval 11">
              <a:extLst>
                <a:ext uri="{FF2B5EF4-FFF2-40B4-BE49-F238E27FC236}">
                  <a16:creationId xmlns:a16="http://schemas.microsoft.com/office/drawing/2014/main" xmlns="" id="{3619B70D-D562-EFF9-703E-34CCF5F5D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4864100"/>
              <a:ext cx="133350" cy="1428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xmlns="" id="{87CAD0BC-1680-B2DD-8DEE-125C9087D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75" y="5181600"/>
              <a:ext cx="133350" cy="1428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Oval 13">
              <a:extLst>
                <a:ext uri="{FF2B5EF4-FFF2-40B4-BE49-F238E27FC236}">
                  <a16:creationId xmlns:a16="http://schemas.microsoft.com/office/drawing/2014/main" xmlns="" id="{62EB2752-24F2-68E8-F9EC-8C38A0EF1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625" y="5168900"/>
              <a:ext cx="133350" cy="142875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Line 14">
              <a:extLst>
                <a:ext uri="{FF2B5EF4-FFF2-40B4-BE49-F238E27FC236}">
                  <a16:creationId xmlns:a16="http://schemas.microsoft.com/office/drawing/2014/main" xmlns="" id="{9353894B-7EFD-9158-1881-68EFE2ACE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800" y="5238750"/>
              <a:ext cx="381000" cy="635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Line 15">
              <a:extLst>
                <a:ext uri="{FF2B5EF4-FFF2-40B4-BE49-F238E27FC236}">
                  <a16:creationId xmlns:a16="http://schemas.microsoft.com/office/drawing/2014/main" xmlns="" id="{ECDA90FF-3307-3DE2-B92C-776AB204A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8375" y="4495800"/>
              <a:ext cx="368300" cy="3683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xmlns="" id="{95AF85EF-B518-D536-4843-D5401556CA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5400" y="4527550"/>
              <a:ext cx="393700" cy="3556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32" name="Group 61">
              <a:extLst>
                <a:ext uri="{FF2B5EF4-FFF2-40B4-BE49-F238E27FC236}">
                  <a16:creationId xmlns:a16="http://schemas.microsoft.com/office/drawing/2014/main" xmlns="" id="{42D98563-5E9B-A554-10C9-B0C09FC3B5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275" y="3286125"/>
              <a:ext cx="6219825" cy="2838450"/>
              <a:chOff x="1226" y="2070"/>
              <a:chExt cx="3918" cy="1788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xmlns="" id="{7EADD042-9639-2595-8156-0AE14E22B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2" y="2102"/>
                <a:ext cx="1054" cy="372"/>
                <a:chOff x="3042" y="2102"/>
                <a:chExt cx="1054" cy="372"/>
              </a:xfrm>
            </p:grpSpPr>
            <p:sp>
              <p:nvSpPr>
                <p:cNvPr id="53" name="Oval 28">
                  <a:extLst>
                    <a:ext uri="{FF2B5EF4-FFF2-40B4-BE49-F238E27FC236}">
                      <a16:creationId xmlns:a16="http://schemas.microsoft.com/office/drawing/2014/main" xmlns="" id="{084CEDA3-0189-7E02-97B0-77ED4F2FE9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2" y="2102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Text Box 30">
                  <a:extLst>
                    <a:ext uri="{FF2B5EF4-FFF2-40B4-BE49-F238E27FC236}">
                      <a16:creationId xmlns:a16="http://schemas.microsoft.com/office/drawing/2014/main" xmlns="" id="{FFAC4ACC-6A8D-FDC6-740A-2A7C9ADE8B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82" y="2176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Oval 29">
                  <a:extLst>
                    <a:ext uri="{FF2B5EF4-FFF2-40B4-BE49-F238E27FC236}">
                      <a16:creationId xmlns:a16="http://schemas.microsoft.com/office/drawing/2014/main" xmlns="" id="{F6EF37C6-2CAC-7C6B-BBA5-854E744939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4" y="2340"/>
                  <a:ext cx="84" cy="90"/>
                </a:xfrm>
                <a:prstGeom prst="ellipse">
                  <a:avLst/>
                </a:prstGeom>
                <a:solidFill>
                  <a:srgbClr val="9F2936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37">
                <a:extLst>
                  <a:ext uri="{FF2B5EF4-FFF2-40B4-BE49-F238E27FC236}">
                    <a16:creationId xmlns:a16="http://schemas.microsoft.com/office/drawing/2014/main" xmlns="" id="{6849F40C-9292-6432-AAD2-0E9AFCD8A9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10" y="2070"/>
                <a:ext cx="1054" cy="372"/>
                <a:chOff x="698" y="2190"/>
                <a:chExt cx="1054" cy="372"/>
              </a:xfrm>
            </p:grpSpPr>
            <p:sp>
              <p:nvSpPr>
                <p:cNvPr id="50" name="Oval 34">
                  <a:extLst>
                    <a:ext uri="{FF2B5EF4-FFF2-40B4-BE49-F238E27FC236}">
                      <a16:creationId xmlns:a16="http://schemas.microsoft.com/office/drawing/2014/main" xmlns="" id="{4E5424D7-092D-CA6D-6CBA-D54EDB1A1A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98" y="219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Text Box 35">
                  <a:extLst>
                    <a:ext uri="{FF2B5EF4-FFF2-40B4-BE49-F238E27FC236}">
                      <a16:creationId xmlns:a16="http://schemas.microsoft.com/office/drawing/2014/main" xmlns="" id="{68C74C30-F41F-24CD-9059-45B31699DA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" y="226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36">
                  <a:extLst>
                    <a:ext uri="{FF2B5EF4-FFF2-40B4-BE49-F238E27FC236}">
                      <a16:creationId xmlns:a16="http://schemas.microsoft.com/office/drawing/2014/main" xmlns="" id="{33BD604A-3824-73D0-0582-26F8473EA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4" y="2460"/>
                  <a:ext cx="84" cy="90"/>
                </a:xfrm>
                <a:prstGeom prst="ellipse">
                  <a:avLst/>
                </a:prstGeom>
                <a:solidFill>
                  <a:srgbClr val="9F2936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roup 42">
                <a:extLst>
                  <a:ext uri="{FF2B5EF4-FFF2-40B4-BE49-F238E27FC236}">
                    <a16:creationId xmlns:a16="http://schemas.microsoft.com/office/drawing/2014/main" xmlns="" id="{2E002F86-36D2-F83B-C364-51A2250C05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6" y="3476"/>
                <a:ext cx="1054" cy="374"/>
                <a:chOff x="442" y="3748"/>
                <a:chExt cx="1054" cy="374"/>
              </a:xfrm>
            </p:grpSpPr>
            <p:sp>
              <p:nvSpPr>
                <p:cNvPr id="47" name="Oval 39">
                  <a:extLst>
                    <a:ext uri="{FF2B5EF4-FFF2-40B4-BE49-F238E27FC236}">
                      <a16:creationId xmlns:a16="http://schemas.microsoft.com/office/drawing/2014/main" xmlns="" id="{3F4FDD2D-D9DE-B76A-28B5-D8FEB8779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" y="375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Text Box 40">
                  <a:extLst>
                    <a:ext uri="{FF2B5EF4-FFF2-40B4-BE49-F238E27FC236}">
                      <a16:creationId xmlns:a16="http://schemas.microsoft.com/office/drawing/2014/main" xmlns="" id="{5877AF2D-8B4B-E58F-8582-D7B5BA5BBE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2" y="382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1">
                  <a:extLst>
                    <a:ext uri="{FF2B5EF4-FFF2-40B4-BE49-F238E27FC236}">
                      <a16:creationId xmlns:a16="http://schemas.microsoft.com/office/drawing/2014/main" xmlns="" id="{C514A75F-8E3C-F1D2-78AE-85AB4A1DDF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4" y="3748"/>
                  <a:ext cx="84" cy="9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47">
                <a:extLst>
                  <a:ext uri="{FF2B5EF4-FFF2-40B4-BE49-F238E27FC236}">
                    <a16:creationId xmlns:a16="http://schemas.microsoft.com/office/drawing/2014/main" xmlns="" id="{DA7A617C-5DBE-1696-B0A4-6433140CA8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74" y="3486"/>
                <a:ext cx="1054" cy="372"/>
                <a:chOff x="2698" y="3710"/>
                <a:chExt cx="1054" cy="372"/>
              </a:xfrm>
            </p:grpSpPr>
            <p:sp>
              <p:nvSpPr>
                <p:cNvPr id="44" name="Oval 44">
                  <a:extLst>
                    <a:ext uri="{FF2B5EF4-FFF2-40B4-BE49-F238E27FC236}">
                      <a16:creationId xmlns:a16="http://schemas.microsoft.com/office/drawing/2014/main" xmlns="" id="{4695DA82-F206-B4F4-4C4C-A4A62D32E2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98" y="371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Text Box 45">
                  <a:extLst>
                    <a:ext uri="{FF2B5EF4-FFF2-40B4-BE49-F238E27FC236}">
                      <a16:creationId xmlns:a16="http://schemas.microsoft.com/office/drawing/2014/main" xmlns="" id="{9B5DA6AE-DF8B-4515-5E85-6FF199135B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8" y="378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Oval 46">
                  <a:extLst>
                    <a:ext uri="{FF2B5EF4-FFF2-40B4-BE49-F238E27FC236}">
                      <a16:creationId xmlns:a16="http://schemas.microsoft.com/office/drawing/2014/main" xmlns="" id="{9BA0B12E-5949-2D93-3EAC-EB1AAF2A4E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8" y="3716"/>
                  <a:ext cx="84" cy="90"/>
                </a:xfrm>
                <a:prstGeom prst="ellipse">
                  <a:avLst/>
                </a:prstGeom>
                <a:solidFill>
                  <a:srgbClr val="F07F09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" name="Group 52">
                <a:extLst>
                  <a:ext uri="{FF2B5EF4-FFF2-40B4-BE49-F238E27FC236}">
                    <a16:creationId xmlns:a16="http://schemas.microsoft.com/office/drawing/2014/main" xmlns="" id="{070FE959-F5F7-8F8C-DC85-019699D819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3182"/>
                <a:ext cx="1054" cy="372"/>
                <a:chOff x="4090" y="3182"/>
                <a:chExt cx="1054" cy="372"/>
              </a:xfrm>
            </p:grpSpPr>
            <p:sp>
              <p:nvSpPr>
                <p:cNvPr id="41" name="Oval 49">
                  <a:extLst>
                    <a:ext uri="{FF2B5EF4-FFF2-40B4-BE49-F238E27FC236}">
                      <a16:creationId xmlns:a16="http://schemas.microsoft.com/office/drawing/2014/main" xmlns="" id="{5AC096D9-5BD3-1622-4C28-7E17D0A29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0" y="3182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Text Box 50">
                  <a:extLst>
                    <a:ext uri="{FF2B5EF4-FFF2-40B4-BE49-F238E27FC236}">
                      <a16:creationId xmlns:a16="http://schemas.microsoft.com/office/drawing/2014/main" xmlns="" id="{6E665C55-E5FC-F138-3CD7-EE01F2C24C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30" y="3256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51">
                  <a:extLst>
                    <a:ext uri="{FF2B5EF4-FFF2-40B4-BE49-F238E27FC236}">
                      <a16:creationId xmlns:a16="http://schemas.microsoft.com/office/drawing/2014/main" xmlns="" id="{7FC03A6D-0890-9762-C39D-AD13063A6C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4" y="3308"/>
                  <a:ext cx="84" cy="90"/>
                </a:xfrm>
                <a:prstGeom prst="ellipse">
                  <a:avLst/>
                </a:prstGeom>
                <a:solidFill>
                  <a:srgbClr val="F07F09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8" name="Oval 54">
                <a:extLst>
                  <a:ext uri="{FF2B5EF4-FFF2-40B4-BE49-F238E27FC236}">
                    <a16:creationId xmlns:a16="http://schemas.microsoft.com/office/drawing/2014/main" xmlns="" id="{0E1EDBB4-3BD4-B33C-459F-FB577FB640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" y="2328"/>
                <a:ext cx="96" cy="8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9" name="Line 55">
                <a:extLst>
                  <a:ext uri="{FF2B5EF4-FFF2-40B4-BE49-F238E27FC236}">
                    <a16:creationId xmlns:a16="http://schemas.microsoft.com/office/drawing/2014/main" xmlns="" id="{F999D9A6-2E78-EC8F-25A7-5DDA5D2FD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400"/>
                <a:ext cx="200" cy="684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0" name="Oval 56">
                <a:extLst>
                  <a:ext uri="{FF2B5EF4-FFF2-40B4-BE49-F238E27FC236}">
                    <a16:creationId xmlns:a16="http://schemas.microsoft.com/office/drawing/2014/main" xmlns="" id="{6789674A-0D42-A796-14B6-8997D9BC5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8" y="3044"/>
                <a:ext cx="96" cy="8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14752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56F9518-E46B-3342-ED1A-0A78A676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609C4B06-F35C-9984-1F9E-63F5D665886F}"/>
              </a:ext>
            </a:extLst>
          </p:cNvPr>
          <p:cNvGrpSpPr/>
          <p:nvPr/>
        </p:nvGrpSpPr>
        <p:grpSpPr>
          <a:xfrm>
            <a:off x="184150" y="2473325"/>
            <a:ext cx="8178800" cy="4162425"/>
            <a:chOff x="184150" y="2473325"/>
            <a:chExt cx="8178800" cy="4162425"/>
          </a:xfrm>
        </p:grpSpPr>
        <p:sp>
          <p:nvSpPr>
            <p:cNvPr id="4" name="Oval 4">
              <a:extLst>
                <a:ext uri="{FF2B5EF4-FFF2-40B4-BE49-F238E27FC236}">
                  <a16:creationId xmlns:a16="http://schemas.microsoft.com/office/drawing/2014/main" xmlns="" id="{FEE15424-2B66-7FAB-AEC5-17C9AD412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050" y="4883150"/>
              <a:ext cx="1863725" cy="7905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xmlns="" id="{9FD94E6A-806C-1DBE-FB56-19F28DBE7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600" y="3679825"/>
              <a:ext cx="1863725" cy="790575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xmlns="" id="{02A82550-DDE4-5E4A-14E1-FAC0AFA6F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845050"/>
              <a:ext cx="1863725" cy="790575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xmlns="" id="{568C3911-B711-9AFC-AF9D-3A14C1393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1275" y="4851400"/>
              <a:ext cx="133350" cy="142875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xmlns="" id="{43542EB8-1CD5-E1E6-C6D3-895D2B971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425" y="4381500"/>
              <a:ext cx="133350" cy="142875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CA41F367-3E1D-55BE-4191-661A0BFCA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875" y="4406900"/>
              <a:ext cx="133350" cy="142875"/>
            </a:xfrm>
            <a:prstGeom prst="ellipse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D2134AA5-4ED3-A533-6410-B03B60FBB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4864100"/>
              <a:ext cx="133350" cy="1428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E37EB734-7852-3F2D-601A-85B26D2C0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75" y="5181600"/>
              <a:ext cx="133350" cy="14287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A6139D0D-8A62-C14C-5659-D1D3E743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625" y="5168900"/>
              <a:ext cx="133350" cy="142875"/>
            </a:xfrm>
            <a:prstGeom prst="ellipse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xmlns="" id="{A24B8F99-AF9D-4772-ACE5-6D415D018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800" y="5238750"/>
              <a:ext cx="381000" cy="635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xmlns="" id="{8BAE3A16-FAC8-7CEE-09F8-B7E6E430D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8375" y="4495800"/>
              <a:ext cx="368300" cy="3683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xmlns="" id="{701C433C-8A3F-670E-4D04-8BA3BCBD29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5400" y="4527550"/>
              <a:ext cx="393700" cy="3556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17" name="Group 22">
              <a:extLst>
                <a:ext uri="{FF2B5EF4-FFF2-40B4-BE49-F238E27FC236}">
                  <a16:creationId xmlns:a16="http://schemas.microsoft.com/office/drawing/2014/main" xmlns="" id="{3D1CA00D-A418-6ECD-E214-4D45E50D31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275" y="3286125"/>
              <a:ext cx="6219825" cy="2838450"/>
              <a:chOff x="1226" y="2070"/>
              <a:chExt cx="3918" cy="1788"/>
            </a:xfrm>
          </p:grpSpPr>
          <p:grpSp>
            <p:nvGrpSpPr>
              <p:cNvPr id="56" name="Group 23">
                <a:extLst>
                  <a:ext uri="{FF2B5EF4-FFF2-40B4-BE49-F238E27FC236}">
                    <a16:creationId xmlns:a16="http://schemas.microsoft.com/office/drawing/2014/main" xmlns="" id="{2CBD4ABD-F2EB-1F5D-19A7-FC0CF4411D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2" y="2102"/>
                <a:ext cx="1054" cy="372"/>
                <a:chOff x="3042" y="2102"/>
                <a:chExt cx="1054" cy="372"/>
              </a:xfrm>
            </p:grpSpPr>
            <p:sp>
              <p:nvSpPr>
                <p:cNvPr id="39002" name="Oval 24">
                  <a:extLst>
                    <a:ext uri="{FF2B5EF4-FFF2-40B4-BE49-F238E27FC236}">
                      <a16:creationId xmlns:a16="http://schemas.microsoft.com/office/drawing/2014/main" xmlns="" id="{5AC37961-E2B7-A963-2194-FCB089479A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2" y="2102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003" name="Text Box 25">
                  <a:extLst>
                    <a:ext uri="{FF2B5EF4-FFF2-40B4-BE49-F238E27FC236}">
                      <a16:creationId xmlns:a16="http://schemas.microsoft.com/office/drawing/2014/main" xmlns="" id="{3D11E46C-3CF8-9851-DCD2-80256BD6B4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82" y="2176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004" name="Oval 26">
                  <a:extLst>
                    <a:ext uri="{FF2B5EF4-FFF2-40B4-BE49-F238E27FC236}">
                      <a16:creationId xmlns:a16="http://schemas.microsoft.com/office/drawing/2014/main" xmlns="" id="{82DCF9D4-A44E-8223-3940-87C8A9E2A9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4" y="2340"/>
                  <a:ext cx="84" cy="90"/>
                </a:xfrm>
                <a:prstGeom prst="ellipse">
                  <a:avLst/>
                </a:prstGeom>
                <a:solidFill>
                  <a:srgbClr val="9F2936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27">
                <a:extLst>
                  <a:ext uri="{FF2B5EF4-FFF2-40B4-BE49-F238E27FC236}">
                    <a16:creationId xmlns:a16="http://schemas.microsoft.com/office/drawing/2014/main" xmlns="" id="{EA66934C-4E02-38B5-6696-8E44E4C31F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10" y="2070"/>
                <a:ext cx="1054" cy="372"/>
                <a:chOff x="698" y="2190"/>
                <a:chExt cx="1054" cy="372"/>
              </a:xfrm>
            </p:grpSpPr>
            <p:sp>
              <p:nvSpPr>
                <p:cNvPr id="38999" name="Oval 28">
                  <a:extLst>
                    <a:ext uri="{FF2B5EF4-FFF2-40B4-BE49-F238E27FC236}">
                      <a16:creationId xmlns:a16="http://schemas.microsoft.com/office/drawing/2014/main" xmlns="" id="{EE6BBA8F-161B-3B92-E70C-3F223CB81C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98" y="219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000" name="Text Box 29">
                  <a:extLst>
                    <a:ext uri="{FF2B5EF4-FFF2-40B4-BE49-F238E27FC236}">
                      <a16:creationId xmlns:a16="http://schemas.microsoft.com/office/drawing/2014/main" xmlns="" id="{3E17DD07-0D44-E4BD-CA1B-D484CDE75C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" y="226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001" name="Oval 30">
                  <a:extLst>
                    <a:ext uri="{FF2B5EF4-FFF2-40B4-BE49-F238E27FC236}">
                      <a16:creationId xmlns:a16="http://schemas.microsoft.com/office/drawing/2014/main" xmlns="" id="{8E8D6FFC-0BF7-925F-B075-A1035A6D17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4" y="2460"/>
                  <a:ext cx="84" cy="90"/>
                </a:xfrm>
                <a:prstGeom prst="ellipse">
                  <a:avLst/>
                </a:prstGeom>
                <a:solidFill>
                  <a:srgbClr val="9F2936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8" name="Group 31">
                <a:extLst>
                  <a:ext uri="{FF2B5EF4-FFF2-40B4-BE49-F238E27FC236}">
                    <a16:creationId xmlns:a16="http://schemas.microsoft.com/office/drawing/2014/main" xmlns="" id="{30ACB1C2-ADBA-498B-996E-F5EFD9F2C4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6" y="3476"/>
                <a:ext cx="1054" cy="374"/>
                <a:chOff x="442" y="3748"/>
                <a:chExt cx="1054" cy="374"/>
              </a:xfrm>
            </p:grpSpPr>
            <p:sp>
              <p:nvSpPr>
                <p:cNvPr id="38996" name="Oval 32">
                  <a:extLst>
                    <a:ext uri="{FF2B5EF4-FFF2-40B4-BE49-F238E27FC236}">
                      <a16:creationId xmlns:a16="http://schemas.microsoft.com/office/drawing/2014/main" xmlns="" id="{E9BDE832-DA7F-9B7C-05DB-FEFF9A21A8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" y="375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97" name="Text Box 33">
                  <a:extLst>
                    <a:ext uri="{FF2B5EF4-FFF2-40B4-BE49-F238E27FC236}">
                      <a16:creationId xmlns:a16="http://schemas.microsoft.com/office/drawing/2014/main" xmlns="" id="{A829A773-0DBC-0429-F5A8-EA07098AD6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2" y="382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98" name="Oval 34">
                  <a:extLst>
                    <a:ext uri="{FF2B5EF4-FFF2-40B4-BE49-F238E27FC236}">
                      <a16:creationId xmlns:a16="http://schemas.microsoft.com/office/drawing/2014/main" xmlns="" id="{AB0A0CA2-2221-1AA9-F733-A6AE7D1D02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4" y="3748"/>
                  <a:ext cx="84" cy="90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9" name="Group 35">
                <a:extLst>
                  <a:ext uri="{FF2B5EF4-FFF2-40B4-BE49-F238E27FC236}">
                    <a16:creationId xmlns:a16="http://schemas.microsoft.com/office/drawing/2014/main" xmlns="" id="{0CF699B1-B96C-D033-7A21-7895B762F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74" y="3486"/>
                <a:ext cx="1054" cy="372"/>
                <a:chOff x="2698" y="3710"/>
                <a:chExt cx="1054" cy="372"/>
              </a:xfrm>
            </p:grpSpPr>
            <p:sp>
              <p:nvSpPr>
                <p:cNvPr id="38993" name="Oval 36">
                  <a:extLst>
                    <a:ext uri="{FF2B5EF4-FFF2-40B4-BE49-F238E27FC236}">
                      <a16:creationId xmlns:a16="http://schemas.microsoft.com/office/drawing/2014/main" xmlns="" id="{465A2063-D85B-82D0-832A-E3A22900DA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98" y="371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94" name="Text Box 37">
                  <a:extLst>
                    <a:ext uri="{FF2B5EF4-FFF2-40B4-BE49-F238E27FC236}">
                      <a16:creationId xmlns:a16="http://schemas.microsoft.com/office/drawing/2014/main" xmlns="" id="{F431874D-B58F-5060-EE96-02917F86AF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8" y="378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95" name="Oval 38">
                  <a:extLst>
                    <a:ext uri="{FF2B5EF4-FFF2-40B4-BE49-F238E27FC236}">
                      <a16:creationId xmlns:a16="http://schemas.microsoft.com/office/drawing/2014/main" xmlns="" id="{2ACED501-99EF-C245-172F-0D929DAC5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8" y="3716"/>
                  <a:ext cx="84" cy="90"/>
                </a:xfrm>
                <a:prstGeom prst="ellipse">
                  <a:avLst/>
                </a:prstGeom>
                <a:solidFill>
                  <a:srgbClr val="F07F09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0" name="Group 39">
                <a:extLst>
                  <a:ext uri="{FF2B5EF4-FFF2-40B4-BE49-F238E27FC236}">
                    <a16:creationId xmlns:a16="http://schemas.microsoft.com/office/drawing/2014/main" xmlns="" id="{0D241529-728D-C463-6DE1-9DE7DBE1B7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3182"/>
                <a:ext cx="1054" cy="372"/>
                <a:chOff x="4090" y="3182"/>
                <a:chExt cx="1054" cy="372"/>
              </a:xfrm>
            </p:grpSpPr>
            <p:sp>
              <p:nvSpPr>
                <p:cNvPr id="38990" name="Oval 40">
                  <a:extLst>
                    <a:ext uri="{FF2B5EF4-FFF2-40B4-BE49-F238E27FC236}">
                      <a16:creationId xmlns:a16="http://schemas.microsoft.com/office/drawing/2014/main" xmlns="" id="{7B315814-4440-36CF-D52D-2CABC1DE90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0" y="3182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91" name="Text Box 41">
                  <a:extLst>
                    <a:ext uri="{FF2B5EF4-FFF2-40B4-BE49-F238E27FC236}">
                      <a16:creationId xmlns:a16="http://schemas.microsoft.com/office/drawing/2014/main" xmlns="" id="{F5D84757-7938-A801-0115-EF8CE5E59A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30" y="3256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992" name="Oval 42">
                  <a:extLst>
                    <a:ext uri="{FF2B5EF4-FFF2-40B4-BE49-F238E27FC236}">
                      <a16:creationId xmlns:a16="http://schemas.microsoft.com/office/drawing/2014/main" xmlns="" id="{501D957D-32A2-BB20-8CA9-F84563886D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4" y="3308"/>
                  <a:ext cx="84" cy="90"/>
                </a:xfrm>
                <a:prstGeom prst="ellipse">
                  <a:avLst/>
                </a:prstGeom>
                <a:solidFill>
                  <a:srgbClr val="F07F09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1" name="Oval 43">
                <a:extLst>
                  <a:ext uri="{FF2B5EF4-FFF2-40B4-BE49-F238E27FC236}">
                    <a16:creationId xmlns:a16="http://schemas.microsoft.com/office/drawing/2014/main" xmlns="" id="{F7002EC7-290B-8F1C-1D9A-91040078F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" y="2328"/>
                <a:ext cx="96" cy="8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Line 44">
                <a:extLst>
                  <a:ext uri="{FF2B5EF4-FFF2-40B4-BE49-F238E27FC236}">
                    <a16:creationId xmlns:a16="http://schemas.microsoft.com/office/drawing/2014/main" xmlns="" id="{D7D046F2-7619-F327-D668-3537D1295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400"/>
                <a:ext cx="200" cy="684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3" name="Oval 45">
                <a:extLst>
                  <a:ext uri="{FF2B5EF4-FFF2-40B4-BE49-F238E27FC236}">
                    <a16:creationId xmlns:a16="http://schemas.microsoft.com/office/drawing/2014/main" xmlns="" id="{C9E56397-A55D-9B5C-DC8D-B2EFBB1D2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8" y="3044"/>
                <a:ext cx="96" cy="88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8" name="Oval 52">
              <a:extLst>
                <a:ext uri="{FF2B5EF4-FFF2-40B4-BE49-F238E27FC236}">
                  <a16:creationId xmlns:a16="http://schemas.microsoft.com/office/drawing/2014/main" xmlns="" id="{F2338E82-029E-C471-F5A8-75DA1646D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0" y="3683000"/>
              <a:ext cx="152400" cy="165100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Oval 53">
              <a:extLst>
                <a:ext uri="{FF2B5EF4-FFF2-40B4-BE49-F238E27FC236}">
                  <a16:creationId xmlns:a16="http://schemas.microsoft.com/office/drawing/2014/main" xmlns="" id="{DF86815C-DA89-9BC6-5559-5FB173879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4991100"/>
              <a:ext cx="152400" cy="165100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Line 54">
              <a:extLst>
                <a:ext uri="{FF2B5EF4-FFF2-40B4-BE49-F238E27FC236}">
                  <a16:creationId xmlns:a16="http://schemas.microsoft.com/office/drawing/2014/main" xmlns="" id="{ADA9C0B1-68AB-D6DF-1EAE-D3D1B7C6F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822700"/>
              <a:ext cx="876300" cy="11557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22" name="Group 91">
              <a:extLst>
                <a:ext uri="{FF2B5EF4-FFF2-40B4-BE49-F238E27FC236}">
                  <a16:creationId xmlns:a16="http://schemas.microsoft.com/office/drawing/2014/main" xmlns="" id="{15196436-7B54-204D-FA52-6B47A5F8D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9875" y="2473325"/>
              <a:ext cx="6823075" cy="4162425"/>
              <a:chOff x="970" y="1558"/>
              <a:chExt cx="4298" cy="2622"/>
            </a:xfrm>
          </p:grpSpPr>
          <p:grpSp>
            <p:nvGrpSpPr>
              <p:cNvPr id="29" name="Group 62">
                <a:extLst>
                  <a:ext uri="{FF2B5EF4-FFF2-40B4-BE49-F238E27FC236}">
                    <a16:creationId xmlns:a16="http://schemas.microsoft.com/office/drawing/2014/main" xmlns="" id="{E8B6A285-C64B-3F20-65AA-05DF0C80A2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22" y="1686"/>
                <a:ext cx="666" cy="438"/>
                <a:chOff x="4314" y="1086"/>
                <a:chExt cx="666" cy="438"/>
              </a:xfrm>
            </p:grpSpPr>
            <p:sp>
              <p:nvSpPr>
                <p:cNvPr id="54" name="Oval 63">
                  <a:extLst>
                    <a:ext uri="{FF2B5EF4-FFF2-40B4-BE49-F238E27FC236}">
                      <a16:creationId xmlns:a16="http://schemas.microsoft.com/office/drawing/2014/main" xmlns="" id="{29EE4A82-30E6-1777-38FA-CBD2E963FD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Text Box 64">
                  <a:extLst>
                    <a:ext uri="{FF2B5EF4-FFF2-40B4-BE49-F238E27FC236}">
                      <a16:creationId xmlns:a16="http://schemas.microsoft.com/office/drawing/2014/main" xmlns="" id="{4E53711C-748C-1511-6A17-03E33AD64E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roup 65">
                <a:extLst>
                  <a:ext uri="{FF2B5EF4-FFF2-40B4-BE49-F238E27FC236}">
                    <a16:creationId xmlns:a16="http://schemas.microsoft.com/office/drawing/2014/main" xmlns="" id="{DB8C3751-3A29-AE3E-0C45-BB420E248F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4" y="1782"/>
                <a:ext cx="666" cy="438"/>
                <a:chOff x="4314" y="1086"/>
                <a:chExt cx="666" cy="438"/>
              </a:xfrm>
            </p:grpSpPr>
            <p:sp>
              <p:nvSpPr>
                <p:cNvPr id="52" name="Oval 66">
                  <a:extLst>
                    <a:ext uri="{FF2B5EF4-FFF2-40B4-BE49-F238E27FC236}">
                      <a16:creationId xmlns:a16="http://schemas.microsoft.com/office/drawing/2014/main" xmlns="" id="{B714625F-AE0A-D2BC-C03D-8C890EC7FB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Text Box 67">
                  <a:extLst>
                    <a:ext uri="{FF2B5EF4-FFF2-40B4-BE49-F238E27FC236}">
                      <a16:creationId xmlns:a16="http://schemas.microsoft.com/office/drawing/2014/main" xmlns="" id="{3848B721-414E-B58B-5B46-6C592FAAF2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roup 59">
                <a:extLst>
                  <a:ext uri="{FF2B5EF4-FFF2-40B4-BE49-F238E27FC236}">
                    <a16:creationId xmlns:a16="http://schemas.microsoft.com/office/drawing/2014/main" xmlns="" id="{EC921114-069F-1C05-9C35-A31B0E3641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94" y="1774"/>
                <a:ext cx="666" cy="438"/>
                <a:chOff x="4314" y="1086"/>
                <a:chExt cx="666" cy="438"/>
              </a:xfrm>
            </p:grpSpPr>
            <p:sp>
              <p:nvSpPr>
                <p:cNvPr id="50" name="Oval 60">
                  <a:extLst>
                    <a:ext uri="{FF2B5EF4-FFF2-40B4-BE49-F238E27FC236}">
                      <a16:creationId xmlns:a16="http://schemas.microsoft.com/office/drawing/2014/main" xmlns="" id="{C6FD19DC-3237-CBAA-1A78-0052F10D21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Text Box 61">
                  <a:extLst>
                    <a:ext uri="{FF2B5EF4-FFF2-40B4-BE49-F238E27FC236}">
                      <a16:creationId xmlns:a16="http://schemas.microsoft.com/office/drawing/2014/main" xmlns="" id="{5C07966E-79B0-61D4-3D5B-35FBDF2D04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2" name="Group 71">
                <a:extLst>
                  <a:ext uri="{FF2B5EF4-FFF2-40B4-BE49-F238E27FC236}">
                    <a16:creationId xmlns:a16="http://schemas.microsoft.com/office/drawing/2014/main" xmlns="" id="{20985C24-84E5-0412-D4B5-9DF4A6DD8B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70" y="3702"/>
                <a:ext cx="666" cy="438"/>
                <a:chOff x="4314" y="1086"/>
                <a:chExt cx="666" cy="438"/>
              </a:xfrm>
            </p:grpSpPr>
            <p:sp>
              <p:nvSpPr>
                <p:cNvPr id="48" name="Oval 72">
                  <a:extLst>
                    <a:ext uri="{FF2B5EF4-FFF2-40B4-BE49-F238E27FC236}">
                      <a16:creationId xmlns:a16="http://schemas.microsoft.com/office/drawing/2014/main" xmlns="" id="{01D6F37A-61DC-0C19-82CB-610343FFBD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Text Box 73">
                  <a:extLst>
                    <a:ext uri="{FF2B5EF4-FFF2-40B4-BE49-F238E27FC236}">
                      <a16:creationId xmlns:a16="http://schemas.microsoft.com/office/drawing/2014/main" xmlns="" id="{0BED89C2-BE0F-9E49-8D24-9D7D03EEF4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3" name="Group 74">
                <a:extLst>
                  <a:ext uri="{FF2B5EF4-FFF2-40B4-BE49-F238E27FC236}">
                    <a16:creationId xmlns:a16="http://schemas.microsoft.com/office/drawing/2014/main" xmlns="" id="{4680A368-2FF6-7765-9FA5-741125E32D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6" y="1558"/>
                <a:ext cx="666" cy="438"/>
                <a:chOff x="4314" y="1086"/>
                <a:chExt cx="666" cy="438"/>
              </a:xfrm>
            </p:grpSpPr>
            <p:sp>
              <p:nvSpPr>
                <p:cNvPr id="46" name="Oval 75">
                  <a:extLst>
                    <a:ext uri="{FF2B5EF4-FFF2-40B4-BE49-F238E27FC236}">
                      <a16:creationId xmlns:a16="http://schemas.microsoft.com/office/drawing/2014/main" xmlns="" id="{3311B680-8BCB-9C9F-37E1-F75AB43E1C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Text Box 76">
                  <a:extLst>
                    <a:ext uri="{FF2B5EF4-FFF2-40B4-BE49-F238E27FC236}">
                      <a16:creationId xmlns:a16="http://schemas.microsoft.com/office/drawing/2014/main" xmlns="" id="{B2FC6D42-F479-A7E2-BDB3-49881820B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4" name="Group 68">
                <a:extLst>
                  <a:ext uri="{FF2B5EF4-FFF2-40B4-BE49-F238E27FC236}">
                    <a16:creationId xmlns:a16="http://schemas.microsoft.com/office/drawing/2014/main" xmlns="" id="{2FFC08CA-2070-14DB-4970-EAB068D83F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30" y="1710"/>
                <a:ext cx="666" cy="438"/>
                <a:chOff x="4314" y="1086"/>
                <a:chExt cx="666" cy="438"/>
              </a:xfrm>
            </p:grpSpPr>
            <p:sp>
              <p:nvSpPr>
                <p:cNvPr id="44" name="Oval 69">
                  <a:extLst>
                    <a:ext uri="{FF2B5EF4-FFF2-40B4-BE49-F238E27FC236}">
                      <a16:creationId xmlns:a16="http://schemas.microsoft.com/office/drawing/2014/main" xmlns="" id="{CD8763F3-0BD8-8917-E158-FD79FD5451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Text Box 70">
                  <a:extLst>
                    <a:ext uri="{FF2B5EF4-FFF2-40B4-BE49-F238E27FC236}">
                      <a16:creationId xmlns:a16="http://schemas.microsoft.com/office/drawing/2014/main" xmlns="" id="{7959618B-E5DB-58B8-8B34-A1090311A8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8" y="1106"/>
                  <a:ext cx="533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 3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roup 77">
                <a:extLst>
                  <a:ext uri="{FF2B5EF4-FFF2-40B4-BE49-F238E27FC236}">
                    <a16:creationId xmlns:a16="http://schemas.microsoft.com/office/drawing/2014/main" xmlns="" id="{C8BAB014-BFA9-BD54-FACC-B5101607E0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26" y="3742"/>
                <a:ext cx="666" cy="438"/>
                <a:chOff x="4314" y="1086"/>
                <a:chExt cx="666" cy="438"/>
              </a:xfrm>
            </p:grpSpPr>
            <p:sp>
              <p:nvSpPr>
                <p:cNvPr id="42" name="Oval 78">
                  <a:extLst>
                    <a:ext uri="{FF2B5EF4-FFF2-40B4-BE49-F238E27FC236}">
                      <a16:creationId xmlns:a16="http://schemas.microsoft.com/office/drawing/2014/main" xmlns="" id="{EAA55C29-60E8-52B2-EDD7-CC28856B5F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Text Box 79">
                  <a:extLst>
                    <a:ext uri="{FF2B5EF4-FFF2-40B4-BE49-F238E27FC236}">
                      <a16:creationId xmlns:a16="http://schemas.microsoft.com/office/drawing/2014/main" xmlns="" id="{43BF001E-7801-79EF-2E8F-E7A092870E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80">
                <a:extLst>
                  <a:ext uri="{FF2B5EF4-FFF2-40B4-BE49-F238E27FC236}">
                    <a16:creationId xmlns:a16="http://schemas.microsoft.com/office/drawing/2014/main" xmlns="" id="{F89C4B41-EBC4-01F6-C5C6-DD1BDE2FE6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8" y="3742"/>
                <a:ext cx="666" cy="438"/>
                <a:chOff x="4314" y="1086"/>
                <a:chExt cx="666" cy="438"/>
              </a:xfrm>
            </p:grpSpPr>
            <p:sp>
              <p:nvSpPr>
                <p:cNvPr id="40" name="Oval 81">
                  <a:extLst>
                    <a:ext uri="{FF2B5EF4-FFF2-40B4-BE49-F238E27FC236}">
                      <a16:creationId xmlns:a16="http://schemas.microsoft.com/office/drawing/2014/main" xmlns="" id="{2F70FD77-83D4-2FE6-498B-B05CC58C3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Text Box 82">
                  <a:extLst>
                    <a:ext uri="{FF2B5EF4-FFF2-40B4-BE49-F238E27FC236}">
                      <a16:creationId xmlns:a16="http://schemas.microsoft.com/office/drawing/2014/main" xmlns="" id="{6BC548AD-E752-B0C6-BB1D-F0F695C898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" name="Group 83">
                <a:extLst>
                  <a:ext uri="{FF2B5EF4-FFF2-40B4-BE49-F238E27FC236}">
                    <a16:creationId xmlns:a16="http://schemas.microsoft.com/office/drawing/2014/main" xmlns="" id="{4251CC56-680C-B3BB-FF25-337E31311E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2" y="3454"/>
                <a:ext cx="666" cy="438"/>
                <a:chOff x="4314" y="1086"/>
                <a:chExt cx="666" cy="438"/>
              </a:xfrm>
            </p:grpSpPr>
            <p:sp>
              <p:nvSpPr>
                <p:cNvPr id="38" name="Oval 84">
                  <a:extLst>
                    <a:ext uri="{FF2B5EF4-FFF2-40B4-BE49-F238E27FC236}">
                      <a16:creationId xmlns:a16="http://schemas.microsoft.com/office/drawing/2014/main" xmlns="" id="{D1E13721-46B4-54F0-1055-FE5ED1B8EA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1086"/>
                  <a:ext cx="666" cy="438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Text Box 85">
                  <a:extLst>
                    <a:ext uri="{FF2B5EF4-FFF2-40B4-BE49-F238E27FC236}">
                      <a16:creationId xmlns:a16="http://schemas.microsoft.com/office/drawing/2014/main" xmlns="" id="{B3A94433-96D5-965A-28DC-D03BABE9E5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84" y="1106"/>
                  <a:ext cx="41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local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" name="Group 90">
              <a:extLst>
                <a:ext uri="{FF2B5EF4-FFF2-40B4-BE49-F238E27FC236}">
                  <a16:creationId xmlns:a16="http://schemas.microsoft.com/office/drawing/2014/main" xmlns="" id="{0B2D107A-4292-73A4-0557-F94A05B46A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150" y="3175000"/>
              <a:ext cx="2825750" cy="2819400"/>
              <a:chOff x="116" y="2000"/>
              <a:chExt cx="1780" cy="1776"/>
            </a:xfrm>
          </p:grpSpPr>
          <p:sp>
            <p:nvSpPr>
              <p:cNvPr id="24" name="Text Box 51">
                <a:extLst>
                  <a:ext uri="{FF2B5EF4-FFF2-40B4-BE49-F238E27FC236}">
                    <a16:creationId xmlns:a16="http://schemas.microsoft.com/office/drawing/2014/main" xmlns="" id="{A0ABA743-13DE-FCF4-642F-32D538B355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" y="2094"/>
                <a:ext cx="1186" cy="14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 and tier- 3 ISPs are </a:t>
                </a:r>
                <a:r>
                  <a:rPr kumimoji="0" lang="en-US" alt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customers</a:t>
                </a: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of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higher tier ISPs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connecting them to rest of Internet</a:t>
                </a:r>
              </a:p>
            </p:txBody>
          </p:sp>
          <p:sp>
            <p:nvSpPr>
              <p:cNvPr id="25" name="Line 86">
                <a:extLst>
                  <a:ext uri="{FF2B5EF4-FFF2-40B4-BE49-F238E27FC236}">
                    <a16:creationId xmlns:a16="http://schemas.microsoft.com/office/drawing/2014/main" xmlns="" id="{81377D8D-7190-8020-01F9-EA5D1EE95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72" y="2008"/>
                <a:ext cx="344" cy="744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6" name="Line 87">
                <a:extLst>
                  <a:ext uri="{FF2B5EF4-FFF2-40B4-BE49-F238E27FC236}">
                    <a16:creationId xmlns:a16="http://schemas.microsoft.com/office/drawing/2014/main" xmlns="" id="{4676FE53-0F1D-0E74-32B4-80AA1DFF5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88" y="2000"/>
                <a:ext cx="664" cy="728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7" name="Line 88">
                <a:extLst>
                  <a:ext uri="{FF2B5EF4-FFF2-40B4-BE49-F238E27FC236}">
                    <a16:creationId xmlns:a16="http://schemas.microsoft.com/office/drawing/2014/main" xmlns="" id="{58CCB714-8900-1421-44DC-CE94A8117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3" y="2744"/>
                <a:ext cx="95" cy="96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" name="Line 89">
                <a:extLst>
                  <a:ext uri="{FF2B5EF4-FFF2-40B4-BE49-F238E27FC236}">
                    <a16:creationId xmlns:a16="http://schemas.microsoft.com/office/drawing/2014/main" xmlns="" id="{66124B3A-D9E9-5AD2-727A-2C8934EF9B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4" y="2739"/>
                <a:ext cx="822" cy="1037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sp>
        <p:nvSpPr>
          <p:cNvPr id="39006" name="Rectangle 2">
            <a:extLst>
              <a:ext uri="{FF2B5EF4-FFF2-40B4-BE49-F238E27FC236}">
                <a16:creationId xmlns:a16="http://schemas.microsoft.com/office/drawing/2014/main" xmlns="" id="{81D2553D-8E3E-AE1F-849F-707D4ACAFB9D}"/>
              </a:ext>
            </a:extLst>
          </p:cNvPr>
          <p:cNvSpPr txBox="1">
            <a:spLocks/>
          </p:cNvSpPr>
          <p:nvPr/>
        </p:nvSpPr>
        <p:spPr>
          <a:xfrm>
            <a:off x="419100" y="593984"/>
            <a:ext cx="8096250" cy="5556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Internet structure: network of networks</a:t>
            </a:r>
            <a:endParaRPr kumimoji="0" lang="en-US" alt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9007" name="Rectangle 3">
            <a:extLst>
              <a:ext uri="{FF2B5EF4-FFF2-40B4-BE49-F238E27FC236}">
                <a16:creationId xmlns:a16="http://schemas.microsoft.com/office/drawing/2014/main" xmlns="" id="{A8BF6E72-186F-00D7-720E-E02C0FDA4098}"/>
              </a:ext>
            </a:extLst>
          </p:cNvPr>
          <p:cNvSpPr txBox="1">
            <a:spLocks/>
          </p:cNvSpPr>
          <p:nvPr/>
        </p:nvSpPr>
        <p:spPr>
          <a:xfrm>
            <a:off x="352425" y="1428750"/>
            <a:ext cx="8440738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“Tier-3” ISPs and local ISPs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last hop (“access”) network (closest to end systems)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3299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0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C71D9D-74E8-BD61-4076-1AD6CEA56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AE588C4-F410-A1C9-05E5-A157BD3A1427}"/>
              </a:ext>
            </a:extLst>
          </p:cNvPr>
          <p:cNvGrpSpPr/>
          <p:nvPr/>
        </p:nvGrpSpPr>
        <p:grpSpPr>
          <a:xfrm>
            <a:off x="1303026" y="1972247"/>
            <a:ext cx="7391400" cy="4438650"/>
            <a:chOff x="1512888" y="2197100"/>
            <a:chExt cx="7391400" cy="4438650"/>
          </a:xfrm>
        </p:grpSpPr>
        <p:sp>
          <p:nvSpPr>
            <p:cNvPr id="4" name="Oval 4">
              <a:extLst>
                <a:ext uri="{FF2B5EF4-FFF2-40B4-BE49-F238E27FC236}">
                  <a16:creationId xmlns:a16="http://schemas.microsoft.com/office/drawing/2014/main" xmlns="" id="{332A7F13-C7A5-AE71-E9D3-52DE5429C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050" y="4883150"/>
              <a:ext cx="1863725" cy="7905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xmlns="" id="{3797B2BF-3A9F-0C30-EB98-F7ABCA265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0600" y="3679825"/>
              <a:ext cx="1863725" cy="7905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xmlns="" id="{BA84E945-9E50-B19C-41DD-D98EB83B6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4845050"/>
              <a:ext cx="1863725" cy="7905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Tier 1 ISP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xmlns="" id="{D5557B2D-39EC-E120-53AC-8CCCD78BE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1275" y="4851400"/>
              <a:ext cx="133350" cy="1428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xmlns="" id="{94992C96-7400-80C3-CD93-724BAAA42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0425" y="4381500"/>
              <a:ext cx="133350" cy="1428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xmlns="" id="{0B4F6C82-ACA7-A4CF-0A6C-ECF6545CD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875" y="4406900"/>
              <a:ext cx="133350" cy="1428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xmlns="" id="{A275456E-A379-9FC1-0E5E-44DE4FF9A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975" y="4864100"/>
              <a:ext cx="133350" cy="1428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xmlns="" id="{7B4AC8CB-4033-2DED-5492-3BBFEFCEA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2275" y="5181600"/>
              <a:ext cx="133350" cy="1428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xmlns="" id="{1B3B28B8-4353-BC1D-5E09-F8533D26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6625" y="5168900"/>
              <a:ext cx="133350" cy="142875"/>
            </a:xfrm>
            <a:prstGeom prst="ellipse">
              <a:avLst/>
            </a:prstGeom>
            <a:solidFill>
              <a:srgbClr val="B26B02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xmlns="" id="{6E9DBAB3-8B89-6710-213D-7B082E41CF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800" y="5238750"/>
              <a:ext cx="381000" cy="635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xmlns="" id="{C05174FE-27A4-5057-BB90-BDAFC25CA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8375" y="4495800"/>
              <a:ext cx="368300" cy="3683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xmlns="" id="{9E8B946A-D5C1-E29E-6CB7-0F4E85B8B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5400" y="4527550"/>
              <a:ext cx="393700" cy="3556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16" name="Group 22">
              <a:extLst>
                <a:ext uri="{FF2B5EF4-FFF2-40B4-BE49-F238E27FC236}">
                  <a16:creationId xmlns:a16="http://schemas.microsoft.com/office/drawing/2014/main" xmlns="" id="{A8911FA0-CDFD-F9B0-E895-94BB636734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275" y="3286125"/>
              <a:ext cx="6219825" cy="2838450"/>
              <a:chOff x="1226" y="2070"/>
              <a:chExt cx="3918" cy="1788"/>
            </a:xfrm>
          </p:grpSpPr>
          <p:grpSp>
            <p:nvGrpSpPr>
              <p:cNvPr id="50" name="Group 23">
                <a:extLst>
                  <a:ext uri="{FF2B5EF4-FFF2-40B4-BE49-F238E27FC236}">
                    <a16:creationId xmlns:a16="http://schemas.microsoft.com/office/drawing/2014/main" xmlns="" id="{6C1A25B2-4C97-43A2-5BDE-F9650F25F6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2" y="2102"/>
                <a:ext cx="1054" cy="372"/>
                <a:chOff x="3042" y="2102"/>
                <a:chExt cx="1054" cy="372"/>
              </a:xfrm>
            </p:grpSpPr>
            <p:sp>
              <p:nvSpPr>
                <p:cNvPr id="41034" name="Oval 24">
                  <a:extLst>
                    <a:ext uri="{FF2B5EF4-FFF2-40B4-BE49-F238E27FC236}">
                      <a16:creationId xmlns:a16="http://schemas.microsoft.com/office/drawing/2014/main" xmlns="" id="{57B214D5-CF82-CB7D-533B-C7105EB362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2" y="2102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035" name="Text Box 25">
                  <a:extLst>
                    <a:ext uri="{FF2B5EF4-FFF2-40B4-BE49-F238E27FC236}">
                      <a16:creationId xmlns:a16="http://schemas.microsoft.com/office/drawing/2014/main" xmlns="" id="{8FA9D124-2CFA-6628-4B78-2808A2CBE7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82" y="2176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6B02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036" name="Oval 26">
                  <a:extLst>
                    <a:ext uri="{FF2B5EF4-FFF2-40B4-BE49-F238E27FC236}">
                      <a16:creationId xmlns:a16="http://schemas.microsoft.com/office/drawing/2014/main" xmlns="" id="{EF244C49-8C43-3AE7-A9CA-EDB7EE5428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84" y="2340"/>
                  <a:ext cx="84" cy="90"/>
                </a:xfrm>
                <a:prstGeom prst="ellipse">
                  <a:avLst/>
                </a:prstGeom>
                <a:solidFill>
                  <a:srgbClr val="B26B02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27">
                <a:extLst>
                  <a:ext uri="{FF2B5EF4-FFF2-40B4-BE49-F238E27FC236}">
                    <a16:creationId xmlns:a16="http://schemas.microsoft.com/office/drawing/2014/main" xmlns="" id="{6809081E-76DB-69FA-46D9-669A7BDB2B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10" y="2070"/>
                <a:ext cx="1054" cy="372"/>
                <a:chOff x="698" y="2190"/>
                <a:chExt cx="1054" cy="372"/>
              </a:xfrm>
            </p:grpSpPr>
            <p:sp>
              <p:nvSpPr>
                <p:cNvPr id="40963" name="Oval 28">
                  <a:extLst>
                    <a:ext uri="{FF2B5EF4-FFF2-40B4-BE49-F238E27FC236}">
                      <a16:creationId xmlns:a16="http://schemas.microsoft.com/office/drawing/2014/main" xmlns="" id="{93B60605-86A8-26F6-A598-CBAB00AC9C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98" y="219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964" name="Text Box 29">
                  <a:extLst>
                    <a:ext uri="{FF2B5EF4-FFF2-40B4-BE49-F238E27FC236}">
                      <a16:creationId xmlns:a16="http://schemas.microsoft.com/office/drawing/2014/main" xmlns="" id="{582FB2BD-095C-4ABB-7F4F-46FA27A143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38" y="226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6B02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992" name="Oval 30">
                  <a:extLst>
                    <a:ext uri="{FF2B5EF4-FFF2-40B4-BE49-F238E27FC236}">
                      <a16:creationId xmlns:a16="http://schemas.microsoft.com/office/drawing/2014/main" xmlns="" id="{51C33171-88D9-75F6-F9A4-4219CECE53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4" y="2460"/>
                  <a:ext cx="84" cy="90"/>
                </a:xfrm>
                <a:prstGeom prst="ellipse">
                  <a:avLst/>
                </a:prstGeom>
                <a:solidFill>
                  <a:srgbClr val="B26B02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" name="Group 31">
                <a:extLst>
                  <a:ext uri="{FF2B5EF4-FFF2-40B4-BE49-F238E27FC236}">
                    <a16:creationId xmlns:a16="http://schemas.microsoft.com/office/drawing/2014/main" xmlns="" id="{1D8566F0-7AA6-43DD-2121-BAE1E1E93A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26" y="3476"/>
                <a:ext cx="1054" cy="374"/>
                <a:chOff x="442" y="3748"/>
                <a:chExt cx="1054" cy="374"/>
              </a:xfrm>
            </p:grpSpPr>
            <p:sp>
              <p:nvSpPr>
                <p:cNvPr id="40960" name="Oval 32">
                  <a:extLst>
                    <a:ext uri="{FF2B5EF4-FFF2-40B4-BE49-F238E27FC236}">
                      <a16:creationId xmlns:a16="http://schemas.microsoft.com/office/drawing/2014/main" xmlns="" id="{E4B041FA-8A92-0920-1FD5-927650939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" y="375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961" name="Text Box 33">
                  <a:extLst>
                    <a:ext uri="{FF2B5EF4-FFF2-40B4-BE49-F238E27FC236}">
                      <a16:creationId xmlns:a16="http://schemas.microsoft.com/office/drawing/2014/main" xmlns="" id="{428491E1-AEAD-21C4-1EEB-EBBA25536B8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2" y="382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6B02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962" name="Oval 34">
                  <a:extLst>
                    <a:ext uri="{FF2B5EF4-FFF2-40B4-BE49-F238E27FC236}">
                      <a16:creationId xmlns:a16="http://schemas.microsoft.com/office/drawing/2014/main" xmlns="" id="{B8851FA0-ACDC-2E78-2EA0-57EF593D8C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4" y="3748"/>
                  <a:ext cx="84" cy="90"/>
                </a:xfrm>
                <a:prstGeom prst="ellipse">
                  <a:avLst/>
                </a:prstGeom>
                <a:solidFill>
                  <a:srgbClr val="B26B02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3" name="Group 35">
                <a:extLst>
                  <a:ext uri="{FF2B5EF4-FFF2-40B4-BE49-F238E27FC236}">
                    <a16:creationId xmlns:a16="http://schemas.microsoft.com/office/drawing/2014/main" xmlns="" id="{9BD013B9-EE2B-37F8-78D4-B8D2013373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74" y="3486"/>
                <a:ext cx="1054" cy="372"/>
                <a:chOff x="2698" y="3710"/>
                <a:chExt cx="1054" cy="372"/>
              </a:xfrm>
            </p:grpSpPr>
            <p:sp>
              <p:nvSpPr>
                <p:cNvPr id="61" name="Oval 36">
                  <a:extLst>
                    <a:ext uri="{FF2B5EF4-FFF2-40B4-BE49-F238E27FC236}">
                      <a16:creationId xmlns:a16="http://schemas.microsoft.com/office/drawing/2014/main" xmlns="" id="{D6B5D07C-7FEA-001A-44C2-D307ABAED4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98" y="3710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Text Box 37">
                  <a:extLst>
                    <a:ext uri="{FF2B5EF4-FFF2-40B4-BE49-F238E27FC236}">
                      <a16:creationId xmlns:a16="http://schemas.microsoft.com/office/drawing/2014/main" xmlns="" id="{8FCBF78E-3C68-DB27-1F71-5107DC20F41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8" y="3784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6B02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Oval 38">
                  <a:extLst>
                    <a:ext uri="{FF2B5EF4-FFF2-40B4-BE49-F238E27FC236}">
                      <a16:creationId xmlns:a16="http://schemas.microsoft.com/office/drawing/2014/main" xmlns="" id="{C8FB32BA-C3D9-50DD-C619-7916998D3B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8" y="3716"/>
                  <a:ext cx="84" cy="90"/>
                </a:xfrm>
                <a:prstGeom prst="ellipse">
                  <a:avLst/>
                </a:prstGeom>
                <a:solidFill>
                  <a:srgbClr val="B26B02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4" name="Group 39">
                <a:extLst>
                  <a:ext uri="{FF2B5EF4-FFF2-40B4-BE49-F238E27FC236}">
                    <a16:creationId xmlns:a16="http://schemas.microsoft.com/office/drawing/2014/main" xmlns="" id="{23841922-FFBE-4B82-288B-239B2A715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3182"/>
                <a:ext cx="1054" cy="372"/>
                <a:chOff x="4090" y="3182"/>
                <a:chExt cx="1054" cy="372"/>
              </a:xfrm>
            </p:grpSpPr>
            <p:sp>
              <p:nvSpPr>
                <p:cNvPr id="58" name="Oval 40">
                  <a:extLst>
                    <a:ext uri="{FF2B5EF4-FFF2-40B4-BE49-F238E27FC236}">
                      <a16:creationId xmlns:a16="http://schemas.microsoft.com/office/drawing/2014/main" xmlns="" id="{F0A855FA-8422-B824-4DD8-4F58C4D4E6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0" y="3182"/>
                  <a:ext cx="1054" cy="372"/>
                </a:xfrm>
                <a:prstGeom prst="ellipse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Text Box 41">
                  <a:extLst>
                    <a:ext uri="{FF2B5EF4-FFF2-40B4-BE49-F238E27FC236}">
                      <a16:creationId xmlns:a16="http://schemas.microsoft.com/office/drawing/2014/main" xmlns="" id="{8E9E00C5-F5A0-5E69-04FB-0A992AEC27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30" y="3256"/>
                  <a:ext cx="847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B26B02"/>
                      </a:solidFill>
                      <a:effectLst/>
                      <a:uLnTx/>
                      <a:uFillTx/>
                      <a:latin typeface="Comic Sans MS" panose="030F0702030302020204" pitchFamily="66" charset="0"/>
                      <a:ea typeface="+mn-ea"/>
                      <a:cs typeface="+mn-cs"/>
                    </a:rPr>
                    <a:t>Tier-2 ISP</a:t>
                  </a: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Oval 42">
                  <a:extLst>
                    <a:ext uri="{FF2B5EF4-FFF2-40B4-BE49-F238E27FC236}">
                      <a16:creationId xmlns:a16="http://schemas.microsoft.com/office/drawing/2014/main" xmlns="" id="{C51A8EEC-8BB2-408C-24A5-84F12D90ED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4" y="3308"/>
                  <a:ext cx="84" cy="90"/>
                </a:xfrm>
                <a:prstGeom prst="ellipse">
                  <a:avLst/>
                </a:prstGeom>
                <a:solidFill>
                  <a:srgbClr val="B26B02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5" name="Oval 43">
                <a:extLst>
                  <a:ext uri="{FF2B5EF4-FFF2-40B4-BE49-F238E27FC236}">
                    <a16:creationId xmlns:a16="http://schemas.microsoft.com/office/drawing/2014/main" xmlns="" id="{A75CEDCA-33CC-0AFE-98A2-F24EA2D5D5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" y="2328"/>
                <a:ext cx="96" cy="88"/>
              </a:xfrm>
              <a:prstGeom prst="ellipse">
                <a:avLst/>
              </a:prstGeom>
              <a:solidFill>
                <a:srgbClr val="B26B02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Line 44">
                <a:extLst>
                  <a:ext uri="{FF2B5EF4-FFF2-40B4-BE49-F238E27FC236}">
                    <a16:creationId xmlns:a16="http://schemas.microsoft.com/office/drawing/2014/main" xmlns="" id="{7E1E273C-524C-A63C-6C24-1B7AB91DC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8" y="2400"/>
                <a:ext cx="200" cy="684"/>
              </a:xfrm>
              <a:prstGeom prst="line">
                <a:avLst/>
              </a:prstGeom>
              <a:noFill/>
              <a:ln w="1905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Oval 45">
                <a:extLst>
                  <a:ext uri="{FF2B5EF4-FFF2-40B4-BE49-F238E27FC236}">
                    <a16:creationId xmlns:a16="http://schemas.microsoft.com/office/drawing/2014/main" xmlns="" id="{5A9DF746-89F1-F30D-FA31-CA16E1B7E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8" y="3044"/>
                <a:ext cx="96" cy="88"/>
              </a:xfrm>
              <a:prstGeom prst="ellipse">
                <a:avLst/>
              </a:prstGeom>
              <a:solidFill>
                <a:srgbClr val="B26B02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7" name="Oval 46">
              <a:extLst>
                <a:ext uri="{FF2B5EF4-FFF2-40B4-BE49-F238E27FC236}">
                  <a16:creationId xmlns:a16="http://schemas.microsoft.com/office/drawing/2014/main" xmlns="" id="{6A088815-BA4F-10DC-E815-CC71CCCCC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0" y="3683000"/>
              <a:ext cx="152400" cy="165100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Oval 47">
              <a:extLst>
                <a:ext uri="{FF2B5EF4-FFF2-40B4-BE49-F238E27FC236}">
                  <a16:creationId xmlns:a16="http://schemas.microsoft.com/office/drawing/2014/main" xmlns="" id="{DBA18AD5-98AF-212A-79E8-ECC97D40C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4991100"/>
              <a:ext cx="152400" cy="165100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Line 48">
              <a:extLst>
                <a:ext uri="{FF2B5EF4-FFF2-40B4-BE49-F238E27FC236}">
                  <a16:creationId xmlns:a16="http://schemas.microsoft.com/office/drawing/2014/main" xmlns="" id="{825A6067-A66D-0ACD-C127-E3B15B49C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1600" y="3822700"/>
              <a:ext cx="876300" cy="115570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20" name="Group 52">
              <a:extLst>
                <a:ext uri="{FF2B5EF4-FFF2-40B4-BE49-F238E27FC236}">
                  <a16:creationId xmlns:a16="http://schemas.microsoft.com/office/drawing/2014/main" xmlns="" id="{0A254994-4B68-3864-1858-7AD0757BA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3675" y="2676525"/>
              <a:ext cx="1057275" cy="695325"/>
              <a:chOff x="4314" y="1086"/>
              <a:chExt cx="666" cy="438"/>
            </a:xfrm>
          </p:grpSpPr>
          <p:sp>
            <p:nvSpPr>
              <p:cNvPr id="48" name="Oval 53">
                <a:extLst>
                  <a:ext uri="{FF2B5EF4-FFF2-40B4-BE49-F238E27FC236}">
                    <a16:creationId xmlns:a16="http://schemas.microsoft.com/office/drawing/2014/main" xmlns="" id="{C6251654-C1C1-DDAB-84E3-F5CF138C5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Text Box 54">
                <a:extLst>
                  <a:ext uri="{FF2B5EF4-FFF2-40B4-BE49-F238E27FC236}">
                    <a16:creationId xmlns:a16="http://schemas.microsoft.com/office/drawing/2014/main" xmlns="" id="{228F14EF-B8AB-86C4-09E1-9FA51A3653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55">
              <a:extLst>
                <a:ext uri="{FF2B5EF4-FFF2-40B4-BE49-F238E27FC236}">
                  <a16:creationId xmlns:a16="http://schemas.microsoft.com/office/drawing/2014/main" xmlns="" id="{A11B88D6-D843-9974-C9FA-71BF4417B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8475" y="2828925"/>
              <a:ext cx="1057275" cy="695325"/>
              <a:chOff x="4314" y="1086"/>
              <a:chExt cx="666" cy="438"/>
            </a:xfrm>
          </p:grpSpPr>
          <p:sp>
            <p:nvSpPr>
              <p:cNvPr id="46" name="Oval 56">
                <a:extLst>
                  <a:ext uri="{FF2B5EF4-FFF2-40B4-BE49-F238E27FC236}">
                    <a16:creationId xmlns:a16="http://schemas.microsoft.com/office/drawing/2014/main" xmlns="" id="{A3FFF288-3CF7-5A14-80AC-B6465B6DB1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Text Box 57">
                <a:extLst>
                  <a:ext uri="{FF2B5EF4-FFF2-40B4-BE49-F238E27FC236}">
                    <a16:creationId xmlns:a16="http://schemas.microsoft.com/office/drawing/2014/main" xmlns="" id="{095827A4-A5EE-DA67-2E4C-F0F123C47E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Group 58">
              <a:extLst>
                <a:ext uri="{FF2B5EF4-FFF2-40B4-BE49-F238E27FC236}">
                  <a16:creationId xmlns:a16="http://schemas.microsoft.com/office/drawing/2014/main" xmlns="" id="{A61B6BA1-3E37-AE6F-CACD-069A29F82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22975" y="2816225"/>
              <a:ext cx="1057275" cy="695325"/>
              <a:chOff x="4314" y="1086"/>
              <a:chExt cx="666" cy="438"/>
            </a:xfrm>
          </p:grpSpPr>
          <p:sp>
            <p:nvSpPr>
              <p:cNvPr id="44" name="Oval 59">
                <a:extLst>
                  <a:ext uri="{FF2B5EF4-FFF2-40B4-BE49-F238E27FC236}">
                    <a16:creationId xmlns:a16="http://schemas.microsoft.com/office/drawing/2014/main" xmlns="" id="{F97AF4D4-4011-66D6-D1DC-8E514834F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Text Box 60">
                <a:extLst>
                  <a:ext uri="{FF2B5EF4-FFF2-40B4-BE49-F238E27FC236}">
                    <a16:creationId xmlns:a16="http://schemas.microsoft.com/office/drawing/2014/main" xmlns="" id="{EE054101-D1B1-24C3-5A58-5BD2A58FB6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Group 61">
              <a:extLst>
                <a:ext uri="{FF2B5EF4-FFF2-40B4-BE49-F238E27FC236}">
                  <a16:creationId xmlns:a16="http://schemas.microsoft.com/office/drawing/2014/main" xmlns="" id="{48E0F9C1-AAD6-45A8-216F-BEC4A09C4A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9875" y="5876925"/>
              <a:ext cx="1057275" cy="695325"/>
              <a:chOff x="4314" y="1086"/>
              <a:chExt cx="666" cy="438"/>
            </a:xfrm>
          </p:grpSpPr>
          <p:sp>
            <p:nvSpPr>
              <p:cNvPr id="42" name="Oval 62">
                <a:extLst>
                  <a:ext uri="{FF2B5EF4-FFF2-40B4-BE49-F238E27FC236}">
                    <a16:creationId xmlns:a16="http://schemas.microsoft.com/office/drawing/2014/main" xmlns="" id="{B16D421D-6171-1CD9-144F-8CC9F6CC6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Text Box 63">
                <a:extLst>
                  <a:ext uri="{FF2B5EF4-FFF2-40B4-BE49-F238E27FC236}">
                    <a16:creationId xmlns:a16="http://schemas.microsoft.com/office/drawing/2014/main" xmlns="" id="{2179B548-FD1B-1509-1423-EECBFB46CD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64">
              <a:extLst>
                <a:ext uri="{FF2B5EF4-FFF2-40B4-BE49-F238E27FC236}">
                  <a16:creationId xmlns:a16="http://schemas.microsoft.com/office/drawing/2014/main" xmlns="" id="{8990810B-A05B-B908-D930-22D88158F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2775" y="2473325"/>
              <a:ext cx="1057275" cy="695325"/>
              <a:chOff x="4314" y="1086"/>
              <a:chExt cx="666" cy="438"/>
            </a:xfrm>
          </p:grpSpPr>
          <p:sp>
            <p:nvSpPr>
              <p:cNvPr id="40" name="Oval 65">
                <a:extLst>
                  <a:ext uri="{FF2B5EF4-FFF2-40B4-BE49-F238E27FC236}">
                    <a16:creationId xmlns:a16="http://schemas.microsoft.com/office/drawing/2014/main" xmlns="" id="{BD2AF368-3205-73E1-88C3-281F513345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Text Box 66">
                <a:extLst>
                  <a:ext uri="{FF2B5EF4-FFF2-40B4-BE49-F238E27FC236}">
                    <a16:creationId xmlns:a16="http://schemas.microsoft.com/office/drawing/2014/main" xmlns="" id="{4CB538F6-0663-FD2B-0FB8-3B8000A496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67">
              <a:extLst>
                <a:ext uri="{FF2B5EF4-FFF2-40B4-BE49-F238E27FC236}">
                  <a16:creationId xmlns:a16="http://schemas.microsoft.com/office/drawing/2014/main" xmlns="" id="{6D59A05D-261E-C06F-0184-01520EFC0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6375" y="2714625"/>
              <a:ext cx="1057275" cy="695325"/>
              <a:chOff x="4314" y="1086"/>
              <a:chExt cx="666" cy="438"/>
            </a:xfrm>
          </p:grpSpPr>
          <p:sp>
            <p:nvSpPr>
              <p:cNvPr id="38" name="Oval 68">
                <a:extLst>
                  <a:ext uri="{FF2B5EF4-FFF2-40B4-BE49-F238E27FC236}">
                    <a16:creationId xmlns:a16="http://schemas.microsoft.com/office/drawing/2014/main" xmlns="" id="{1A6AF56D-62BA-DB62-DED8-7155586F2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9" name="Text Box 69">
                <a:extLst>
                  <a:ext uri="{FF2B5EF4-FFF2-40B4-BE49-F238E27FC236}">
                    <a16:creationId xmlns:a16="http://schemas.microsoft.com/office/drawing/2014/main" xmlns="" id="{CFB56746-3916-EFA6-87F6-B00A389A27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8" y="1106"/>
                <a:ext cx="533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Tier 3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70">
              <a:extLst>
                <a:ext uri="{FF2B5EF4-FFF2-40B4-BE49-F238E27FC236}">
                  <a16:creationId xmlns:a16="http://schemas.microsoft.com/office/drawing/2014/main" xmlns="" id="{2F91BCA1-D381-68C0-938F-16BDD06FF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8775" y="5940425"/>
              <a:ext cx="1057275" cy="695325"/>
              <a:chOff x="4314" y="1086"/>
              <a:chExt cx="666" cy="438"/>
            </a:xfrm>
          </p:grpSpPr>
          <p:sp>
            <p:nvSpPr>
              <p:cNvPr id="36" name="Oval 71">
                <a:extLst>
                  <a:ext uri="{FF2B5EF4-FFF2-40B4-BE49-F238E27FC236}">
                    <a16:creationId xmlns:a16="http://schemas.microsoft.com/office/drawing/2014/main" xmlns="" id="{F7366587-355F-A9BA-D0E4-DC9A36CFD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Text Box 72">
                <a:extLst>
                  <a:ext uri="{FF2B5EF4-FFF2-40B4-BE49-F238E27FC236}">
                    <a16:creationId xmlns:a16="http://schemas.microsoft.com/office/drawing/2014/main" xmlns="" id="{574E9F35-2679-1AF6-DC24-E1578130D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73">
              <a:extLst>
                <a:ext uri="{FF2B5EF4-FFF2-40B4-BE49-F238E27FC236}">
                  <a16:creationId xmlns:a16="http://schemas.microsoft.com/office/drawing/2014/main" xmlns="" id="{C846D5B5-6A2D-B3D6-E571-7A9B3F38F7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0575" y="5940425"/>
              <a:ext cx="1057275" cy="695325"/>
              <a:chOff x="4314" y="1086"/>
              <a:chExt cx="666" cy="438"/>
            </a:xfrm>
          </p:grpSpPr>
          <p:sp>
            <p:nvSpPr>
              <p:cNvPr id="34" name="Oval 74">
                <a:extLst>
                  <a:ext uri="{FF2B5EF4-FFF2-40B4-BE49-F238E27FC236}">
                    <a16:creationId xmlns:a16="http://schemas.microsoft.com/office/drawing/2014/main" xmlns="" id="{5C9B4267-4C6B-EE03-67FD-413C57405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Text Box 75">
                <a:extLst>
                  <a:ext uri="{FF2B5EF4-FFF2-40B4-BE49-F238E27FC236}">
                    <a16:creationId xmlns:a16="http://schemas.microsoft.com/office/drawing/2014/main" xmlns="" id="{D39FC26A-E4FC-96AC-5B81-DF8874D240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76">
              <a:extLst>
                <a:ext uri="{FF2B5EF4-FFF2-40B4-BE49-F238E27FC236}">
                  <a16:creationId xmlns:a16="http://schemas.microsoft.com/office/drawing/2014/main" xmlns="" id="{8D7B454E-D6CD-1960-4024-0143198B97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5675" y="5483225"/>
              <a:ext cx="1057275" cy="695325"/>
              <a:chOff x="4314" y="1086"/>
              <a:chExt cx="666" cy="438"/>
            </a:xfrm>
          </p:grpSpPr>
          <p:sp>
            <p:nvSpPr>
              <p:cNvPr id="32" name="Oval 77">
                <a:extLst>
                  <a:ext uri="{FF2B5EF4-FFF2-40B4-BE49-F238E27FC236}">
                    <a16:creationId xmlns:a16="http://schemas.microsoft.com/office/drawing/2014/main" xmlns="" id="{57565CFC-3894-1271-D37E-65CDE2FA5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1086"/>
                <a:ext cx="666" cy="438"/>
              </a:xfrm>
              <a:prstGeom prst="ellipse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Text Box 78">
                <a:extLst>
                  <a:ext uri="{FF2B5EF4-FFF2-40B4-BE49-F238E27FC236}">
                    <a16:creationId xmlns:a16="http://schemas.microsoft.com/office/drawing/2014/main" xmlns="" id="{B303EF7D-5ED4-E4F6-E0DE-E11626BB2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4" y="1106"/>
                <a:ext cx="41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local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B26B02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ISP</a:t>
                </a: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B26B0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aphicFrame>
          <p:nvGraphicFramePr>
            <p:cNvPr id="29" name="Object 219">
              <a:extLst>
                <a:ext uri="{FF2B5EF4-FFF2-40B4-BE49-F238E27FC236}">
                  <a16:creationId xmlns:a16="http://schemas.microsoft.com/office/drawing/2014/main" xmlns="" id="{B1328498-62CD-1F5D-0587-B684E3DE54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8597776"/>
                </p:ext>
              </p:extLst>
            </p:nvPr>
          </p:nvGraphicFramePr>
          <p:xfrm>
            <a:off x="1512888" y="2197100"/>
            <a:ext cx="417512" cy="319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" name="Clip" r:id="rId3" imgW="1307263" imgH="1084139" progId="">
                    <p:embed/>
                  </p:oleObj>
                </mc:Choice>
                <mc:Fallback>
                  <p:oleObj name="Clip" r:id="rId3" imgW="1307263" imgH="1084139" progId="">
                    <p:embed/>
                    <p:pic>
                      <p:nvPicPr>
                        <p:cNvPr id="40990" name="Object 219">
                          <a:extLst>
                            <a:ext uri="{FF2B5EF4-FFF2-40B4-BE49-F238E27FC236}">
                              <a16:creationId xmlns:a16="http://schemas.microsoft.com/office/drawing/2014/main" xmlns="" id="{E2961496-9DBD-B31D-9197-DA110375B1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888" y="2197100"/>
                          <a:ext cx="417512" cy="319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39">
              <a:extLst>
                <a:ext uri="{FF2B5EF4-FFF2-40B4-BE49-F238E27FC236}">
                  <a16:creationId xmlns:a16="http://schemas.microsoft.com/office/drawing/2014/main" xmlns="" id="{0B283DBC-5777-3B67-13CC-ED5D823155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6597675"/>
                </p:ext>
              </p:extLst>
            </p:nvPr>
          </p:nvGraphicFramePr>
          <p:xfrm>
            <a:off x="8486775" y="6007100"/>
            <a:ext cx="417513" cy="319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7" name="Clip" r:id="rId5" imgW="1307263" imgH="1084139" progId="">
                    <p:embed/>
                  </p:oleObj>
                </mc:Choice>
                <mc:Fallback>
                  <p:oleObj name="Clip" r:id="rId5" imgW="1307263" imgH="1084139" progId="">
                    <p:embed/>
                    <p:pic>
                      <p:nvPicPr>
                        <p:cNvPr id="40991" name="Object 339">
                          <a:extLst>
                            <a:ext uri="{FF2B5EF4-FFF2-40B4-BE49-F238E27FC236}">
                              <a16:creationId xmlns:a16="http://schemas.microsoft.com/office/drawing/2014/main" xmlns="" id="{70738E22-0535-D7B9-1056-8FD32DFC82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86775" y="6007100"/>
                          <a:ext cx="417513" cy="319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Freeform 341">
              <a:extLst>
                <a:ext uri="{FF2B5EF4-FFF2-40B4-BE49-F238E27FC236}">
                  <a16:creationId xmlns:a16="http://schemas.microsoft.com/office/drawing/2014/main" xmlns="" id="{6FB399EB-FDE6-2CBF-0F62-D4E3CCF73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2476500"/>
              <a:ext cx="6654800" cy="3619500"/>
            </a:xfrm>
            <a:custGeom>
              <a:avLst/>
              <a:gdLst>
                <a:gd name="T0" fmla="*/ 0 w 4192"/>
                <a:gd name="T1" fmla="*/ 0 h 2280"/>
                <a:gd name="T2" fmla="*/ 2147483646 w 4192"/>
                <a:gd name="T3" fmla="*/ 2147483646 h 2280"/>
                <a:gd name="T4" fmla="*/ 2147483646 w 4192"/>
                <a:gd name="T5" fmla="*/ 2147483646 h 2280"/>
                <a:gd name="T6" fmla="*/ 2147483646 w 4192"/>
                <a:gd name="T7" fmla="*/ 2147483646 h 2280"/>
                <a:gd name="T8" fmla="*/ 2147483646 w 4192"/>
                <a:gd name="T9" fmla="*/ 2147483646 h 2280"/>
                <a:gd name="T10" fmla="*/ 2147483646 w 4192"/>
                <a:gd name="T11" fmla="*/ 2147483646 h 2280"/>
                <a:gd name="T12" fmla="*/ 2147483646 w 4192"/>
                <a:gd name="T13" fmla="*/ 2147483646 h 2280"/>
                <a:gd name="T14" fmla="*/ 2147483646 w 4192"/>
                <a:gd name="T15" fmla="*/ 2147483646 h 2280"/>
                <a:gd name="T16" fmla="*/ 2147483646 w 4192"/>
                <a:gd name="T17" fmla="*/ 2147483646 h 2280"/>
                <a:gd name="T18" fmla="*/ 2147483646 w 4192"/>
                <a:gd name="T19" fmla="*/ 2147483646 h 22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92"/>
                <a:gd name="T31" fmla="*/ 0 h 2280"/>
                <a:gd name="T32" fmla="*/ 4192 w 4192"/>
                <a:gd name="T33" fmla="*/ 2280 h 22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92" h="2280">
                  <a:moveTo>
                    <a:pt x="0" y="0"/>
                  </a:moveTo>
                  <a:lnTo>
                    <a:pt x="568" y="264"/>
                  </a:lnTo>
                  <a:lnTo>
                    <a:pt x="920" y="592"/>
                  </a:lnTo>
                  <a:lnTo>
                    <a:pt x="1232" y="840"/>
                  </a:lnTo>
                  <a:lnTo>
                    <a:pt x="1792" y="1248"/>
                  </a:lnTo>
                  <a:lnTo>
                    <a:pt x="2096" y="1560"/>
                  </a:lnTo>
                  <a:lnTo>
                    <a:pt x="3008" y="1800"/>
                  </a:lnTo>
                  <a:lnTo>
                    <a:pt x="3632" y="1912"/>
                  </a:lnTo>
                  <a:lnTo>
                    <a:pt x="4040" y="2240"/>
                  </a:lnTo>
                  <a:lnTo>
                    <a:pt x="4192" y="2280"/>
                  </a:lnTo>
                </a:path>
              </a:pathLst>
            </a:custGeom>
            <a:noFill/>
            <a:ln w="57150">
              <a:solidFill>
                <a:srgbClr val="9F293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1039" name="Rectangle 2">
            <a:extLst>
              <a:ext uri="{FF2B5EF4-FFF2-40B4-BE49-F238E27FC236}">
                <a16:creationId xmlns:a16="http://schemas.microsoft.com/office/drawing/2014/main" xmlns="" id="{E8BDDE97-2DF8-D62C-E205-C152A5BE94B8}"/>
              </a:ext>
            </a:extLst>
          </p:cNvPr>
          <p:cNvSpPr txBox="1">
            <a:spLocks/>
          </p:cNvSpPr>
          <p:nvPr/>
        </p:nvSpPr>
        <p:spPr>
          <a:xfrm>
            <a:off x="317500" y="611026"/>
            <a:ext cx="8096250" cy="6064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Internet structure: network of networks</a:t>
            </a:r>
            <a:endParaRPr kumimoji="0" lang="en-US" altLang="en-US" sz="4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1040" name="Rectangle 3">
            <a:extLst>
              <a:ext uri="{FF2B5EF4-FFF2-40B4-BE49-F238E27FC236}">
                <a16:creationId xmlns:a16="http://schemas.microsoft.com/office/drawing/2014/main" xmlns="" id="{263AE4CE-B192-DDC6-18B8-7E29CA2CD5C7}"/>
              </a:ext>
            </a:extLst>
          </p:cNvPr>
          <p:cNvSpPr txBox="1">
            <a:spLocks/>
          </p:cNvSpPr>
          <p:nvPr/>
        </p:nvSpPr>
        <p:spPr>
          <a:xfrm>
            <a:off x="352425" y="1428750"/>
            <a:ext cx="8440738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packet passes through many networks!</a:t>
            </a: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488479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E15747-BAEC-1DA2-4A3F-75BD44DD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E2179D4F-80CF-4A25-9E2A-9062F6F7F56E}"/>
              </a:ext>
            </a:extLst>
          </p:cNvPr>
          <p:cNvSpPr txBox="1">
            <a:spLocks/>
          </p:cNvSpPr>
          <p:nvPr/>
        </p:nvSpPr>
        <p:spPr>
          <a:xfrm>
            <a:off x="73025" y="425449"/>
            <a:ext cx="8534400" cy="7588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Network Core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69F7E16-9B0E-D3FF-FBA6-C27F3B24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754" y="1479077"/>
            <a:ext cx="3778065" cy="43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0394715-494D-A08F-70D4-2C36E85FD698}"/>
              </a:ext>
            </a:extLst>
          </p:cNvPr>
          <p:cNvSpPr txBox="1"/>
          <p:nvPr/>
        </p:nvSpPr>
        <p:spPr>
          <a:xfrm>
            <a:off x="3683409" y="5909214"/>
            <a:ext cx="177718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FuturaLTPro-Book"/>
              </a:rPr>
              <a:t>N</a:t>
            </a:r>
            <a:r>
              <a:rPr lang="en-IN" sz="1800" b="1" i="0" u="none" strike="noStrike" baseline="0" dirty="0">
                <a:latin typeface="FuturaLTPro-Book"/>
              </a:rPr>
              <a:t>etwork core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31317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4E647F-6A9F-2FB3-E27C-D42D69276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B0B0314B-E391-41BA-531D-B16988048527}"/>
              </a:ext>
            </a:extLst>
          </p:cNvPr>
          <p:cNvSpPr txBox="1">
            <a:spLocks/>
          </p:cNvSpPr>
          <p:nvPr/>
        </p:nvSpPr>
        <p:spPr>
          <a:xfrm>
            <a:off x="73025" y="425449"/>
            <a:ext cx="8534400" cy="75882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Access networks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407E2432-5144-2C7A-A47E-3B36EB9773BB}"/>
              </a:ext>
            </a:extLst>
          </p:cNvPr>
          <p:cNvSpPr txBox="1">
            <a:spLocks/>
          </p:cNvSpPr>
          <p:nvPr/>
        </p:nvSpPr>
        <p:spPr>
          <a:xfrm>
            <a:off x="301625" y="1371600"/>
            <a:ext cx="4038600" cy="4681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How to connect end systems to edge router?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residential access nets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institutional access networks (school, company)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mobile access networks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0703A61A-1BD4-7C0B-0524-BCD6E5955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1600200"/>
            <a:ext cx="40386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1752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7F5E8D-EF16-85C9-03FC-15997729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A6243F-C9CA-8A6D-CE20-7B71805B0C79}"/>
              </a:ext>
            </a:extLst>
          </p:cNvPr>
          <p:cNvSpPr txBox="1">
            <a:spLocks/>
          </p:cNvSpPr>
          <p:nvPr/>
        </p:nvSpPr>
        <p:spPr>
          <a:xfrm>
            <a:off x="140060" y="245269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Access Network: Dial Up(1) 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7B9899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xmlns="" id="{E50009DD-4BB3-EE3A-70CE-BD0DDDABA636}"/>
              </a:ext>
            </a:extLst>
          </p:cNvPr>
          <p:cNvSpPr txBox="1">
            <a:spLocks/>
          </p:cNvSpPr>
          <p:nvPr/>
        </p:nvSpPr>
        <p:spPr>
          <a:xfrm>
            <a:off x="301625" y="1527175"/>
            <a:ext cx="8504238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Drawback:</a:t>
            </a:r>
          </a:p>
          <a:p>
            <a:pPr marL="1096963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07F09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 to 56Kbps direct access to router (often less)</a:t>
            </a:r>
          </a:p>
          <a:p>
            <a:pPr marL="1096963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07F09"/>
              </a:buClr>
              <a:buSzPct val="8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Can’t surf and phone at same time: can’t be 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“always on”</a:t>
            </a: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srgbClr val="9F293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096963" marR="0" lvl="4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07F09"/>
              </a:buClr>
              <a:buSzPct val="85000"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E9C788F-19E6-B25D-556B-120730C8CB24}"/>
              </a:ext>
            </a:extLst>
          </p:cNvPr>
          <p:cNvGrpSpPr/>
          <p:nvPr/>
        </p:nvGrpSpPr>
        <p:grpSpPr>
          <a:xfrm>
            <a:off x="3200400" y="1600200"/>
            <a:ext cx="2584450" cy="1830388"/>
            <a:chOff x="3200400" y="1600200"/>
            <a:chExt cx="2584450" cy="1830388"/>
          </a:xfrm>
        </p:grpSpPr>
        <p:graphicFrame>
          <p:nvGraphicFramePr>
            <p:cNvPr id="5" name="Object 2">
              <a:extLst>
                <a:ext uri="{FF2B5EF4-FFF2-40B4-BE49-F238E27FC236}">
                  <a16:creationId xmlns:a16="http://schemas.microsoft.com/office/drawing/2014/main" xmlns="" id="{2C97C0CD-C5DB-C9F7-71E1-5B57819AD1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9186174"/>
                </p:ext>
              </p:extLst>
            </p:nvPr>
          </p:nvGraphicFramePr>
          <p:xfrm>
            <a:off x="3200400" y="1600200"/>
            <a:ext cx="730250" cy="63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Clip" r:id="rId3" imgW="1307263" imgH="1084139" progId="">
                    <p:embed/>
                  </p:oleObj>
                </mc:Choice>
                <mc:Fallback>
                  <p:oleObj name="Clip" r:id="rId3" imgW="1307263" imgH="1084139" progId="">
                    <p:embed/>
                    <p:pic>
                      <p:nvPicPr>
                        <p:cNvPr id="44036" name="Object 2">
                          <a:extLst>
                            <a:ext uri="{FF2B5EF4-FFF2-40B4-BE49-F238E27FC236}">
                              <a16:creationId xmlns:a16="http://schemas.microsoft.com/office/drawing/2014/main" xmlns="" id="{998059FE-A7DD-F9F4-7C8D-D5E8C1AF85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400" y="1600200"/>
                          <a:ext cx="730250" cy="638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3">
              <a:extLst>
                <a:ext uri="{FF2B5EF4-FFF2-40B4-BE49-F238E27FC236}">
                  <a16:creationId xmlns:a16="http://schemas.microsoft.com/office/drawing/2014/main" xmlns="" id="{E6628727-2D4D-4244-2DD3-46FDA5D13E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8482149"/>
                </p:ext>
              </p:extLst>
            </p:nvPr>
          </p:nvGraphicFramePr>
          <p:xfrm>
            <a:off x="3995738" y="1836738"/>
            <a:ext cx="490537" cy="3698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Clip" r:id="rId5" imgW="681706" imgH="480401" progId="">
                    <p:embed/>
                  </p:oleObj>
                </mc:Choice>
                <mc:Fallback>
                  <p:oleObj name="Clip" r:id="rId5" imgW="681706" imgH="480401" progId="">
                    <p:embed/>
                    <p:pic>
                      <p:nvPicPr>
                        <p:cNvPr id="44037" name="Object 3">
                          <a:extLst>
                            <a:ext uri="{FF2B5EF4-FFF2-40B4-BE49-F238E27FC236}">
                              <a16:creationId xmlns:a16="http://schemas.microsoft.com/office/drawing/2014/main" xmlns="" id="{E5D5251C-B5AE-915A-16F0-8748E56F36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738" y="1836738"/>
                          <a:ext cx="490537" cy="3698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7">
              <a:extLst>
                <a:ext uri="{FF2B5EF4-FFF2-40B4-BE49-F238E27FC236}">
                  <a16:creationId xmlns:a16="http://schemas.microsoft.com/office/drawing/2014/main" xmlns="" id="{A3EBA0D3-3514-13FB-BAC7-B3D1215D9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1600" y="2084388"/>
              <a:ext cx="201613" cy="635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aphicFrame>
          <p:nvGraphicFramePr>
            <p:cNvPr id="8" name="Object 4">
              <a:extLst>
                <a:ext uri="{FF2B5EF4-FFF2-40B4-BE49-F238E27FC236}">
                  <a16:creationId xmlns:a16="http://schemas.microsoft.com/office/drawing/2014/main" xmlns="" id="{329806E4-62B6-2473-B88F-45C2E91046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5396353"/>
                </p:ext>
              </p:extLst>
            </p:nvPr>
          </p:nvGraphicFramePr>
          <p:xfrm>
            <a:off x="3200400" y="2792413"/>
            <a:ext cx="730250" cy="638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Clip" r:id="rId7" imgW="1307263" imgH="1084139" progId="">
                    <p:embed/>
                  </p:oleObj>
                </mc:Choice>
                <mc:Fallback>
                  <p:oleObj name="Clip" r:id="rId7" imgW="1307263" imgH="1084139" progId="">
                    <p:embed/>
                    <p:pic>
                      <p:nvPicPr>
                        <p:cNvPr id="44039" name="Object 4">
                          <a:extLst>
                            <a:ext uri="{FF2B5EF4-FFF2-40B4-BE49-F238E27FC236}">
                              <a16:creationId xmlns:a16="http://schemas.microsoft.com/office/drawing/2014/main" xmlns="" id="{EC7455A4-1704-83A5-EB83-1B941B9136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400" y="2792413"/>
                          <a:ext cx="730250" cy="638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xmlns="" id="{8132559E-DC45-EDD1-48BE-C86CDA049E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7676483"/>
                </p:ext>
              </p:extLst>
            </p:nvPr>
          </p:nvGraphicFramePr>
          <p:xfrm>
            <a:off x="3995738" y="3027363"/>
            <a:ext cx="490537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Clip" r:id="rId8" imgW="681706" imgH="480401" progId="">
                    <p:embed/>
                  </p:oleObj>
                </mc:Choice>
                <mc:Fallback>
                  <p:oleObj name="Clip" r:id="rId8" imgW="681706" imgH="480401" progId="">
                    <p:embed/>
                    <p:pic>
                      <p:nvPicPr>
                        <p:cNvPr id="44040" name="Object 5">
                          <a:extLst>
                            <a:ext uri="{FF2B5EF4-FFF2-40B4-BE49-F238E27FC236}">
                              <a16:creationId xmlns:a16="http://schemas.microsoft.com/office/drawing/2014/main" xmlns="" id="{9F5E5515-67CF-1700-50FB-24466D3CCC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738" y="3027363"/>
                          <a:ext cx="490537" cy="371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10">
              <a:extLst>
                <a:ext uri="{FF2B5EF4-FFF2-40B4-BE49-F238E27FC236}">
                  <a16:creationId xmlns:a16="http://schemas.microsoft.com/office/drawing/2014/main" xmlns="" id="{EDDCEA39-2775-48AF-398B-FF1FB0C17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1600" y="3276600"/>
              <a:ext cx="201613" cy="635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xmlns="" id="{7BC6D306-1451-873B-A5CE-10899DAD7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7375" y="2108200"/>
              <a:ext cx="506413" cy="5302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xmlns="" id="{E807E851-3D89-581D-3B6C-F244AF913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8013" y="2681288"/>
              <a:ext cx="485775" cy="65881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14" name="Group 114">
              <a:extLst>
                <a:ext uri="{FF2B5EF4-FFF2-40B4-BE49-F238E27FC236}">
                  <a16:creationId xmlns:a16="http://schemas.microsoft.com/office/drawing/2014/main" xmlns="" id="{4F0E0D1A-338F-E529-FB89-9888D00E7B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5988" y="2420938"/>
              <a:ext cx="1058862" cy="407987"/>
              <a:chOff x="3600" y="219"/>
              <a:chExt cx="360" cy="175"/>
            </a:xfrm>
          </p:grpSpPr>
          <p:sp>
            <p:nvSpPr>
              <p:cNvPr id="15" name="Oval 115">
                <a:extLst>
                  <a:ext uri="{FF2B5EF4-FFF2-40B4-BE49-F238E27FC236}">
                    <a16:creationId xmlns:a16="http://schemas.microsoft.com/office/drawing/2014/main" xmlns="" id="{03F1FEE2-5FE9-5471-2DAE-0885AEE5D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Line 116">
                <a:extLst>
                  <a:ext uri="{FF2B5EF4-FFF2-40B4-BE49-F238E27FC236}">
                    <a16:creationId xmlns:a16="http://schemas.microsoft.com/office/drawing/2014/main" xmlns="" id="{1916A540-A9E4-A6F9-7EA0-D7D99597BB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7" name="Line 117">
                <a:extLst>
                  <a:ext uri="{FF2B5EF4-FFF2-40B4-BE49-F238E27FC236}">
                    <a16:creationId xmlns:a16="http://schemas.microsoft.com/office/drawing/2014/main" xmlns="" id="{94825544-591D-873A-B3C2-D3EBBC7B55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8" name="Rectangle 118">
                <a:extLst>
                  <a:ext uri="{FF2B5EF4-FFF2-40B4-BE49-F238E27FC236}">
                    <a16:creationId xmlns:a16="http://schemas.microsoft.com/office/drawing/2014/main" xmlns="" id="{8D7F103D-1007-792B-B474-157803999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9" name="Oval 119">
                <a:extLst>
                  <a:ext uri="{FF2B5EF4-FFF2-40B4-BE49-F238E27FC236}">
                    <a16:creationId xmlns:a16="http://schemas.microsoft.com/office/drawing/2014/main" xmlns="" id="{AD825DFA-6BE6-BF15-9717-08A1475B3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 panose="02040502050405020303" pitchFamily="18" charset="0"/>
                  <a:ea typeface="+mn-ea"/>
                  <a:cs typeface="+mn-cs"/>
                </a:endParaRPr>
              </a:p>
            </p:txBody>
          </p:sp>
          <p:grpSp>
            <p:nvGrpSpPr>
              <p:cNvPr id="20" name="Group 120">
                <a:extLst>
                  <a:ext uri="{FF2B5EF4-FFF2-40B4-BE49-F238E27FC236}">
                    <a16:creationId xmlns:a16="http://schemas.microsoft.com/office/drawing/2014/main" xmlns="" id="{6E37296D-F5E7-2E3D-9A46-18AB068598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5" name="Line 121">
                  <a:extLst>
                    <a:ext uri="{FF2B5EF4-FFF2-40B4-BE49-F238E27FC236}">
                      <a16:creationId xmlns:a16="http://schemas.microsoft.com/office/drawing/2014/main" xmlns="" id="{7DF70EC8-E08B-1238-CA4F-472BE6D713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Line 122">
                  <a:extLst>
                    <a:ext uri="{FF2B5EF4-FFF2-40B4-BE49-F238E27FC236}">
                      <a16:creationId xmlns:a16="http://schemas.microsoft.com/office/drawing/2014/main" xmlns="" id="{A0E51430-D97F-2C3C-500B-FCBCEE8CD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Line 123">
                  <a:extLst>
                    <a:ext uri="{FF2B5EF4-FFF2-40B4-BE49-F238E27FC236}">
                      <a16:creationId xmlns:a16="http://schemas.microsoft.com/office/drawing/2014/main" xmlns="" id="{D9808F3A-4094-2155-7561-68E2B5718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124">
                <a:extLst>
                  <a:ext uri="{FF2B5EF4-FFF2-40B4-BE49-F238E27FC236}">
                    <a16:creationId xmlns:a16="http://schemas.microsoft.com/office/drawing/2014/main" xmlns="" id="{5262D323-7005-AC2F-7770-14631AD24D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2" name="Line 125">
                  <a:extLst>
                    <a:ext uri="{FF2B5EF4-FFF2-40B4-BE49-F238E27FC236}">
                      <a16:creationId xmlns:a16="http://schemas.microsoft.com/office/drawing/2014/main" xmlns="" id="{7F69CB6F-0BB4-28FD-BD4A-1A89C9C708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Line 126">
                  <a:extLst>
                    <a:ext uri="{FF2B5EF4-FFF2-40B4-BE49-F238E27FC236}">
                      <a16:creationId xmlns:a16="http://schemas.microsoft.com/office/drawing/2014/main" xmlns="" id="{61D7751A-7353-BF48-9AB6-C91B85EF21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Line 127">
                  <a:extLst>
                    <a:ext uri="{FF2B5EF4-FFF2-40B4-BE49-F238E27FC236}">
                      <a16:creationId xmlns:a16="http://schemas.microsoft.com/office/drawing/2014/main" xmlns="" id="{3F728DAF-AF08-0391-DAA2-02E40FC2AA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4349235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DAD1707-5F20-4851-A13E-FF3FF6CA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51197A-3729-AE87-ED91-C9CD91A87073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Access networks: DSL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F703894-B057-B704-5F0C-0A31DA7D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78" y="2149022"/>
            <a:ext cx="8373644" cy="3562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6E1543D-2537-C882-2B2B-336331648965}"/>
              </a:ext>
            </a:extLst>
          </p:cNvPr>
          <p:cNvSpPr txBox="1"/>
          <p:nvPr/>
        </p:nvSpPr>
        <p:spPr>
          <a:xfrm>
            <a:off x="3383525" y="6004740"/>
            <a:ext cx="237694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800" b="1" i="0" u="none" strike="noStrike" baseline="0" dirty="0">
                <a:latin typeface="FuturaLTPro-Book"/>
              </a:rPr>
              <a:t>DSL Internet access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96C128E-BFCC-5042-A140-718389CDFACF}"/>
              </a:ext>
            </a:extLst>
          </p:cNvPr>
          <p:cNvSpPr txBox="1"/>
          <p:nvPr/>
        </p:nvSpPr>
        <p:spPr>
          <a:xfrm>
            <a:off x="4042287" y="1356255"/>
            <a:ext cx="403983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1800" b="0" i="0" u="none" strike="noStrike" baseline="0" dirty="0">
                <a:latin typeface="TimesLTPro-Roman"/>
              </a:rPr>
              <a:t>digital subscriber line access multiplexer</a:t>
            </a:r>
          </a:p>
          <a:p>
            <a:pPr algn="ctr"/>
            <a:r>
              <a:rPr lang="en-IN" sz="1800" b="0" i="0" u="none" strike="noStrike" baseline="0" dirty="0">
                <a:latin typeface="TimesLTPro-Roman"/>
              </a:rPr>
              <a:t>(DSLAM)</a:t>
            </a:r>
            <a:endParaRPr lang="en-I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928989C8-F7EB-00B6-A187-A2E61E759B47}"/>
              </a:ext>
            </a:extLst>
          </p:cNvPr>
          <p:cNvCxnSpPr/>
          <p:nvPr/>
        </p:nvCxnSpPr>
        <p:spPr>
          <a:xfrm flipV="1">
            <a:off x="5760474" y="2002586"/>
            <a:ext cx="0" cy="128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88760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FBC630-FB4E-E978-0D37-FD9D24E42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330F9B-28FD-416D-E9FD-2A44A17EDE28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Access Network: Cable(1)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7B9899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3CEF62-4C84-0749-D61B-432BB59F2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58" y="1864103"/>
            <a:ext cx="8218883" cy="3946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353847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068BCD-0323-FA95-3B92-10F598B2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86D108-3F7B-6463-CA50-F7028EA0BD35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Access Network: Ethernet 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2049DA-6062-B8DB-E894-AC1EC6685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51" y="1590367"/>
            <a:ext cx="8754697" cy="46012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292312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32851B3-BCC9-F390-9C0C-E4AEE49D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374A07B2-1B2A-284B-4F0C-1279589B0F4E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74638"/>
            <a:ext cx="7200800" cy="85010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Access Networks / Physical Media</a:t>
            </a:r>
            <a:b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</a:b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Wired(Guided)/Wireless(Unguided)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ADF88FBA-DF89-67D9-BF8F-9C7C25928F96}"/>
              </a:ext>
            </a:extLst>
          </p:cNvPr>
          <p:cNvSpPr txBox="1">
            <a:spLocks/>
          </p:cNvSpPr>
          <p:nvPr/>
        </p:nvSpPr>
        <p:spPr>
          <a:xfrm>
            <a:off x="304800" y="1676400"/>
            <a:ext cx="3886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Eg: twisted pair, coaxial cable, optical fiber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 point-to-point communication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Signal energy is contained &amp; guided within a solid medium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Installation process is complicated, costly &amp; time consuming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F4FDC5-8642-512E-BE4B-2C596A00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676400"/>
            <a:ext cx="4343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Eg: radio transmission, infrared, microwave transmission, air</a:t>
            </a:r>
          </a:p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Communication is broadcast in nature</a:t>
            </a:r>
          </a:p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Signal energy propagates in the form of unguided electro-magnetic signals</a:t>
            </a:r>
          </a:p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Quick and cost is low (antennas)</a:t>
            </a:r>
          </a:p>
        </p:txBody>
      </p:sp>
    </p:spTree>
    <p:extLst>
      <p:ext uri="{BB962C8B-B14F-4D97-AF65-F5344CB8AC3E}">
        <p14:creationId xmlns:p14="http://schemas.microsoft.com/office/powerpoint/2010/main" val="158039333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16AE17C-97B0-B2D4-6C4E-7D785E02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02102F28-001B-3D17-3300-B04324D1C80C}"/>
              </a:ext>
            </a:extLst>
          </p:cNvPr>
          <p:cNvSpPr txBox="1">
            <a:spLocks/>
          </p:cNvSpPr>
          <p:nvPr/>
        </p:nvSpPr>
        <p:spPr>
          <a:xfrm>
            <a:off x="304800" y="1447800"/>
            <a:ext cx="3886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N/W topology is discrete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Attenuation </a:t>
            </a:r>
            <a:r>
              <a:rPr kumimoji="0" lang="el-GR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α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Additional transmission capacity can be procured by adding more wires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B044D74-E602-D937-EB86-DF7500BE1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447800"/>
            <a:ext cx="4343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N/W topology is continuous</a:t>
            </a:r>
          </a:p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Attenuation </a:t>
            </a:r>
            <a:r>
              <a:rPr kumimoji="0" lang="el-G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α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log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d</a:t>
            </a:r>
          </a:p>
          <a:p>
            <a:pPr marL="365125" marR="0" lvl="0" indent="-255588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07F09"/>
              </a:buClr>
              <a:buSzPct val="68000"/>
              <a:buFont typeface="Wingdings 3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Not possible to procure additional capacity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4805D850-03C2-A70C-D6C7-A513625F3A8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548680"/>
            <a:ext cx="8229600" cy="68012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Wired(Guided)/Wireless(Unguided)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391363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8BB380-60CA-2DA3-58FE-97A77223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DED4E5F0-7AC5-AC00-E930-632D85DEF527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266700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How do loss and delay occur?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54165EB0-9AF3-CB45-C619-B5B36B212C73}"/>
              </a:ext>
            </a:extLst>
          </p:cNvPr>
          <p:cNvSpPr txBox="1">
            <a:spLocks noChangeArrowheads="1"/>
          </p:cNvSpPr>
          <p:nvPr/>
        </p:nvSpPr>
        <p:spPr>
          <a:xfrm>
            <a:off x="579438" y="1371600"/>
            <a:ext cx="8135937" cy="2114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packets </a:t>
            </a:r>
            <a:r>
              <a:rPr kumimoji="0" lang="en-US" altLang="en-US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queue</a:t>
            </a: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router buffers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packet arrival rate to link exceeds output link capacity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packets queue, wait for turn</a:t>
            </a:r>
          </a:p>
        </p:txBody>
      </p:sp>
      <p:grpSp>
        <p:nvGrpSpPr>
          <p:cNvPr id="4" name="Group 93">
            <a:extLst>
              <a:ext uri="{FF2B5EF4-FFF2-40B4-BE49-F238E27FC236}">
                <a16:creationId xmlns:a16="http://schemas.microsoft.com/office/drawing/2014/main" xmlns="" id="{600CECB1-DACB-7C29-D8C9-955963ABE8CC}"/>
              </a:ext>
            </a:extLst>
          </p:cNvPr>
          <p:cNvGrpSpPr>
            <a:grpSpLocks/>
          </p:cNvGrpSpPr>
          <p:nvPr/>
        </p:nvGrpSpPr>
        <p:grpSpPr bwMode="auto">
          <a:xfrm>
            <a:off x="3586163" y="3317875"/>
            <a:ext cx="4397374" cy="1454150"/>
            <a:chOff x="2259" y="2090"/>
            <a:chExt cx="2770" cy="916"/>
          </a:xfrm>
        </p:grpSpPr>
        <p:sp>
          <p:nvSpPr>
            <p:cNvPr id="7" name="Text Box 66">
              <a:extLst>
                <a:ext uri="{FF2B5EF4-FFF2-40B4-BE49-F238E27FC236}">
                  <a16:creationId xmlns:a16="http://schemas.microsoft.com/office/drawing/2014/main" xmlns="" id="{067ABE06-49DE-71E6-5B50-0DA70FA9C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2" y="2090"/>
              <a:ext cx="242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packet being transmitted 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(delay)</a:t>
              </a:r>
            </a:p>
          </p:txBody>
        </p:sp>
        <p:sp>
          <p:nvSpPr>
            <p:cNvPr id="8" name="Line 67">
              <a:extLst>
                <a:ext uri="{FF2B5EF4-FFF2-40B4-BE49-F238E27FC236}">
                  <a16:creationId xmlns:a16="http://schemas.microsoft.com/office/drawing/2014/main" xmlns="" id="{4C23EAA1-C7AF-2281-D795-94EC9C37E2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259" y="2294"/>
              <a:ext cx="1059" cy="71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9" name="Group 94">
            <a:extLst>
              <a:ext uri="{FF2B5EF4-FFF2-40B4-BE49-F238E27FC236}">
                <a16:creationId xmlns:a16="http://schemas.microsoft.com/office/drawing/2014/main" xmlns="" id="{D75E1392-6BE1-8F04-985C-379C4DE7BD81}"/>
              </a:ext>
            </a:extLst>
          </p:cNvPr>
          <p:cNvGrpSpPr>
            <a:grpSpLocks/>
          </p:cNvGrpSpPr>
          <p:nvPr/>
        </p:nvGrpSpPr>
        <p:grpSpPr bwMode="auto">
          <a:xfrm>
            <a:off x="3338513" y="5102225"/>
            <a:ext cx="3589337" cy="808038"/>
            <a:chOff x="2103" y="3214"/>
            <a:chExt cx="2261" cy="509"/>
          </a:xfrm>
        </p:grpSpPr>
        <p:sp>
          <p:nvSpPr>
            <p:cNvPr id="11" name="Text Box 72">
              <a:extLst>
                <a:ext uri="{FF2B5EF4-FFF2-40B4-BE49-F238E27FC236}">
                  <a16:creationId xmlns:a16="http://schemas.microsoft.com/office/drawing/2014/main" xmlns="" id="{D964EBB8-4872-8830-E4F9-D1194B709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0" y="3490"/>
              <a:ext cx="18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packets queueing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(delay)</a:t>
              </a:r>
              <a:endPara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2" name="Line 73">
              <a:extLst>
                <a:ext uri="{FF2B5EF4-FFF2-40B4-BE49-F238E27FC236}">
                  <a16:creationId xmlns:a16="http://schemas.microsoft.com/office/drawing/2014/main" xmlns="" id="{B78D7CE2-C1CB-03B1-2E23-D45C8B8716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03" y="3214"/>
              <a:ext cx="471" cy="404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3" name="Group 95">
            <a:extLst>
              <a:ext uri="{FF2B5EF4-FFF2-40B4-BE49-F238E27FC236}">
                <a16:creationId xmlns:a16="http://schemas.microsoft.com/office/drawing/2014/main" xmlns="" id="{CE5AC4B6-677A-75AF-6090-67A4E42BE978}"/>
              </a:ext>
            </a:extLst>
          </p:cNvPr>
          <p:cNvGrpSpPr>
            <a:grpSpLocks/>
          </p:cNvGrpSpPr>
          <p:nvPr/>
        </p:nvGrpSpPr>
        <p:grpSpPr bwMode="auto">
          <a:xfrm>
            <a:off x="2517775" y="5064127"/>
            <a:ext cx="4911726" cy="1516063"/>
            <a:chOff x="1586" y="3190"/>
            <a:chExt cx="3094" cy="955"/>
          </a:xfrm>
        </p:grpSpPr>
        <p:sp>
          <p:nvSpPr>
            <p:cNvPr id="14" name="Line 91">
              <a:extLst>
                <a:ext uri="{FF2B5EF4-FFF2-40B4-BE49-F238E27FC236}">
                  <a16:creationId xmlns:a16="http://schemas.microsoft.com/office/drawing/2014/main" xmlns="" id="{B9530D9E-B6AD-087F-79FA-B34EB284DC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98" y="3190"/>
              <a:ext cx="105" cy="5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Text Box 92">
              <a:extLst>
                <a:ext uri="{FF2B5EF4-FFF2-40B4-BE49-F238E27FC236}">
                  <a16:creationId xmlns:a16="http://schemas.microsoft.com/office/drawing/2014/main" xmlns="" id="{AD9ABC6B-5F25-E195-93C1-4F276AF5F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6" y="3738"/>
              <a:ext cx="3094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free (available) buffers: arriving packets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dropped (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loss</a:t>
              </a: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) if no free buffers</a:t>
              </a:r>
              <a:endParaRPr kumimoji="0" lang="en-US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A60D84B0-7FB3-55C5-5B67-B7257C6A418E}"/>
              </a:ext>
            </a:extLst>
          </p:cNvPr>
          <p:cNvGrpSpPr/>
          <p:nvPr/>
        </p:nvGrpSpPr>
        <p:grpSpPr>
          <a:xfrm>
            <a:off x="631825" y="4146550"/>
            <a:ext cx="6021388" cy="1543050"/>
            <a:chOff x="631825" y="4146550"/>
            <a:chExt cx="6021388" cy="1543050"/>
          </a:xfrm>
        </p:grpSpPr>
        <p:graphicFrame>
          <p:nvGraphicFramePr>
            <p:cNvPr id="18" name="Object 5">
              <a:extLst>
                <a:ext uri="{FF2B5EF4-FFF2-40B4-BE49-F238E27FC236}">
                  <a16:creationId xmlns:a16="http://schemas.microsoft.com/office/drawing/2014/main" xmlns="" id="{7CC53B46-40F6-7640-D50C-C1CDE3F85E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4241236"/>
                </p:ext>
              </p:extLst>
            </p:nvPr>
          </p:nvGraphicFramePr>
          <p:xfrm>
            <a:off x="1298575" y="5156200"/>
            <a:ext cx="646113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59398" name="Object 5">
                          <a:extLst>
                            <a:ext uri="{FF2B5EF4-FFF2-40B4-BE49-F238E27FC236}">
                              <a16:creationId xmlns:a16="http://schemas.microsoft.com/office/drawing/2014/main" xmlns="" id="{8B428D5F-E69D-59A5-0DEF-DD91BF08279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8575" y="5156200"/>
                          <a:ext cx="646113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Oval 6">
              <a:extLst>
                <a:ext uri="{FF2B5EF4-FFF2-40B4-BE49-F238E27FC236}">
                  <a16:creationId xmlns:a16="http://schemas.microsoft.com/office/drawing/2014/main" xmlns="" id="{1CA91B14-92CD-9ADB-6B37-F35AD047B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975" y="4914900"/>
              <a:ext cx="1198563" cy="369888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xmlns="" id="{DB5C3225-94E9-6E84-7B23-EE3090E06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975" y="4846638"/>
              <a:ext cx="1198563" cy="263525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xmlns="" id="{A5D9729C-5770-5F0E-15F4-9C04F3255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9500" y="4618038"/>
              <a:ext cx="1198563" cy="430212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22" name="Group 9">
              <a:extLst>
                <a:ext uri="{FF2B5EF4-FFF2-40B4-BE49-F238E27FC236}">
                  <a16:creationId xmlns:a16="http://schemas.microsoft.com/office/drawing/2014/main" xmlns="" id="{87C3DB17-CB63-A04A-A601-E68AE4EC76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5575" y="4648200"/>
              <a:ext cx="498475" cy="119063"/>
              <a:chOff x="2208" y="2184"/>
              <a:chExt cx="176" cy="69"/>
            </a:xfrm>
          </p:grpSpPr>
          <p:grpSp>
            <p:nvGrpSpPr>
              <p:cNvPr id="56" name="Group 10">
                <a:extLst>
                  <a:ext uri="{FF2B5EF4-FFF2-40B4-BE49-F238E27FC236}">
                    <a16:creationId xmlns:a16="http://schemas.microsoft.com/office/drawing/2014/main" xmlns="" id="{E76067DD-84E2-B0D9-2BDF-637546DB96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61" name="Line 11">
                  <a:extLst>
                    <a:ext uri="{FF2B5EF4-FFF2-40B4-BE49-F238E27FC236}">
                      <a16:creationId xmlns:a16="http://schemas.microsoft.com/office/drawing/2014/main" xmlns="" id="{A62B28B9-440D-E835-AAF7-F5853CA85B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62" name="Line 12">
                  <a:extLst>
                    <a:ext uri="{FF2B5EF4-FFF2-40B4-BE49-F238E27FC236}">
                      <a16:creationId xmlns:a16="http://schemas.microsoft.com/office/drawing/2014/main" xmlns="" id="{9F1CBE30-CBB8-337A-2267-9FC2088606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Line 13">
                  <a:extLst>
                    <a:ext uri="{FF2B5EF4-FFF2-40B4-BE49-F238E27FC236}">
                      <a16:creationId xmlns:a16="http://schemas.microsoft.com/office/drawing/2014/main" xmlns="" id="{C63E90E7-0DB5-B190-14AE-06F58204BF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7" name="Group 14">
                <a:extLst>
                  <a:ext uri="{FF2B5EF4-FFF2-40B4-BE49-F238E27FC236}">
                    <a16:creationId xmlns:a16="http://schemas.microsoft.com/office/drawing/2014/main" xmlns="" id="{2DED72F3-08E0-EB31-5CE5-8262E250B7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58" name="Line 15">
                  <a:extLst>
                    <a:ext uri="{FF2B5EF4-FFF2-40B4-BE49-F238E27FC236}">
                      <a16:creationId xmlns:a16="http://schemas.microsoft.com/office/drawing/2014/main" xmlns="" id="{24A582DE-2A58-48E6-1BF5-75E74AB4CD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Line 16">
                  <a:extLst>
                    <a:ext uri="{FF2B5EF4-FFF2-40B4-BE49-F238E27FC236}">
                      <a16:creationId xmlns:a16="http://schemas.microsoft.com/office/drawing/2014/main" xmlns="" id="{6F0C4F7B-BF90-1EC6-E585-1792550582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Line 17">
                  <a:extLst>
                    <a:ext uri="{FF2B5EF4-FFF2-40B4-BE49-F238E27FC236}">
                      <a16:creationId xmlns:a16="http://schemas.microsoft.com/office/drawing/2014/main" xmlns="" id="{CEDEB542-2DA2-DF2E-1764-B88423D937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3" name="Oval 18">
              <a:extLst>
                <a:ext uri="{FF2B5EF4-FFF2-40B4-BE49-F238E27FC236}">
                  <a16:creationId xmlns:a16="http://schemas.microsoft.com/office/drawing/2014/main" xmlns="" id="{953A756C-3A3E-1EBE-F429-F400D63D0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5600" y="4933950"/>
              <a:ext cx="1198563" cy="369888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4" name="Line 19">
              <a:extLst>
                <a:ext uri="{FF2B5EF4-FFF2-40B4-BE49-F238E27FC236}">
                  <a16:creationId xmlns:a16="http://schemas.microsoft.com/office/drawing/2014/main" xmlns="" id="{C73C0E6C-9985-3843-79EE-D9D0734C42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45125" y="4913313"/>
              <a:ext cx="0" cy="228600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xmlns="" id="{A4B80FB0-A3A8-8FDD-7973-5E4E95771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5125" y="4875213"/>
              <a:ext cx="1198563" cy="263525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6" name="Oval 21">
              <a:extLst>
                <a:ext uri="{FF2B5EF4-FFF2-40B4-BE49-F238E27FC236}">
                  <a16:creationId xmlns:a16="http://schemas.microsoft.com/office/drawing/2014/main" xmlns="" id="{70AB7F30-0251-2BF1-0161-70C4750D3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0" y="4646613"/>
              <a:ext cx="1198563" cy="430212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aphicFrame>
          <p:nvGraphicFramePr>
            <p:cNvPr id="27" name="Object 23">
              <a:extLst>
                <a:ext uri="{FF2B5EF4-FFF2-40B4-BE49-F238E27FC236}">
                  <a16:creationId xmlns:a16="http://schemas.microsoft.com/office/drawing/2014/main" xmlns="" id="{456AE715-E47A-9C05-3B99-ABF5147B40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8651038"/>
                </p:ext>
              </p:extLst>
            </p:nvPr>
          </p:nvGraphicFramePr>
          <p:xfrm>
            <a:off x="984250" y="4146550"/>
            <a:ext cx="646113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59407" name="Object 23">
                          <a:extLst>
                            <a:ext uri="{FF2B5EF4-FFF2-40B4-BE49-F238E27FC236}">
                              <a16:creationId xmlns:a16="http://schemas.microsoft.com/office/drawing/2014/main" xmlns="" id="{ECA83DD6-F991-438C-BB1E-5A803249A2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250" y="4146550"/>
                          <a:ext cx="646113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Line 24">
              <a:extLst>
                <a:ext uri="{FF2B5EF4-FFF2-40B4-BE49-F238E27FC236}">
                  <a16:creationId xmlns:a16="http://schemas.microsoft.com/office/drawing/2014/main" xmlns="" id="{8BD4DAB5-096B-FA43-885D-9DD083A65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725" y="4552950"/>
              <a:ext cx="50482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xmlns="" id="{FBC85488-96A7-53F2-31C0-6DEA018DE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4525" y="5538788"/>
              <a:ext cx="195263" cy="4762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xmlns="" id="{244DFBB5-510F-CC75-045F-734B40B2C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3775" y="4972050"/>
              <a:ext cx="1933575" cy="952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xmlns="" id="{FE7805B8-A615-AC71-598F-85EEE8D4B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4550" y="4543425"/>
              <a:ext cx="0" cy="100012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xmlns="" id="{C1EE4BEA-F59D-1124-A687-2F91AA2AC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4075" y="4976813"/>
              <a:ext cx="20002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Rectangle 40">
              <a:extLst>
                <a:ext uri="{FF2B5EF4-FFF2-40B4-BE49-F238E27FC236}">
                  <a16:creationId xmlns:a16="http://schemas.microsoft.com/office/drawing/2014/main" xmlns="" id="{6C94748A-8437-C216-74A5-05ED439EF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843463"/>
              <a:ext cx="147638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4" name="Rectangle 41">
              <a:extLst>
                <a:ext uri="{FF2B5EF4-FFF2-40B4-BE49-F238E27FC236}">
                  <a16:creationId xmlns:a16="http://schemas.microsoft.com/office/drawing/2014/main" xmlns="" id="{629FF726-0028-5D6B-2914-0A842C342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325" y="4843463"/>
              <a:ext cx="147638" cy="200025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" name="Rectangle 42">
              <a:extLst>
                <a:ext uri="{FF2B5EF4-FFF2-40B4-BE49-F238E27FC236}">
                  <a16:creationId xmlns:a16="http://schemas.microsoft.com/office/drawing/2014/main" xmlns="" id="{A34CDFEE-B805-5AF1-0BD7-86062DB3A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888" y="4743450"/>
              <a:ext cx="147637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6" name="Line 44">
              <a:extLst>
                <a:ext uri="{FF2B5EF4-FFF2-40B4-BE49-F238E27FC236}">
                  <a16:creationId xmlns:a16="http://schemas.microsoft.com/office/drawing/2014/main" xmlns="" id="{013442EA-8077-4DF0-388C-DD87357E7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100" y="4848225"/>
              <a:ext cx="242888" cy="476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Line 45">
              <a:extLst>
                <a:ext uri="{FF2B5EF4-FFF2-40B4-BE49-F238E27FC236}">
                  <a16:creationId xmlns:a16="http://schemas.microsoft.com/office/drawing/2014/main" xmlns="" id="{7B859520-5920-1B0C-5158-DCF134B71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0725" y="5124450"/>
              <a:ext cx="0" cy="17621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8" name="Text Box 47">
              <a:extLst>
                <a:ext uri="{FF2B5EF4-FFF2-40B4-BE49-F238E27FC236}">
                  <a16:creationId xmlns:a16="http://schemas.microsoft.com/office/drawing/2014/main" xmlns="" id="{2FE03C6F-EFDB-12F7-229A-8FF6D4057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825" y="4170363"/>
              <a:ext cx="40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9" name="Text Box 48">
              <a:extLst>
                <a:ext uri="{FF2B5EF4-FFF2-40B4-BE49-F238E27FC236}">
                  <a16:creationId xmlns:a16="http://schemas.microsoft.com/office/drawing/2014/main" xmlns="" id="{19506A58-53E9-0079-8763-5E45DEBCA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8050" y="5189538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07F0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0" name="Rectangle 63">
              <a:extLst>
                <a:ext uri="{FF2B5EF4-FFF2-40B4-BE49-F238E27FC236}">
                  <a16:creationId xmlns:a16="http://schemas.microsoft.com/office/drawing/2014/main" xmlns="" id="{D969E3C2-AAA8-91AB-269F-53E03D470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0913" y="4781550"/>
              <a:ext cx="147637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41" name="Group 74">
              <a:extLst>
                <a:ext uri="{FF2B5EF4-FFF2-40B4-BE49-F238E27FC236}">
                  <a16:creationId xmlns:a16="http://schemas.microsoft.com/office/drawing/2014/main" xmlns="" id="{D0D8A9BA-707E-2D2A-0ABC-9B7714F003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1675" y="4705350"/>
              <a:ext cx="498475" cy="119063"/>
              <a:chOff x="2208" y="2184"/>
              <a:chExt cx="176" cy="69"/>
            </a:xfrm>
          </p:grpSpPr>
          <p:grpSp>
            <p:nvGrpSpPr>
              <p:cNvPr id="48" name="Group 75">
                <a:extLst>
                  <a:ext uri="{FF2B5EF4-FFF2-40B4-BE49-F238E27FC236}">
                    <a16:creationId xmlns:a16="http://schemas.microsoft.com/office/drawing/2014/main" xmlns="" id="{4965D3B4-6559-5AF1-6ED5-3CB3E6D0E6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53" name="Line 76">
                  <a:extLst>
                    <a:ext uri="{FF2B5EF4-FFF2-40B4-BE49-F238E27FC236}">
                      <a16:creationId xmlns:a16="http://schemas.microsoft.com/office/drawing/2014/main" xmlns="" id="{1E10BC52-B312-1F6B-A5D5-F7381A15D9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Line 77">
                  <a:extLst>
                    <a:ext uri="{FF2B5EF4-FFF2-40B4-BE49-F238E27FC236}">
                      <a16:creationId xmlns:a16="http://schemas.microsoft.com/office/drawing/2014/main" xmlns="" id="{CEAA7243-5622-15E7-3F8F-4CEFA85517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Line 78">
                  <a:extLst>
                    <a:ext uri="{FF2B5EF4-FFF2-40B4-BE49-F238E27FC236}">
                      <a16:creationId xmlns:a16="http://schemas.microsoft.com/office/drawing/2014/main" xmlns="" id="{72D5CE85-756C-57D2-BA8E-54F75B57F2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9" name="Group 79">
                <a:extLst>
                  <a:ext uri="{FF2B5EF4-FFF2-40B4-BE49-F238E27FC236}">
                    <a16:creationId xmlns:a16="http://schemas.microsoft.com/office/drawing/2014/main" xmlns="" id="{4686C5C8-E034-B134-90F9-16A0744377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50" name="Line 80">
                  <a:extLst>
                    <a:ext uri="{FF2B5EF4-FFF2-40B4-BE49-F238E27FC236}">
                      <a16:creationId xmlns:a16="http://schemas.microsoft.com/office/drawing/2014/main" xmlns="" id="{77E5BAED-0449-5ADA-4D91-69A615CFBF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Line 81">
                  <a:extLst>
                    <a:ext uri="{FF2B5EF4-FFF2-40B4-BE49-F238E27FC236}">
                      <a16:creationId xmlns:a16="http://schemas.microsoft.com/office/drawing/2014/main" xmlns="" id="{7B04D3EC-8C4A-2D22-0BF5-1290A68F0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Line 82">
                  <a:extLst>
                    <a:ext uri="{FF2B5EF4-FFF2-40B4-BE49-F238E27FC236}">
                      <a16:creationId xmlns:a16="http://schemas.microsoft.com/office/drawing/2014/main" xmlns="" id="{89B0BD43-C21A-43C2-25C3-FD277A793F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42" name="Rectangle 84">
              <a:extLst>
                <a:ext uri="{FF2B5EF4-FFF2-40B4-BE49-F238E27FC236}">
                  <a16:creationId xmlns:a16="http://schemas.microsoft.com/office/drawing/2014/main" xmlns="" id="{A1715626-09E2-2893-D16B-886B34299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3225" y="4271963"/>
              <a:ext cx="147638" cy="200025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3" name="Line 85">
              <a:extLst>
                <a:ext uri="{FF2B5EF4-FFF2-40B4-BE49-F238E27FC236}">
                  <a16:creationId xmlns:a16="http://schemas.microsoft.com/office/drawing/2014/main" xmlns="" id="{98E265FF-C70E-A1E1-B9FD-890BE500D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400" y="4378325"/>
              <a:ext cx="242888" cy="476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4" name="Rectangle 86">
              <a:extLst>
                <a:ext uri="{FF2B5EF4-FFF2-40B4-BE49-F238E27FC236}">
                  <a16:creationId xmlns:a16="http://schemas.microsoft.com/office/drawing/2014/main" xmlns="" id="{5BFBA6DC-55E3-F31B-17E1-38AEFFF42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688" y="5302250"/>
              <a:ext cx="147637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5" name="Rectangle 88">
              <a:extLst>
                <a:ext uri="{FF2B5EF4-FFF2-40B4-BE49-F238E27FC236}">
                  <a16:creationId xmlns:a16="http://schemas.microsoft.com/office/drawing/2014/main" xmlns="" id="{F36E32A4-7077-4760-4B06-99137A20D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700" y="4843463"/>
              <a:ext cx="147638" cy="200025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xmlns="" id="{1563D97C-AFDB-E77B-7F9D-A6C8FF6EE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000" y="4843463"/>
              <a:ext cx="147638" cy="200025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7" name="Rectangle 90">
              <a:extLst>
                <a:ext uri="{FF2B5EF4-FFF2-40B4-BE49-F238E27FC236}">
                  <a16:creationId xmlns:a16="http://schemas.microsoft.com/office/drawing/2014/main" xmlns="" id="{FA2A304C-3D3F-0201-184C-DD03A0768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1300" y="4843463"/>
              <a:ext cx="147638" cy="200025"/>
            </a:xfrm>
            <a:prstGeom prst="rect">
              <a:avLst/>
            </a:prstGeom>
            <a:solidFill>
              <a:sysClr val="window" lastClr="FFFFFF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856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D8E6871-50EE-A871-A0A1-22B03AC9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C1BD0958-6587-59D6-F20A-61EABB9BEBF6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266700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Four sources of packet delay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6392C209-C90B-3C24-8BF9-7E381E2CA598}"/>
              </a:ext>
            </a:extLst>
          </p:cNvPr>
          <p:cNvSpPr txBox="1">
            <a:spLocks noChangeArrowheads="1"/>
          </p:cNvSpPr>
          <p:nvPr/>
        </p:nvSpPr>
        <p:spPr>
          <a:xfrm>
            <a:off x="492125" y="1628775"/>
            <a:ext cx="3810000" cy="1339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nodal processing: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check bit errors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determine output link</a:t>
            </a:r>
          </a:p>
        </p:txBody>
      </p:sp>
      <p:sp>
        <p:nvSpPr>
          <p:cNvPr id="4" name="Rectangle 58">
            <a:extLst>
              <a:ext uri="{FF2B5EF4-FFF2-40B4-BE49-F238E27FC236}">
                <a16:creationId xmlns:a16="http://schemas.microsoft.com/office/drawing/2014/main" xmlns="" id="{27A9E571-B526-4845-D11C-E0B940034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1628775"/>
            <a:ext cx="3810000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20000"/>
              </a:spcBef>
              <a:buClr>
                <a:srgbClr val="9F2936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en-US" b="1" kern="120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2. queueing</a:t>
            </a:r>
          </a:p>
          <a:p>
            <a:pPr lvl="1" hangingPunct="1">
              <a:spcBef>
                <a:spcPct val="20000"/>
              </a:spcBef>
              <a:buClr>
                <a:srgbClr val="9F2936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 b="1" kern="120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time waiting at output link for transmission </a:t>
            </a:r>
          </a:p>
          <a:p>
            <a:pPr lvl="1" hangingPunct="1">
              <a:spcBef>
                <a:spcPct val="20000"/>
              </a:spcBef>
              <a:buClr>
                <a:srgbClr val="9F2936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altLang="en-US" sz="2000" b="1" kern="120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depends on congestion level of router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EFFEFCC-DBE2-0738-F2F0-7036F9CFE892}"/>
              </a:ext>
            </a:extLst>
          </p:cNvPr>
          <p:cNvGrpSpPr>
            <a:grpSpLocks/>
          </p:cNvGrpSpPr>
          <p:nvPr/>
        </p:nvGrpSpPr>
        <p:grpSpPr bwMode="auto">
          <a:xfrm>
            <a:off x="631825" y="3965575"/>
            <a:ext cx="6021388" cy="2174875"/>
            <a:chOff x="494" y="2702"/>
            <a:chExt cx="3793" cy="1370"/>
          </a:xfrm>
        </p:grpSpPr>
        <p:graphicFrame>
          <p:nvGraphicFramePr>
            <p:cNvPr id="6" name="Object 6">
              <a:extLst>
                <a:ext uri="{FF2B5EF4-FFF2-40B4-BE49-F238E27FC236}">
                  <a16:creationId xmlns:a16="http://schemas.microsoft.com/office/drawing/2014/main" xmlns="" id="{99FA7C50-53BA-36A9-CC55-47CEEEA632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60424" name="Object 6">
                          <a:extLst>
                            <a:ext uri="{FF2B5EF4-FFF2-40B4-BE49-F238E27FC236}">
                              <a16:creationId xmlns:a16="http://schemas.microsoft.com/office/drawing/2014/main" xmlns="" id="{10624D4A-D1C4-4F98-2327-4A84A3BF27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Oval 7">
              <a:extLst>
                <a:ext uri="{FF2B5EF4-FFF2-40B4-BE49-F238E27FC236}">
                  <a16:creationId xmlns:a16="http://schemas.microsoft.com/office/drawing/2014/main" xmlns="" id="{D1A61FE1-AB1F-765A-77DF-08EDC9A1B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xmlns="" id="{06ACA911-395D-9C53-408B-82F82C620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xmlns="" id="{BA1ED111-7C07-C2DC-6AAB-D7E501A5F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xmlns="" id="{5E0B9C72-153E-0DA5-803F-35F0F9E54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49" name="Group 11">
                <a:extLst>
                  <a:ext uri="{FF2B5EF4-FFF2-40B4-BE49-F238E27FC236}">
                    <a16:creationId xmlns:a16="http://schemas.microsoft.com/office/drawing/2014/main" xmlns="" id="{B2244ECD-949C-CF7F-9A97-F242A9071C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54" name="Line 12">
                  <a:extLst>
                    <a:ext uri="{FF2B5EF4-FFF2-40B4-BE49-F238E27FC236}">
                      <a16:creationId xmlns:a16="http://schemas.microsoft.com/office/drawing/2014/main" xmlns="" id="{DFF210D5-BED3-C271-4097-EE591C9D69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Line 13">
                  <a:extLst>
                    <a:ext uri="{FF2B5EF4-FFF2-40B4-BE49-F238E27FC236}">
                      <a16:creationId xmlns:a16="http://schemas.microsoft.com/office/drawing/2014/main" xmlns="" id="{8FF9E3A7-A5DC-09C8-FE7F-DB57A2A217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Line 14">
                  <a:extLst>
                    <a:ext uri="{FF2B5EF4-FFF2-40B4-BE49-F238E27FC236}">
                      <a16:creationId xmlns:a16="http://schemas.microsoft.com/office/drawing/2014/main" xmlns="" id="{0B52E9DF-4C40-E9EB-6686-12143F93A9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" name="Group 15">
                <a:extLst>
                  <a:ext uri="{FF2B5EF4-FFF2-40B4-BE49-F238E27FC236}">
                    <a16:creationId xmlns:a16="http://schemas.microsoft.com/office/drawing/2014/main" xmlns="" id="{EB001372-C65F-BC0C-63F5-BD473C22FA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51" name="Line 16">
                  <a:extLst>
                    <a:ext uri="{FF2B5EF4-FFF2-40B4-BE49-F238E27FC236}">
                      <a16:creationId xmlns:a16="http://schemas.microsoft.com/office/drawing/2014/main" xmlns="" id="{04EC23B9-4290-DC1E-6C93-CDE9CDBC7A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Line 17">
                  <a:extLst>
                    <a:ext uri="{FF2B5EF4-FFF2-40B4-BE49-F238E27FC236}">
                      <a16:creationId xmlns:a16="http://schemas.microsoft.com/office/drawing/2014/main" xmlns="" id="{6E306F4D-E18E-3937-BA84-3BE15B65E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Line 18">
                  <a:extLst>
                    <a:ext uri="{FF2B5EF4-FFF2-40B4-BE49-F238E27FC236}">
                      <a16:creationId xmlns:a16="http://schemas.microsoft.com/office/drawing/2014/main" xmlns="" id="{DF0177B8-96B6-BC8C-A7E0-2161A4ED51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1" name="Oval 19">
              <a:extLst>
                <a:ext uri="{FF2B5EF4-FFF2-40B4-BE49-F238E27FC236}">
                  <a16:creationId xmlns:a16="http://schemas.microsoft.com/office/drawing/2014/main" xmlns="" id="{AFDD7E12-3B8A-13E6-8BBA-14109FC34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2" name="Line 20">
              <a:extLst>
                <a:ext uri="{FF2B5EF4-FFF2-40B4-BE49-F238E27FC236}">
                  <a16:creationId xmlns:a16="http://schemas.microsoft.com/office/drawing/2014/main" xmlns="" id="{1121A82B-A124-F5DF-09EC-3E9478781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Rectangle 21">
              <a:extLst>
                <a:ext uri="{FF2B5EF4-FFF2-40B4-BE49-F238E27FC236}">
                  <a16:creationId xmlns:a16="http://schemas.microsoft.com/office/drawing/2014/main" xmlns="" id="{C3D95492-CC56-2F67-934A-D57BA867F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22">
              <a:extLst>
                <a:ext uri="{FF2B5EF4-FFF2-40B4-BE49-F238E27FC236}">
                  <a16:creationId xmlns:a16="http://schemas.microsoft.com/office/drawing/2014/main" xmlns="" id="{A8B2E29B-7716-E013-4151-DD8720775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aphicFrame>
          <p:nvGraphicFramePr>
            <p:cNvPr id="15" name="Object 23">
              <a:extLst>
                <a:ext uri="{FF2B5EF4-FFF2-40B4-BE49-F238E27FC236}">
                  <a16:creationId xmlns:a16="http://schemas.microsoft.com/office/drawing/2014/main" xmlns="" id="{9316D05F-2BF6-2594-6919-BA20993D1A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9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60433" name="Object 23">
                          <a:extLst>
                            <a:ext uri="{FF2B5EF4-FFF2-40B4-BE49-F238E27FC236}">
                              <a16:creationId xmlns:a16="http://schemas.microsoft.com/office/drawing/2014/main" xmlns="" id="{697F8B8A-965B-3A11-21BB-2DE16273E2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Line 24">
              <a:extLst>
                <a:ext uri="{FF2B5EF4-FFF2-40B4-BE49-F238E27FC236}">
                  <a16:creationId xmlns:a16="http://schemas.microsoft.com/office/drawing/2014/main" xmlns="" id="{772704E2-8385-E691-86B4-1ED79C684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Line 25">
              <a:extLst>
                <a:ext uri="{FF2B5EF4-FFF2-40B4-BE49-F238E27FC236}">
                  <a16:creationId xmlns:a16="http://schemas.microsoft.com/office/drawing/2014/main" xmlns="" id="{747199E8-8014-9CB2-7AE5-5844A07875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Line 26">
              <a:extLst>
                <a:ext uri="{FF2B5EF4-FFF2-40B4-BE49-F238E27FC236}">
                  <a16:creationId xmlns:a16="http://schemas.microsoft.com/office/drawing/2014/main" xmlns="" id="{E447916F-4D9B-DF21-E347-2B61A2AEC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xmlns="" id="{2D117FB2-BBCF-19F6-F8E2-2D5B5EFF1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Line 28">
              <a:extLst>
                <a:ext uri="{FF2B5EF4-FFF2-40B4-BE49-F238E27FC236}">
                  <a16:creationId xmlns:a16="http://schemas.microsoft.com/office/drawing/2014/main" xmlns="" id="{7EBB61E9-1E69-3205-D8B0-AEF1D8037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xmlns="" id="{520CB261-6D7A-D380-0FA9-3287C7A72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2" name="Rectangle 30">
              <a:extLst>
                <a:ext uri="{FF2B5EF4-FFF2-40B4-BE49-F238E27FC236}">
                  <a16:creationId xmlns:a16="http://schemas.microsoft.com/office/drawing/2014/main" xmlns="" id="{64ECD372-6C90-DD15-CF79-B2334A090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3" name="Rectangle 31">
              <a:extLst>
                <a:ext uri="{FF2B5EF4-FFF2-40B4-BE49-F238E27FC236}">
                  <a16:creationId xmlns:a16="http://schemas.microsoft.com/office/drawing/2014/main" xmlns="" id="{2338D089-2D84-A17F-278C-3C276431C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4" name="Rectangle 32">
              <a:extLst>
                <a:ext uri="{FF2B5EF4-FFF2-40B4-BE49-F238E27FC236}">
                  <a16:creationId xmlns:a16="http://schemas.microsoft.com/office/drawing/2014/main" xmlns="" id="{40D0E99A-AF43-AF7D-E140-17395A6C9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5" name="Line 33">
              <a:extLst>
                <a:ext uri="{FF2B5EF4-FFF2-40B4-BE49-F238E27FC236}">
                  <a16:creationId xmlns:a16="http://schemas.microsoft.com/office/drawing/2014/main" xmlns="" id="{01935805-2360-A222-DDF8-DDDFA3D6C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6" name="Line 34">
              <a:extLst>
                <a:ext uri="{FF2B5EF4-FFF2-40B4-BE49-F238E27FC236}">
                  <a16:creationId xmlns:a16="http://schemas.microsoft.com/office/drawing/2014/main" xmlns="" id="{447550D5-C247-49AB-18CF-98F5E504DE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Line 35">
              <a:extLst>
                <a:ext uri="{FF2B5EF4-FFF2-40B4-BE49-F238E27FC236}">
                  <a16:creationId xmlns:a16="http://schemas.microsoft.com/office/drawing/2014/main" xmlns="" id="{F53D1038-65D0-ECE9-CE42-9B4A1CECD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xmlns="" id="{2D722966-E5B1-E23D-5E71-5601322D9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9" name="Text Box 37">
              <a:extLst>
                <a:ext uri="{FF2B5EF4-FFF2-40B4-BE49-F238E27FC236}">
                  <a16:creationId xmlns:a16="http://schemas.microsoft.com/office/drawing/2014/main" xmlns="" id="{F083706C-7165-EABB-4C4D-3F2F0CBD4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07F0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0" name="Rectangle 38">
              <a:extLst>
                <a:ext uri="{FF2B5EF4-FFF2-40B4-BE49-F238E27FC236}">
                  <a16:creationId xmlns:a16="http://schemas.microsoft.com/office/drawing/2014/main" xmlns="" id="{8EA0A68A-E5C5-C30C-CD44-3651D256A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1" name="Text Box 39">
              <a:extLst>
                <a:ext uri="{FF2B5EF4-FFF2-40B4-BE49-F238E27FC236}">
                  <a16:creationId xmlns:a16="http://schemas.microsoft.com/office/drawing/2014/main" xmlns="" id="{631538B9-9AD2-41F3-E577-CD8A159DA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propagation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2" name="Line 40">
              <a:extLst>
                <a:ext uri="{FF2B5EF4-FFF2-40B4-BE49-F238E27FC236}">
                  <a16:creationId xmlns:a16="http://schemas.microsoft.com/office/drawing/2014/main" xmlns="" id="{991E9309-A3C0-EB03-661D-269A0C9046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3" name="Text Box 41">
              <a:extLst>
                <a:ext uri="{FF2B5EF4-FFF2-40B4-BE49-F238E27FC236}">
                  <a16:creationId xmlns:a16="http://schemas.microsoft.com/office/drawing/2014/main" xmlns="" id="{00DD5530-1AED-A47F-EAFD-48B6194B1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transmission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4" name="Line 42">
              <a:extLst>
                <a:ext uri="{FF2B5EF4-FFF2-40B4-BE49-F238E27FC236}">
                  <a16:creationId xmlns:a16="http://schemas.microsoft.com/office/drawing/2014/main" xmlns="" id="{09C4BE41-23BD-DF16-7D9D-8EBA59A6BD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5" name="Text Box 43">
              <a:extLst>
                <a:ext uri="{FF2B5EF4-FFF2-40B4-BE49-F238E27FC236}">
                  <a16:creationId xmlns:a16="http://schemas.microsoft.com/office/drawing/2014/main" xmlns="" id="{1E39D962-E576-7CE4-B529-553F431E80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nodal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processing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6" name="Line 44">
              <a:extLst>
                <a:ext uri="{FF2B5EF4-FFF2-40B4-BE49-F238E27FC236}">
                  <a16:creationId xmlns:a16="http://schemas.microsoft.com/office/drawing/2014/main" xmlns="" id="{E6A54A5E-28AD-7017-B8A9-B5D4D1942D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Line 45">
              <a:extLst>
                <a:ext uri="{FF2B5EF4-FFF2-40B4-BE49-F238E27FC236}">
                  <a16:creationId xmlns:a16="http://schemas.microsoft.com/office/drawing/2014/main" xmlns="" id="{8DFE16DE-A92B-86BC-30B0-FF81C440DB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8" name="Text Box 46">
              <a:extLst>
                <a:ext uri="{FF2B5EF4-FFF2-40B4-BE49-F238E27FC236}">
                  <a16:creationId xmlns:a16="http://schemas.microsoft.com/office/drawing/2014/main" xmlns="" id="{36D7CD3E-CED2-283A-EE2F-0582527C1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queueing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9" name="Line 47">
              <a:extLst>
                <a:ext uri="{FF2B5EF4-FFF2-40B4-BE49-F238E27FC236}">
                  <a16:creationId xmlns:a16="http://schemas.microsoft.com/office/drawing/2014/main" xmlns="" id="{0F6CE9BE-5EB1-D5CB-BE9D-8DB01A9C60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0" name="Group 48">
              <a:extLst>
                <a:ext uri="{FF2B5EF4-FFF2-40B4-BE49-F238E27FC236}">
                  <a16:creationId xmlns:a16="http://schemas.microsoft.com/office/drawing/2014/main" xmlns="" id="{86718D13-7B36-E410-6BC3-31636BAF7D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41" name="Group 49">
                <a:extLst>
                  <a:ext uri="{FF2B5EF4-FFF2-40B4-BE49-F238E27FC236}">
                    <a16:creationId xmlns:a16="http://schemas.microsoft.com/office/drawing/2014/main" xmlns="" id="{691DDE16-5C2F-498C-4BB0-DADA11DD8E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46" name="Line 50">
                  <a:extLst>
                    <a:ext uri="{FF2B5EF4-FFF2-40B4-BE49-F238E27FC236}">
                      <a16:creationId xmlns:a16="http://schemas.microsoft.com/office/drawing/2014/main" xmlns="" id="{F28114A1-CE14-15C2-3BBD-C02906464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Line 51">
                  <a:extLst>
                    <a:ext uri="{FF2B5EF4-FFF2-40B4-BE49-F238E27FC236}">
                      <a16:creationId xmlns:a16="http://schemas.microsoft.com/office/drawing/2014/main" xmlns="" id="{09B6E078-AE3D-8803-F379-0C58EEF995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Line 52">
                  <a:extLst>
                    <a:ext uri="{FF2B5EF4-FFF2-40B4-BE49-F238E27FC236}">
                      <a16:creationId xmlns:a16="http://schemas.microsoft.com/office/drawing/2014/main" xmlns="" id="{0E65A163-7669-FD22-0607-B058532DBE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roup 53">
                <a:extLst>
                  <a:ext uri="{FF2B5EF4-FFF2-40B4-BE49-F238E27FC236}">
                    <a16:creationId xmlns:a16="http://schemas.microsoft.com/office/drawing/2014/main" xmlns="" id="{FE0C20C9-777F-0022-3DB6-9A77206124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43" name="Line 54">
                  <a:extLst>
                    <a:ext uri="{FF2B5EF4-FFF2-40B4-BE49-F238E27FC236}">
                      <a16:creationId xmlns:a16="http://schemas.microsoft.com/office/drawing/2014/main" xmlns="" id="{35469E91-E075-5538-49D3-940DB0B1AD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Line 55">
                  <a:extLst>
                    <a:ext uri="{FF2B5EF4-FFF2-40B4-BE49-F238E27FC236}">
                      <a16:creationId xmlns:a16="http://schemas.microsoft.com/office/drawing/2014/main" xmlns="" id="{120729CD-596B-F76C-AD53-6AD617A258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Line 56">
                  <a:extLst>
                    <a:ext uri="{FF2B5EF4-FFF2-40B4-BE49-F238E27FC236}">
                      <a16:creationId xmlns:a16="http://schemas.microsoft.com/office/drawing/2014/main" xmlns="" id="{855ADA8E-867C-D7CB-2BBC-C0D96DE1B0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9896212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1F31B51-376E-8DAE-8BFF-019EE5E3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35BE4EAD-32CB-1D5E-5133-889ED770E8A0}"/>
              </a:ext>
            </a:extLst>
          </p:cNvPr>
          <p:cNvSpPr txBox="1">
            <a:spLocks noChangeArrowheads="1"/>
          </p:cNvSpPr>
          <p:nvPr/>
        </p:nvSpPr>
        <p:spPr>
          <a:xfrm>
            <a:off x="476250" y="266700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Delay in packet-switched networks</a:t>
            </a:r>
            <a:endParaRPr kumimoji="0" lang="en-US" altLang="en-US" sz="4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554E644B-40F8-6D94-B20F-A8DB707033D6}"/>
              </a:ext>
            </a:extLst>
          </p:cNvPr>
          <p:cNvSpPr txBox="1">
            <a:spLocks noChangeArrowheads="1"/>
          </p:cNvSpPr>
          <p:nvPr/>
        </p:nvSpPr>
        <p:spPr>
          <a:xfrm>
            <a:off x="523875" y="1371600"/>
            <a:ext cx="3810000" cy="2505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Transmission delay: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R=link bandwidth (bps)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L=packet length (bits)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to send bits into link = L/R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541CE523-D501-5485-716E-7833EB06A6F2}"/>
              </a:ext>
            </a:extLst>
          </p:cNvPr>
          <p:cNvSpPr txBox="1">
            <a:spLocks noChangeArrowheads="1"/>
          </p:cNvSpPr>
          <p:nvPr/>
        </p:nvSpPr>
        <p:spPr>
          <a:xfrm>
            <a:off x="4476750" y="1362075"/>
            <a:ext cx="41529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4. Propagation delay: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 = length of physical link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= propagation speed in medium (~2x10</a:t>
            </a:r>
            <a:r>
              <a:rPr kumimoji="0" lang="en-US" altLang="en-US" sz="2400" b="1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m/sec)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propagation delay = d/s</a:t>
            </a:r>
          </a:p>
        </p:txBody>
      </p:sp>
      <p:sp>
        <p:nvSpPr>
          <p:cNvPr id="5" name="Rectangle 58">
            <a:extLst>
              <a:ext uri="{FF2B5EF4-FFF2-40B4-BE49-F238E27FC236}">
                <a16:creationId xmlns:a16="http://schemas.microsoft.com/office/drawing/2014/main" xmlns="" id="{E5085B61-6655-4555-7375-E36A55F16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3800475"/>
            <a:ext cx="3676650" cy="876300"/>
          </a:xfrm>
          <a:prstGeom prst="rect">
            <a:avLst/>
          </a:prstGeom>
          <a:noFill/>
          <a:ln w="19050">
            <a:solidFill>
              <a:srgbClr val="9F293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F907CC3E-4C79-537F-EDA2-46E7CD6B00EE}"/>
              </a:ext>
            </a:extLst>
          </p:cNvPr>
          <p:cNvGrpSpPr>
            <a:grpSpLocks/>
          </p:cNvGrpSpPr>
          <p:nvPr/>
        </p:nvGrpSpPr>
        <p:grpSpPr bwMode="auto">
          <a:xfrm>
            <a:off x="622300" y="4432300"/>
            <a:ext cx="6021388" cy="2174875"/>
            <a:chOff x="494" y="2702"/>
            <a:chExt cx="3793" cy="1370"/>
          </a:xfrm>
        </p:grpSpPr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xmlns="" id="{12A92056-6204-43D1-AADC-DD261D26F5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4" y="3452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2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61450" name="Object 6">
                          <a:extLst>
                            <a:ext uri="{FF2B5EF4-FFF2-40B4-BE49-F238E27FC236}">
                              <a16:creationId xmlns:a16="http://schemas.microsoft.com/office/drawing/2014/main" xmlns="" id="{62BC3B6D-2DBC-045D-D76E-4DB240020B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4" y="3452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Oval 7">
              <a:extLst>
                <a:ext uri="{FF2B5EF4-FFF2-40B4-BE49-F238E27FC236}">
                  <a16:creationId xmlns:a16="http://schemas.microsoft.com/office/drawing/2014/main" xmlns="" id="{34A78B69-7F25-543B-DF85-A5459F5BF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3300"/>
              <a:ext cx="755" cy="233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0490385C-DCC1-84EC-6D1D-BED693719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3257"/>
              <a:ext cx="755" cy="166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xmlns="" id="{761C9486-F3B4-227F-6A2D-1540B7844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3113"/>
              <a:ext cx="755" cy="271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B38B370A-A881-E65E-113B-1D24718EF6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4" y="3132"/>
              <a:ext cx="314" cy="75"/>
              <a:chOff x="2208" y="2184"/>
              <a:chExt cx="176" cy="69"/>
            </a:xfrm>
          </p:grpSpPr>
          <p:grpSp>
            <p:nvGrpSpPr>
              <p:cNvPr id="50" name="Group 11">
                <a:extLst>
                  <a:ext uri="{FF2B5EF4-FFF2-40B4-BE49-F238E27FC236}">
                    <a16:creationId xmlns:a16="http://schemas.microsoft.com/office/drawing/2014/main" xmlns="" id="{20FB0448-0231-1A6A-7416-2DA76D4585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55" name="Line 12">
                  <a:extLst>
                    <a:ext uri="{FF2B5EF4-FFF2-40B4-BE49-F238E27FC236}">
                      <a16:creationId xmlns:a16="http://schemas.microsoft.com/office/drawing/2014/main" xmlns="" id="{80B0CDB3-DAA0-59F9-BF1F-A7F80196A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Line 13">
                  <a:extLst>
                    <a:ext uri="{FF2B5EF4-FFF2-40B4-BE49-F238E27FC236}">
                      <a16:creationId xmlns:a16="http://schemas.microsoft.com/office/drawing/2014/main" xmlns="" id="{5928AF10-CE84-F303-B41D-24F570FDC8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Line 14">
                  <a:extLst>
                    <a:ext uri="{FF2B5EF4-FFF2-40B4-BE49-F238E27FC236}">
                      <a16:creationId xmlns:a16="http://schemas.microsoft.com/office/drawing/2014/main" xmlns="" id="{5BB4AB86-03BB-7493-4263-A3B9AB40F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15">
                <a:extLst>
                  <a:ext uri="{FF2B5EF4-FFF2-40B4-BE49-F238E27FC236}">
                    <a16:creationId xmlns:a16="http://schemas.microsoft.com/office/drawing/2014/main" xmlns="" id="{635A1110-D589-0EC5-21A0-B6919001C0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52" name="Line 16">
                  <a:extLst>
                    <a:ext uri="{FF2B5EF4-FFF2-40B4-BE49-F238E27FC236}">
                      <a16:creationId xmlns:a16="http://schemas.microsoft.com/office/drawing/2014/main" xmlns="" id="{213EC5BF-F068-47FA-AA90-AF8DD4EF01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Line 17">
                  <a:extLst>
                    <a:ext uri="{FF2B5EF4-FFF2-40B4-BE49-F238E27FC236}">
                      <a16:creationId xmlns:a16="http://schemas.microsoft.com/office/drawing/2014/main" xmlns="" id="{24A7AAAB-221F-1EC6-B435-3D5D1292B2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Line 18">
                  <a:extLst>
                    <a:ext uri="{FF2B5EF4-FFF2-40B4-BE49-F238E27FC236}">
                      <a16:creationId xmlns:a16="http://schemas.microsoft.com/office/drawing/2014/main" xmlns="" id="{A1D50D4D-999F-7F8C-F159-4C42787CF4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2" name="Oval 19">
              <a:extLst>
                <a:ext uri="{FF2B5EF4-FFF2-40B4-BE49-F238E27FC236}">
                  <a16:creationId xmlns:a16="http://schemas.microsoft.com/office/drawing/2014/main" xmlns="" id="{A0283CE6-BF81-C5FB-5DD4-942D7CAA6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3312"/>
              <a:ext cx="755" cy="233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3" name="Line 20">
              <a:extLst>
                <a:ext uri="{FF2B5EF4-FFF2-40B4-BE49-F238E27FC236}">
                  <a16:creationId xmlns:a16="http://schemas.microsoft.com/office/drawing/2014/main" xmlns="" id="{8FBC0000-6C28-3A5C-9B44-FC4223207F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6" y="3299"/>
              <a:ext cx="0" cy="144"/>
            </a:xfrm>
            <a:prstGeom prst="line">
              <a:avLst/>
            </a:prstGeom>
            <a:noFill/>
            <a:ln w="1270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Rectangle 21">
              <a:extLst>
                <a:ext uri="{FF2B5EF4-FFF2-40B4-BE49-F238E27FC236}">
                  <a16:creationId xmlns:a16="http://schemas.microsoft.com/office/drawing/2014/main" xmlns="" id="{B0D11813-C75C-BD43-060B-B185E77E4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3275"/>
              <a:ext cx="755" cy="166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22">
              <a:extLst>
                <a:ext uri="{FF2B5EF4-FFF2-40B4-BE49-F238E27FC236}">
                  <a16:creationId xmlns:a16="http://schemas.microsoft.com/office/drawing/2014/main" xmlns="" id="{AB92C3FF-94E9-A6C8-9F61-7B0FC06CE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131"/>
              <a:ext cx="755" cy="271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aphicFrame>
          <p:nvGraphicFramePr>
            <p:cNvPr id="16" name="Object 23">
              <a:extLst>
                <a:ext uri="{FF2B5EF4-FFF2-40B4-BE49-F238E27FC236}">
                  <a16:creationId xmlns:a16="http://schemas.microsoft.com/office/drawing/2014/main" xmlns="" id="{4AC19485-0AF2-7DF0-A821-D257FABA6D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16" y="281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3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61459" name="Object 23">
                          <a:extLst>
                            <a:ext uri="{FF2B5EF4-FFF2-40B4-BE49-F238E27FC236}">
                              <a16:creationId xmlns:a16="http://schemas.microsoft.com/office/drawing/2014/main" xmlns="" id="{5E0DD19A-67E5-06DF-1BAA-F2738A74D78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2816"/>
                          <a:ext cx="40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24">
              <a:extLst>
                <a:ext uri="{FF2B5EF4-FFF2-40B4-BE49-F238E27FC236}">
                  <a16:creationId xmlns:a16="http://schemas.microsoft.com/office/drawing/2014/main" xmlns="" id="{1827A27C-5868-B8E0-39B1-839F94C13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0" y="3072"/>
              <a:ext cx="318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Line 25">
              <a:extLst>
                <a:ext uri="{FF2B5EF4-FFF2-40B4-BE49-F238E27FC236}">
                  <a16:creationId xmlns:a16="http://schemas.microsoft.com/office/drawing/2014/main" xmlns="" id="{4831A947-7163-AE38-EEA1-DD8A039CF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2" y="3693"/>
              <a:ext cx="123" cy="3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" name="Line 26">
              <a:extLst>
                <a:ext uri="{FF2B5EF4-FFF2-40B4-BE49-F238E27FC236}">
                  <a16:creationId xmlns:a16="http://schemas.microsoft.com/office/drawing/2014/main" xmlns="" id="{2382CC09-202D-90B4-92FD-89FBB2378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2" y="3336"/>
              <a:ext cx="1218" cy="6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xmlns="" id="{9FCDBAC7-D462-56DE-5CCF-CAC9311ED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8" y="3066"/>
              <a:ext cx="0" cy="63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Line 28">
              <a:extLst>
                <a:ext uri="{FF2B5EF4-FFF2-40B4-BE49-F238E27FC236}">
                  <a16:creationId xmlns:a16="http://schemas.microsoft.com/office/drawing/2014/main" xmlns="" id="{B9B63947-91D2-2F05-4724-E80146050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4" y="3339"/>
              <a:ext cx="126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xmlns="" id="{6B6F7982-727E-35C3-4C20-7392364D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210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3" name="Rectangle 30">
              <a:extLst>
                <a:ext uri="{FF2B5EF4-FFF2-40B4-BE49-F238E27FC236}">
                  <a16:creationId xmlns:a16="http://schemas.microsoft.com/office/drawing/2014/main" xmlns="" id="{E68975D8-8261-CDFB-9F7E-9761D4D79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55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4" name="Rectangle 31">
              <a:extLst>
                <a:ext uri="{FF2B5EF4-FFF2-40B4-BE49-F238E27FC236}">
                  <a16:creationId xmlns:a16="http://schemas.microsoft.com/office/drawing/2014/main" xmlns="" id="{728F6A78-0204-CD09-0035-D0F5AB72D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" y="3255"/>
              <a:ext cx="93" cy="126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5" name="Rectangle 32">
              <a:extLst>
                <a:ext uri="{FF2B5EF4-FFF2-40B4-BE49-F238E27FC236}">
                  <a16:creationId xmlns:a16="http://schemas.microsoft.com/office/drawing/2014/main" xmlns="" id="{C66F3C8C-60FA-BB96-DE85-781A3094C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9" y="3192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6" name="Line 33">
              <a:extLst>
                <a:ext uri="{FF2B5EF4-FFF2-40B4-BE49-F238E27FC236}">
                  <a16:creationId xmlns:a16="http://schemas.microsoft.com/office/drawing/2014/main" xmlns="" id="{087EFD55-C449-C752-CFD5-DAF766560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3258"/>
              <a:ext cx="153" cy="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Line 34">
              <a:extLst>
                <a:ext uri="{FF2B5EF4-FFF2-40B4-BE49-F238E27FC236}">
                  <a16:creationId xmlns:a16="http://schemas.microsoft.com/office/drawing/2014/main" xmlns="" id="{1238A87B-867F-4DFB-91FD-E7A0B2345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0" y="3432"/>
              <a:ext cx="0" cy="11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8" name="Line 35">
              <a:extLst>
                <a:ext uri="{FF2B5EF4-FFF2-40B4-BE49-F238E27FC236}">
                  <a16:creationId xmlns:a16="http://schemas.microsoft.com/office/drawing/2014/main" xmlns="" id="{A085A16B-F8FE-5952-3EEA-7BA48DB4C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7" y="3084"/>
              <a:ext cx="231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xmlns="" id="{FBA5DF58-B6B5-3C05-7BD5-2188CD2AF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" y="2831"/>
              <a:ext cx="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0" name="Text Box 37">
              <a:extLst>
                <a:ext uri="{FF2B5EF4-FFF2-40B4-BE49-F238E27FC236}">
                  <a16:creationId xmlns:a16="http://schemas.microsoft.com/office/drawing/2014/main" xmlns="" id="{8EE19139-4AFB-DF44-8C83-25A26F8A4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" y="3473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07F0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1" name="Rectangle 38">
              <a:extLst>
                <a:ext uri="{FF2B5EF4-FFF2-40B4-BE49-F238E27FC236}">
                  <a16:creationId xmlns:a16="http://schemas.microsoft.com/office/drawing/2014/main" xmlns="" id="{26A0FF4E-A984-E9C2-9008-EFB9CF27E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5" y="3216"/>
              <a:ext cx="93" cy="126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2" name="Text Box 39">
              <a:extLst>
                <a:ext uri="{FF2B5EF4-FFF2-40B4-BE49-F238E27FC236}">
                  <a16:creationId xmlns:a16="http://schemas.microsoft.com/office/drawing/2014/main" xmlns="" id="{79738C48-0B5C-FC3B-0D5A-A21B3A008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2966"/>
              <a:ext cx="8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propagation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3" name="Line 40">
              <a:extLst>
                <a:ext uri="{FF2B5EF4-FFF2-40B4-BE49-F238E27FC236}">
                  <a16:creationId xmlns:a16="http://schemas.microsoft.com/office/drawing/2014/main" xmlns="" id="{95255E71-F7D2-F801-3AFA-DE0573B199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385" y="3084"/>
              <a:ext cx="201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Text Box 41">
              <a:extLst>
                <a:ext uri="{FF2B5EF4-FFF2-40B4-BE49-F238E27FC236}">
                  <a16:creationId xmlns:a16="http://schemas.microsoft.com/office/drawing/2014/main" xmlns="" id="{BC78836F-FF05-97D4-C4FA-089E760F3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6" y="2702"/>
              <a:ext cx="95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transmission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" name="Line 42">
              <a:extLst>
                <a:ext uri="{FF2B5EF4-FFF2-40B4-BE49-F238E27FC236}">
                  <a16:creationId xmlns:a16="http://schemas.microsoft.com/office/drawing/2014/main" xmlns="" id="{D468B6B1-FA4A-3315-347B-178974ED3B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022" y="2874"/>
              <a:ext cx="333" cy="336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" name="Text Box 43">
              <a:extLst>
                <a:ext uri="{FF2B5EF4-FFF2-40B4-BE49-F238E27FC236}">
                  <a16:creationId xmlns:a16="http://schemas.microsoft.com/office/drawing/2014/main" xmlns="" id="{D601E730-9C20-2BC0-468C-4EC8F4232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" y="3668"/>
              <a:ext cx="82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nodal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processing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7" name="Line 44">
              <a:extLst>
                <a:ext uri="{FF2B5EF4-FFF2-40B4-BE49-F238E27FC236}">
                  <a16:creationId xmlns:a16="http://schemas.microsoft.com/office/drawing/2014/main" xmlns="" id="{CB699CEA-B5FC-43F2-B05E-600118AF11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87" y="3696"/>
              <a:ext cx="525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8" name="Line 45">
              <a:extLst>
                <a:ext uri="{FF2B5EF4-FFF2-40B4-BE49-F238E27FC236}">
                  <a16:creationId xmlns:a16="http://schemas.microsoft.com/office/drawing/2014/main" xmlns="" id="{54827232-12B0-0AB2-797B-E572C730FE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2097" y="3546"/>
              <a:ext cx="243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9" name="Text Box 46">
              <a:extLst>
                <a:ext uri="{FF2B5EF4-FFF2-40B4-BE49-F238E27FC236}">
                  <a16:creationId xmlns:a16="http://schemas.microsoft.com/office/drawing/2014/main" xmlns="" id="{8A14CDE5-F20C-3769-76AD-D93EAAB40E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4" y="3830"/>
              <a:ext cx="6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queueing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40" name="Line 47">
              <a:extLst>
                <a:ext uri="{FF2B5EF4-FFF2-40B4-BE49-F238E27FC236}">
                  <a16:creationId xmlns:a16="http://schemas.microsoft.com/office/drawing/2014/main" xmlns="" id="{8F2B3C73-2D5A-8C71-8689-954C419F65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199" y="3546"/>
              <a:ext cx="375" cy="34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41" name="Group 48">
              <a:extLst>
                <a:ext uri="{FF2B5EF4-FFF2-40B4-BE49-F238E27FC236}">
                  <a16:creationId xmlns:a16="http://schemas.microsoft.com/office/drawing/2014/main" xmlns="" id="{7CCB7415-9E90-D746-CAA7-D4B229686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8" y="3168"/>
              <a:ext cx="314" cy="75"/>
              <a:chOff x="2208" y="2184"/>
              <a:chExt cx="176" cy="69"/>
            </a:xfrm>
          </p:grpSpPr>
          <p:grpSp>
            <p:nvGrpSpPr>
              <p:cNvPr id="42" name="Group 49">
                <a:extLst>
                  <a:ext uri="{FF2B5EF4-FFF2-40B4-BE49-F238E27FC236}">
                    <a16:creationId xmlns:a16="http://schemas.microsoft.com/office/drawing/2014/main" xmlns="" id="{A0C52B80-75E7-A9A9-C969-67680A9D35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47" name="Line 50">
                  <a:extLst>
                    <a:ext uri="{FF2B5EF4-FFF2-40B4-BE49-F238E27FC236}">
                      <a16:creationId xmlns:a16="http://schemas.microsoft.com/office/drawing/2014/main" xmlns="" id="{724CB422-00F2-D253-C2E1-80F2D6D04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Line 51">
                  <a:extLst>
                    <a:ext uri="{FF2B5EF4-FFF2-40B4-BE49-F238E27FC236}">
                      <a16:creationId xmlns:a16="http://schemas.microsoft.com/office/drawing/2014/main" xmlns="" id="{4C1E199F-A760-A5BD-EFEC-70D8D18736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Line 52">
                  <a:extLst>
                    <a:ext uri="{FF2B5EF4-FFF2-40B4-BE49-F238E27FC236}">
                      <a16:creationId xmlns:a16="http://schemas.microsoft.com/office/drawing/2014/main" xmlns="" id="{97ACCB4E-69E2-4037-4780-C265D9BEF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" name="Group 53">
                <a:extLst>
                  <a:ext uri="{FF2B5EF4-FFF2-40B4-BE49-F238E27FC236}">
                    <a16:creationId xmlns:a16="http://schemas.microsoft.com/office/drawing/2014/main" xmlns="" id="{0AE02BD6-A441-0090-C98D-11C045D8D5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44" name="Line 54">
                  <a:extLst>
                    <a:ext uri="{FF2B5EF4-FFF2-40B4-BE49-F238E27FC236}">
                      <a16:creationId xmlns:a16="http://schemas.microsoft.com/office/drawing/2014/main" xmlns="" id="{BB66B93D-4919-317E-BEDA-791A1DE21D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Line 55">
                  <a:extLst>
                    <a:ext uri="{FF2B5EF4-FFF2-40B4-BE49-F238E27FC236}">
                      <a16:creationId xmlns:a16="http://schemas.microsoft.com/office/drawing/2014/main" xmlns="" id="{C2751142-29EB-00EF-5E19-BE0439DEE5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Line 56">
                  <a:extLst>
                    <a:ext uri="{FF2B5EF4-FFF2-40B4-BE49-F238E27FC236}">
                      <a16:creationId xmlns:a16="http://schemas.microsoft.com/office/drawing/2014/main" xmlns="" id="{574F805F-971F-EDA0-EC39-1FECFA121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71D097CC-FD3E-3E4E-C00B-354B9ED67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3790950"/>
            <a:ext cx="38004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20000"/>
              </a:spcBef>
              <a:buClr>
                <a:srgbClr val="9F2936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en-US" b="1" kern="12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Note: </a:t>
            </a:r>
            <a:r>
              <a:rPr lang="en-US" altLang="en-US" b="1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s and R are </a:t>
            </a:r>
            <a:r>
              <a:rPr lang="en-US" altLang="en-US" b="1" i="1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very </a:t>
            </a:r>
            <a:r>
              <a:rPr lang="en-US" altLang="en-US" b="1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different quantities!</a:t>
            </a:r>
          </a:p>
        </p:txBody>
      </p:sp>
    </p:spTree>
    <p:extLst>
      <p:ext uri="{BB962C8B-B14F-4D97-AF65-F5344CB8AC3E}">
        <p14:creationId xmlns:p14="http://schemas.microsoft.com/office/powerpoint/2010/main" val="4213771178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619429-B4AA-8417-7C9D-6289630F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7549DCE8-8192-4A0A-733E-06AFDE879B6D}"/>
              </a:ext>
            </a:extLst>
          </p:cNvPr>
          <p:cNvSpPr txBox="1">
            <a:spLocks noChangeArrowheads="1"/>
          </p:cNvSpPr>
          <p:nvPr/>
        </p:nvSpPr>
        <p:spPr>
          <a:xfrm>
            <a:off x="192088" y="405606"/>
            <a:ext cx="7772400" cy="764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Caravan analogy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E2801357-37CF-C47B-F712-E463CAFC1273}"/>
              </a:ext>
            </a:extLst>
          </p:cNvPr>
          <p:cNvSpPr txBox="1"/>
          <p:nvPr/>
        </p:nvSpPr>
        <p:spPr>
          <a:xfrm>
            <a:off x="395748" y="1451558"/>
            <a:ext cx="8374626" cy="48363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 between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transmission delay</a:t>
            </a:r>
            <a:r>
              <a:rPr lang="en-US" sz="24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propagation delay</a:t>
            </a:r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transmission delay</a:t>
            </a:r>
            <a:r>
              <a:rPr lang="en-US" sz="2000" dirty="0"/>
              <a:t> is the amount of time required for the router to push out the packet; it is a function of the packet’s length and the transmission rate of the link, but has nothing to do with the distance between the two </a:t>
            </a:r>
            <a:r>
              <a:rPr lang="en-IN" sz="2000" dirty="0"/>
              <a:t>routers.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propagation delay</a:t>
            </a:r>
            <a:r>
              <a:rPr lang="en-US" sz="2000" dirty="0"/>
              <a:t>, on the other hand, is the time it takes a bit to propagate from one router to the next; it is a function of the distance between the two routers, but has nothing to do with the packet’s length or the transmission rate of the link.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1720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C889480-1E30-6A65-7906-B6D3223E8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BB2E5195-CF03-A16C-EAE3-29B3B213372B}"/>
              </a:ext>
            </a:extLst>
          </p:cNvPr>
          <p:cNvSpPr txBox="1">
            <a:spLocks noChangeArrowheads="1"/>
          </p:cNvSpPr>
          <p:nvPr/>
        </p:nvSpPr>
        <p:spPr>
          <a:xfrm>
            <a:off x="192088" y="405606"/>
            <a:ext cx="7772400" cy="764861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Caravan analogy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0400BE99-7C49-430B-6972-A4F9E459058A}"/>
              </a:ext>
            </a:extLst>
          </p:cNvPr>
          <p:cNvSpPr txBox="1">
            <a:spLocks noChangeArrowheads="1"/>
          </p:cNvSpPr>
          <p:nvPr/>
        </p:nvSpPr>
        <p:spPr>
          <a:xfrm>
            <a:off x="279400" y="3174370"/>
            <a:ext cx="4216400" cy="33178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cars “propagate” at </a:t>
            </a:r>
            <a:b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 km/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toll booth takes 12 sec to service car (transmission time)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car~bit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caravan ~ packet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 How long until caravan is lined up before 2nd toll booth?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7669642-EBD0-D045-45D2-679B59C79708}"/>
              </a:ext>
            </a:extLst>
          </p:cNvPr>
          <p:cNvSpPr txBox="1">
            <a:spLocks noChangeArrowheads="1"/>
          </p:cNvSpPr>
          <p:nvPr/>
        </p:nvSpPr>
        <p:spPr>
          <a:xfrm>
            <a:off x="4740275" y="3126745"/>
            <a:ext cx="4162425" cy="3365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to “push” entire caravan through toll booth onto highway = 12*10 = 120 sec </a:t>
            </a:r>
            <a:r>
              <a:rPr lang="en-US" sz="1500" dirty="0"/>
              <a:t>(10 cars)/(5 cars/minute) = 2 minutes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for last car to propagate from 1st to 2nd toll both: 100km/(100km/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)= 1 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A: 62 minutes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2">
            <a:extLst>
              <a:ext uri="{FF2B5EF4-FFF2-40B4-BE49-F238E27FC236}">
                <a16:creationId xmlns:a16="http://schemas.microsoft.com/office/drawing/2014/main" xmlns="" id="{6093CA0D-512C-8D63-4258-DC139DD366A9}"/>
              </a:ext>
            </a:extLst>
          </p:cNvPr>
          <p:cNvGrpSpPr>
            <a:grpSpLocks/>
          </p:cNvGrpSpPr>
          <p:nvPr/>
        </p:nvGrpSpPr>
        <p:grpSpPr bwMode="auto">
          <a:xfrm>
            <a:off x="718344" y="1370492"/>
            <a:ext cx="8043862" cy="1481137"/>
            <a:chOff x="165" y="725"/>
            <a:chExt cx="5067" cy="933"/>
          </a:xfrm>
        </p:grpSpPr>
        <p:grpSp>
          <p:nvGrpSpPr>
            <p:cNvPr id="6" name="Group 43">
              <a:extLst>
                <a:ext uri="{FF2B5EF4-FFF2-40B4-BE49-F238E27FC236}">
                  <a16:creationId xmlns:a16="http://schemas.microsoft.com/office/drawing/2014/main" xmlns="" id="{CA3F7FDD-7783-911A-7B1D-17D239B818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0" y="781"/>
              <a:ext cx="546" cy="877"/>
              <a:chOff x="1342" y="938"/>
              <a:chExt cx="546" cy="877"/>
            </a:xfrm>
          </p:grpSpPr>
          <p:sp>
            <p:nvSpPr>
              <p:cNvPr id="30" name="Rectangle 44">
                <a:extLst>
                  <a:ext uri="{FF2B5EF4-FFF2-40B4-BE49-F238E27FC236}">
                    <a16:creationId xmlns:a16="http://schemas.microsoft.com/office/drawing/2014/main" xmlns="" id="{9B198D9E-E846-998A-24F7-ECF42B6B2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1" name="Text Box 45">
                <a:extLst>
                  <a:ext uri="{FF2B5EF4-FFF2-40B4-BE49-F238E27FC236}">
                    <a16:creationId xmlns:a16="http://schemas.microsoft.com/office/drawing/2014/main" xmlns="" id="{725B6251-931F-0619-2D2E-9FEC4E2E1C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2" y="1373"/>
                <a:ext cx="54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toll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booth</a:t>
                </a:r>
              </a:p>
            </p:txBody>
          </p:sp>
        </p:grpSp>
        <p:grpSp>
          <p:nvGrpSpPr>
            <p:cNvPr id="7" name="Group 46">
              <a:extLst>
                <a:ext uri="{FF2B5EF4-FFF2-40B4-BE49-F238E27FC236}">
                  <a16:creationId xmlns:a16="http://schemas.microsoft.com/office/drawing/2014/main" xmlns="" id="{1ED7E415-C08D-9BDE-122A-1C12D5BE12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3" y="781"/>
              <a:ext cx="546" cy="877"/>
              <a:chOff x="1342" y="938"/>
              <a:chExt cx="546" cy="877"/>
            </a:xfrm>
          </p:grpSpPr>
          <p:sp>
            <p:nvSpPr>
              <p:cNvPr id="28" name="Rectangle 47">
                <a:extLst>
                  <a:ext uri="{FF2B5EF4-FFF2-40B4-BE49-F238E27FC236}">
                    <a16:creationId xmlns:a16="http://schemas.microsoft.com/office/drawing/2014/main" xmlns="" id="{EAB79AE1-B6A5-8090-FCA5-7730F62BB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Text Box 48">
                <a:extLst>
                  <a:ext uri="{FF2B5EF4-FFF2-40B4-BE49-F238E27FC236}">
                    <a16:creationId xmlns:a16="http://schemas.microsoft.com/office/drawing/2014/main" xmlns="" id="{52502AE0-7941-E4F1-BCC9-B06FDE495E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2" y="1373"/>
                <a:ext cx="54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toll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booth</a:t>
                </a:r>
              </a:p>
            </p:txBody>
          </p:sp>
        </p:grpSp>
        <p:sp>
          <p:nvSpPr>
            <p:cNvPr id="8" name="AutoShape 49">
              <a:extLst>
                <a:ext uri="{FF2B5EF4-FFF2-40B4-BE49-F238E27FC236}">
                  <a16:creationId xmlns:a16="http://schemas.microsoft.com/office/drawing/2014/main" xmlns="" id="{6C1C2AA7-4268-BB9A-7408-49FE0247DE45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9" name="Text Box 50">
              <a:extLst>
                <a:ext uri="{FF2B5EF4-FFF2-40B4-BE49-F238E27FC236}">
                  <a16:creationId xmlns:a16="http://schemas.microsoft.com/office/drawing/2014/main" xmlns="" id="{2F340435-FAC4-2C6E-0892-4F2D3D880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1139"/>
              <a:ext cx="78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ten-car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caravan</a:t>
              </a: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0" name="Line 51">
              <a:extLst>
                <a:ext uri="{FF2B5EF4-FFF2-40B4-BE49-F238E27FC236}">
                  <a16:creationId xmlns:a16="http://schemas.microsoft.com/office/drawing/2014/main" xmlns="" id="{A52C99D4-59C4-FA38-E680-CB826DEBE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Text Box 52">
              <a:extLst>
                <a:ext uri="{FF2B5EF4-FFF2-40B4-BE49-F238E27FC236}">
                  <a16:creationId xmlns:a16="http://schemas.microsoft.com/office/drawing/2014/main" xmlns="" id="{51007FFF-A141-3248-203A-066A95361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100 km</a:t>
              </a:r>
            </a:p>
          </p:txBody>
        </p:sp>
        <p:sp>
          <p:nvSpPr>
            <p:cNvPr id="12" name="Line 53">
              <a:extLst>
                <a:ext uri="{FF2B5EF4-FFF2-40B4-BE49-F238E27FC236}">
                  <a16:creationId xmlns:a16="http://schemas.microsoft.com/office/drawing/2014/main" xmlns="" id="{7147BB28-B685-84C6-E652-4F131A5B0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 Box 54">
              <a:extLst>
                <a:ext uri="{FF2B5EF4-FFF2-40B4-BE49-F238E27FC236}">
                  <a16:creationId xmlns:a16="http://schemas.microsoft.com/office/drawing/2014/main" xmlns="" id="{E9BAE717-E989-36C3-FDC1-EA608CC83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100 km</a:t>
              </a:r>
            </a:p>
          </p:txBody>
        </p:sp>
        <p:sp>
          <p:nvSpPr>
            <p:cNvPr id="14" name="Line 55">
              <a:extLst>
                <a:ext uri="{FF2B5EF4-FFF2-40B4-BE49-F238E27FC236}">
                  <a16:creationId xmlns:a16="http://schemas.microsoft.com/office/drawing/2014/main" xmlns="" id="{4B2D5F0F-67E8-70FB-0B02-48F5DD1E9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Oval 56">
              <a:extLst>
                <a:ext uri="{FF2B5EF4-FFF2-40B4-BE49-F238E27FC236}">
                  <a16:creationId xmlns:a16="http://schemas.microsoft.com/office/drawing/2014/main" xmlns="" id="{784273B7-5DA8-DBA4-8F94-A7E3F22C5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57">
              <a:extLst>
                <a:ext uri="{FF2B5EF4-FFF2-40B4-BE49-F238E27FC236}">
                  <a16:creationId xmlns:a16="http://schemas.microsoft.com/office/drawing/2014/main" xmlns="" id="{98C4E473-206F-1CA8-CE40-AEBD809BF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58">
              <a:extLst>
                <a:ext uri="{FF2B5EF4-FFF2-40B4-BE49-F238E27FC236}">
                  <a16:creationId xmlns:a16="http://schemas.microsoft.com/office/drawing/2014/main" xmlns="" id="{658B1DC4-B824-4553-F864-4D7FFEEDA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pic>
          <p:nvPicPr>
            <p:cNvPr id="18" name="Picture 59" descr="MCj03985170000[1]">
              <a:extLst>
                <a:ext uri="{FF2B5EF4-FFF2-40B4-BE49-F238E27FC236}">
                  <a16:creationId xmlns:a16="http://schemas.microsoft.com/office/drawing/2014/main" xmlns="" id="{E9F49E76-0EB4-34B1-D841-8E2696BBA3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60" descr="MCj03985170000[1]">
              <a:extLst>
                <a:ext uri="{FF2B5EF4-FFF2-40B4-BE49-F238E27FC236}">
                  <a16:creationId xmlns:a16="http://schemas.microsoft.com/office/drawing/2014/main" xmlns="" id="{174978E9-99A5-A913-FB1E-D68E32FA20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" name="Group 61">
              <a:extLst>
                <a:ext uri="{FF2B5EF4-FFF2-40B4-BE49-F238E27FC236}">
                  <a16:creationId xmlns:a16="http://schemas.microsoft.com/office/drawing/2014/main" xmlns="" id="{B2C7442F-B9A1-4334-FAE5-12944F1672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26" name="Picture 62">
                <a:extLst>
                  <a:ext uri="{FF2B5EF4-FFF2-40B4-BE49-F238E27FC236}">
                    <a16:creationId xmlns:a16="http://schemas.microsoft.com/office/drawing/2014/main" xmlns="" id="{3474024E-D4CC-3E49-4B58-D66901EEC8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Rectangle 63">
                <a:extLst>
                  <a:ext uri="{FF2B5EF4-FFF2-40B4-BE49-F238E27FC236}">
                    <a16:creationId xmlns:a16="http://schemas.microsoft.com/office/drawing/2014/main" xmlns="" id="{ADBCADAE-3141-8EC4-7223-BA20F9B2F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21" name="Picture 64" descr="MCj03985170000[1]">
              <a:extLst>
                <a:ext uri="{FF2B5EF4-FFF2-40B4-BE49-F238E27FC236}">
                  <a16:creationId xmlns:a16="http://schemas.microsoft.com/office/drawing/2014/main" xmlns="" id="{326B49B7-620F-B245-03D9-0BE27EC30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65">
              <a:extLst>
                <a:ext uri="{FF2B5EF4-FFF2-40B4-BE49-F238E27FC236}">
                  <a16:creationId xmlns:a16="http://schemas.microsoft.com/office/drawing/2014/main" xmlns="" id="{670ADC40-C9C0-5C83-9AD7-CD3D457DEF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24" name="Picture 66">
                <a:extLst>
                  <a:ext uri="{FF2B5EF4-FFF2-40B4-BE49-F238E27FC236}">
                    <a16:creationId xmlns:a16="http://schemas.microsoft.com/office/drawing/2014/main" xmlns="" id="{F0DB63E5-1B8A-C8ED-3762-B03F290E71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Rectangle 67">
                <a:extLst>
                  <a:ext uri="{FF2B5EF4-FFF2-40B4-BE49-F238E27FC236}">
                    <a16:creationId xmlns:a16="http://schemas.microsoft.com/office/drawing/2014/main" xmlns="" id="{AF16A0B3-24CA-6B3E-20E1-A117E9B001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" name="Line 68">
              <a:extLst>
                <a:ext uri="{FF2B5EF4-FFF2-40B4-BE49-F238E27FC236}">
                  <a16:creationId xmlns:a16="http://schemas.microsoft.com/office/drawing/2014/main" xmlns="" id="{52DA8A6A-12C9-45FD-2451-7A1CA022B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40612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596D3B-FC2D-7EDE-69BC-291FA0EEF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B1054FC0-2637-9552-1331-856D7F00EA7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90524"/>
            <a:ext cx="7772400" cy="84454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Caravan analogy (more)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1381420F-C27A-6B7A-293E-AE3BE1099B9A}"/>
              </a:ext>
            </a:extLst>
          </p:cNvPr>
          <p:cNvSpPr txBox="1">
            <a:spLocks noChangeArrowheads="1"/>
          </p:cNvSpPr>
          <p:nvPr/>
        </p:nvSpPr>
        <p:spPr>
          <a:xfrm>
            <a:off x="497486" y="3288506"/>
            <a:ext cx="3941762" cy="331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Cars now “propagate” at </a:t>
            </a:r>
            <a:b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1000 km/</a:t>
            </a:r>
            <a:r>
              <a:rPr kumimoji="0" lang="en-US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Toll booth now takes 1 min to service a car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F293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Q: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Will cars arrive to 2nd booth before all cars serviced at 1st booth?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F293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9F293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7A28B30E-CA8A-8D8B-EFD0-192A01223477}"/>
              </a:ext>
            </a:extLst>
          </p:cNvPr>
          <p:cNvSpPr txBox="1">
            <a:spLocks noChangeArrowheads="1"/>
          </p:cNvSpPr>
          <p:nvPr/>
        </p:nvSpPr>
        <p:spPr>
          <a:xfrm>
            <a:off x="4591648" y="2990056"/>
            <a:ext cx="4368800" cy="33655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Yes!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After 7 min, 1st car at 2nd booth and 3 cars still at 1st booth.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1st bit of packet can arrive at 2nd router before packet is fully transmitted at 1st router!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F293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See Ethernet applet at AWL Web site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xmlns="" id="{B2F675C5-F323-186A-158D-FDB5E421C822}"/>
              </a:ext>
            </a:extLst>
          </p:cNvPr>
          <p:cNvGrpSpPr>
            <a:grpSpLocks/>
          </p:cNvGrpSpPr>
          <p:nvPr/>
        </p:nvGrpSpPr>
        <p:grpSpPr bwMode="auto">
          <a:xfrm>
            <a:off x="417317" y="1325959"/>
            <a:ext cx="8043862" cy="1481137"/>
            <a:chOff x="165" y="725"/>
            <a:chExt cx="5067" cy="93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631B8F27-E90F-5144-09FF-1E07DEB3E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0" y="781"/>
              <a:ext cx="546" cy="877"/>
              <a:chOff x="1342" y="938"/>
              <a:chExt cx="546" cy="877"/>
            </a:xfrm>
          </p:grpSpPr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xmlns="" id="{35156A40-93DE-62C9-2A5C-7C2D26058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1" name="Text Box 7">
                <a:extLst>
                  <a:ext uri="{FF2B5EF4-FFF2-40B4-BE49-F238E27FC236}">
                    <a16:creationId xmlns:a16="http://schemas.microsoft.com/office/drawing/2014/main" xmlns="" id="{A9867429-63C5-A046-3448-CC17387258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2" y="1373"/>
                <a:ext cx="54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toll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booth</a:t>
                </a:r>
              </a:p>
            </p:txBody>
          </p:sp>
        </p:grpSp>
        <p:grpSp>
          <p:nvGrpSpPr>
            <p:cNvPr id="7" name="Group 8">
              <a:extLst>
                <a:ext uri="{FF2B5EF4-FFF2-40B4-BE49-F238E27FC236}">
                  <a16:creationId xmlns:a16="http://schemas.microsoft.com/office/drawing/2014/main" xmlns="" id="{4D862AB0-BDB8-0378-1988-AB447CC63A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3" y="781"/>
              <a:ext cx="546" cy="877"/>
              <a:chOff x="1342" y="938"/>
              <a:chExt cx="546" cy="877"/>
            </a:xfrm>
          </p:grpSpPr>
          <p:sp>
            <p:nvSpPr>
              <p:cNvPr id="28" name="Rectangle 9">
                <a:extLst>
                  <a:ext uri="{FF2B5EF4-FFF2-40B4-BE49-F238E27FC236}">
                    <a16:creationId xmlns:a16="http://schemas.microsoft.com/office/drawing/2014/main" xmlns="" id="{76F62704-520A-8A2B-4CA0-D3C873DA2E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" y="938"/>
                <a:ext cx="47" cy="423"/>
              </a:xfrm>
              <a:prstGeom prst="rect">
                <a:avLst/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9" name="Text Box 10">
                <a:extLst>
                  <a:ext uri="{FF2B5EF4-FFF2-40B4-BE49-F238E27FC236}">
                    <a16:creationId xmlns:a16="http://schemas.microsoft.com/office/drawing/2014/main" xmlns="" id="{D05EBE6D-EEC5-6A10-F3DB-73D943F2E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2" y="1373"/>
                <a:ext cx="546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toll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booth</a:t>
                </a:r>
              </a:p>
            </p:txBody>
          </p:sp>
        </p:grpSp>
        <p:sp>
          <p:nvSpPr>
            <p:cNvPr id="8" name="AutoShape 29">
              <a:extLst>
                <a:ext uri="{FF2B5EF4-FFF2-40B4-BE49-F238E27FC236}">
                  <a16:creationId xmlns:a16="http://schemas.microsoft.com/office/drawing/2014/main" xmlns="" id="{AC975E0B-DFA2-A969-ADAC-C6CDDF98D8C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012" y="307"/>
              <a:ext cx="50" cy="1743"/>
            </a:xfrm>
            <a:prstGeom prst="leftBrace">
              <a:avLst>
                <a:gd name="adj1" fmla="val 290500"/>
                <a:gd name="adj2" fmla="val 50000"/>
              </a:avLst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xmlns="" id="{D8D55FE9-9F00-3612-B104-FD2336999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" y="1139"/>
              <a:ext cx="71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ten-car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caravan</a:t>
              </a: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xmlns="" id="{F2A9E71A-0459-0AFA-7E77-299CEFFED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0" y="976"/>
              <a:ext cx="415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Text Box 33">
              <a:extLst>
                <a:ext uri="{FF2B5EF4-FFF2-40B4-BE49-F238E27FC236}">
                  <a16:creationId xmlns:a16="http://schemas.microsoft.com/office/drawing/2014/main" xmlns="" id="{4E713973-8C61-8BFC-5DFC-996CF48CB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100 km</a:t>
              </a:r>
            </a:p>
          </p:txBody>
        </p:sp>
        <p:sp>
          <p:nvSpPr>
            <p:cNvPr id="12" name="Line 34">
              <a:extLst>
                <a:ext uri="{FF2B5EF4-FFF2-40B4-BE49-F238E27FC236}">
                  <a16:creationId xmlns:a16="http://schemas.microsoft.com/office/drawing/2014/main" xmlns="" id="{BD8A64EB-610F-ABD5-37B6-745075129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85" y="975"/>
              <a:ext cx="392" cy="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Text Box 35">
              <a:extLst>
                <a:ext uri="{FF2B5EF4-FFF2-40B4-BE49-F238E27FC236}">
                  <a16:creationId xmlns:a16="http://schemas.microsoft.com/office/drawing/2014/main" xmlns="" id="{7DCB28AC-5E88-189A-AB0B-5D3DC808A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850"/>
              <a:ext cx="6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100 km</a:t>
              </a:r>
            </a:p>
          </p:txBody>
        </p:sp>
        <p:sp>
          <p:nvSpPr>
            <p:cNvPr id="14" name="Line 36">
              <a:extLst>
                <a:ext uri="{FF2B5EF4-FFF2-40B4-BE49-F238E27FC236}">
                  <a16:creationId xmlns:a16="http://schemas.microsoft.com/office/drawing/2014/main" xmlns="" id="{27C83B92-17DA-AA33-D96D-7C46606C96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976"/>
              <a:ext cx="175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Oval 37">
              <a:extLst>
                <a:ext uri="{FF2B5EF4-FFF2-40B4-BE49-F238E27FC236}">
                  <a16:creationId xmlns:a16="http://schemas.microsoft.com/office/drawing/2014/main" xmlns="" id="{03418B68-32A3-3F8D-4F6E-BE88DFE3B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38">
              <a:extLst>
                <a:ext uri="{FF2B5EF4-FFF2-40B4-BE49-F238E27FC236}">
                  <a16:creationId xmlns:a16="http://schemas.microsoft.com/office/drawing/2014/main" xmlns="" id="{1B5961A3-185D-2EC4-CA7E-9912CFD91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39">
              <a:extLst>
                <a:ext uri="{FF2B5EF4-FFF2-40B4-BE49-F238E27FC236}">
                  <a16:creationId xmlns:a16="http://schemas.microsoft.com/office/drawing/2014/main" xmlns="" id="{481B4DAD-8C70-A98C-C591-87F8FDCF9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976"/>
              <a:ext cx="47" cy="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pic>
          <p:nvPicPr>
            <p:cNvPr id="18" name="Picture 41" descr="MCj03985170000[1]">
              <a:extLst>
                <a:ext uri="{FF2B5EF4-FFF2-40B4-BE49-F238E27FC236}">
                  <a16:creationId xmlns:a16="http://schemas.microsoft.com/office/drawing/2014/main" xmlns="" id="{ED85F7EA-88F4-9C54-FF09-5326ACC931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984" y="920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42" descr="MCj03985170000[1]">
              <a:extLst>
                <a:ext uri="{FF2B5EF4-FFF2-40B4-BE49-F238E27FC236}">
                  <a16:creationId xmlns:a16="http://schemas.microsoft.com/office/drawing/2014/main" xmlns="" id="{2DA12003-480C-31B8-5EC7-063D32D53A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6" y="917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" name="Group 45">
              <a:extLst>
                <a:ext uri="{FF2B5EF4-FFF2-40B4-BE49-F238E27FC236}">
                  <a16:creationId xmlns:a16="http://schemas.microsoft.com/office/drawing/2014/main" xmlns="" id="{1EE5FBF0-A436-658C-0A12-F5C4F2F22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725"/>
              <a:ext cx="289" cy="490"/>
              <a:chOff x="2365" y="1352"/>
              <a:chExt cx="1022" cy="1616"/>
            </a:xfrm>
          </p:grpSpPr>
          <p:pic>
            <p:nvPicPr>
              <p:cNvPr id="26" name="Picture 43">
                <a:extLst>
                  <a:ext uri="{FF2B5EF4-FFF2-40B4-BE49-F238E27FC236}">
                    <a16:creationId xmlns:a16="http://schemas.microsoft.com/office/drawing/2014/main" xmlns="" id="{8A5A6534-2D74-51D1-F6A8-3E57BB3A2A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Rectangle 44">
                <a:extLst>
                  <a:ext uri="{FF2B5EF4-FFF2-40B4-BE49-F238E27FC236}">
                    <a16:creationId xmlns:a16="http://schemas.microsoft.com/office/drawing/2014/main" xmlns="" id="{16FFCD4E-AD82-60EC-37F5-8F7B9FA5E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pic>
          <p:nvPicPr>
            <p:cNvPr id="21" name="Picture 40" descr="MCj03985170000[1]">
              <a:extLst>
                <a:ext uri="{FF2B5EF4-FFF2-40B4-BE49-F238E27FC236}">
                  <a16:creationId xmlns:a16="http://schemas.microsoft.com/office/drawing/2014/main" xmlns="" id="{BAA48ACB-A667-BBA3-056B-F660250034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465" y="933"/>
              <a:ext cx="472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2" name="Group 46">
              <a:extLst>
                <a:ext uri="{FF2B5EF4-FFF2-40B4-BE49-F238E27FC236}">
                  <a16:creationId xmlns:a16="http://schemas.microsoft.com/office/drawing/2014/main" xmlns="" id="{7848C6A7-9F01-98CD-E2D2-BF2FCA3A8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6" y="743"/>
              <a:ext cx="289" cy="490"/>
              <a:chOff x="2365" y="1352"/>
              <a:chExt cx="1022" cy="1616"/>
            </a:xfrm>
          </p:grpSpPr>
          <p:pic>
            <p:nvPicPr>
              <p:cNvPr id="24" name="Picture 47">
                <a:extLst>
                  <a:ext uri="{FF2B5EF4-FFF2-40B4-BE49-F238E27FC236}">
                    <a16:creationId xmlns:a16="http://schemas.microsoft.com/office/drawing/2014/main" xmlns="" id="{908F7553-76E9-E93E-76FD-3BB6BB28A9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73" y="1352"/>
                <a:ext cx="1014" cy="1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" name="Rectangle 48">
                <a:extLst>
                  <a:ext uri="{FF2B5EF4-FFF2-40B4-BE49-F238E27FC236}">
                    <a16:creationId xmlns:a16="http://schemas.microsoft.com/office/drawing/2014/main" xmlns="" id="{15ECBA13-684E-5554-EF4C-C02DB209E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" y="2129"/>
                <a:ext cx="367" cy="210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3" name="Line 32">
              <a:extLst>
                <a:ext uri="{FF2B5EF4-FFF2-40B4-BE49-F238E27FC236}">
                  <a16:creationId xmlns:a16="http://schemas.microsoft.com/office/drawing/2014/main" xmlns="" id="{ADD3351D-7A40-477E-7E4E-3F3EC3502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976"/>
              <a:ext cx="546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51696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65C8B3C-EA5B-5049-71CC-4B0D3641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22747670-9DDB-D768-EBFE-166C53D13B99}"/>
              </a:ext>
            </a:extLst>
          </p:cNvPr>
          <p:cNvSpPr txBox="1">
            <a:spLocks noChangeArrowheads="1"/>
          </p:cNvSpPr>
          <p:nvPr/>
        </p:nvSpPr>
        <p:spPr>
          <a:xfrm>
            <a:off x="140703" y="471687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Nodal delay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BD1A7EE6-2313-568F-868D-7A84F9CE78F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2547938"/>
            <a:ext cx="7772400" cy="3700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processing delay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 a few microsecs or less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queue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queuing delay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depends on congestion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transmission delay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L/R, significant for low-speed links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  <a:r>
              <a:rPr kumimoji="0" lang="en-US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prop</a:t>
            </a: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propagation delay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few microsecs to hundreds of msecs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xmlns="" id="{70D5458F-D376-A20E-639C-C2DFF816FE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484166"/>
              </p:ext>
            </p:extLst>
          </p:nvPr>
        </p:nvGraphicFramePr>
        <p:xfrm>
          <a:off x="1914525" y="1518841"/>
          <a:ext cx="53149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3" imgW="2006600" imgH="241300" progId="Equation.3">
                  <p:embed/>
                </p:oleObj>
              </mc:Choice>
              <mc:Fallback>
                <p:oleObj name="Equation" r:id="rId3" imgW="2006600" imgH="241300" progId="Equation.3">
                  <p:embed/>
                  <p:pic>
                    <p:nvPicPr>
                      <p:cNvPr id="64518" name="Object 4">
                        <a:extLst>
                          <a:ext uri="{FF2B5EF4-FFF2-40B4-BE49-F238E27FC236}">
                            <a16:creationId xmlns:a16="http://schemas.microsoft.com/office/drawing/2014/main" xmlns="" id="{4D8D2B20-01EF-611D-75BA-6B9D690BC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5" y="1518841"/>
                        <a:ext cx="5314950" cy="6350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4850704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A92D4B1-4344-1072-74DD-BEECD453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9210AD46-967A-BDFD-9436-943F0E3D4F30}"/>
              </a:ext>
            </a:extLst>
          </p:cNvPr>
          <p:cNvSpPr txBox="1">
            <a:spLocks noChangeArrowheads="1"/>
          </p:cNvSpPr>
          <p:nvPr/>
        </p:nvSpPr>
        <p:spPr>
          <a:xfrm>
            <a:off x="171450" y="609600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Queueing delay (revisited)</a:t>
            </a:r>
            <a:endParaRPr kumimoji="0" lang="en-US" altLang="en-US" sz="4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E208B7C-EE57-9D8F-7486-EBBA891B70AF}"/>
              </a:ext>
            </a:extLst>
          </p:cNvPr>
          <p:cNvSpPr txBox="1">
            <a:spLocks noChangeArrowheads="1"/>
          </p:cNvSpPr>
          <p:nvPr/>
        </p:nvSpPr>
        <p:spPr>
          <a:xfrm>
            <a:off x="171450" y="1638300"/>
            <a:ext cx="4210050" cy="178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R=link bandwidth (bps)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L=packet length (bits)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a=average packet arrival rate</a:t>
            </a:r>
          </a:p>
        </p:txBody>
      </p:sp>
      <p:sp>
        <p:nvSpPr>
          <p:cNvPr id="5" name="Rectangle 61">
            <a:extLst>
              <a:ext uri="{FF2B5EF4-FFF2-40B4-BE49-F238E27FC236}">
                <a16:creationId xmlns:a16="http://schemas.microsoft.com/office/drawing/2014/main" xmlns="" id="{81489509-72C1-83A8-96A4-E43D74DAA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3552825"/>
            <a:ext cx="38100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20000"/>
              </a:spcBef>
              <a:buClr>
                <a:srgbClr val="9F2936"/>
              </a:buClr>
              <a:buSzPct val="85000"/>
              <a:buFont typeface="Wingdings" panose="05000000000000000000" pitchFamily="2" charset="2"/>
              <a:buNone/>
            </a:pPr>
            <a:r>
              <a:rPr lang="en-US" altLang="en-US" b="1" kern="12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traffic intensity = La/R</a:t>
            </a:r>
          </a:p>
        </p:txBody>
      </p:sp>
      <p:sp>
        <p:nvSpPr>
          <p:cNvPr id="6" name="Rectangle 62">
            <a:extLst>
              <a:ext uri="{FF2B5EF4-FFF2-40B4-BE49-F238E27FC236}">
                <a16:creationId xmlns:a16="http://schemas.microsoft.com/office/drawing/2014/main" xmlns="" id="{37BD08AF-6388-7C8C-6542-71B9CF058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514338"/>
            <a:ext cx="69723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hangingPunct="1">
              <a:lnSpc>
                <a:spcPct val="150000"/>
              </a:lnSpc>
              <a:buClr>
                <a:srgbClr val="9F2936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La/R ~ 0: average queueing delay small</a:t>
            </a:r>
          </a:p>
          <a:p>
            <a:pPr algn="just" hangingPunct="1">
              <a:lnSpc>
                <a:spcPct val="150000"/>
              </a:lnSpc>
              <a:buClr>
                <a:srgbClr val="9F2936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La/R -&gt; 1: delays become large</a:t>
            </a:r>
          </a:p>
          <a:p>
            <a:pPr algn="just" hangingPunct="1">
              <a:lnSpc>
                <a:spcPct val="150000"/>
              </a:lnSpc>
              <a:buClr>
                <a:srgbClr val="9F2936"/>
              </a:buClr>
              <a:buSzPct val="85000"/>
              <a:buFont typeface="Arial" panose="020B0604020202020204" pitchFamily="34" charset="0"/>
              <a:buChar char="•"/>
            </a:pPr>
            <a:r>
              <a:rPr lang="en-US" altLang="en-US" sz="2000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La/R &gt; 1: more “work” arriving than can be serviced, average delay infinite!</a:t>
            </a:r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xmlns="" id="{CE00AE05-0754-371A-0065-EB336B80C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63" y="4935538"/>
            <a:ext cx="1546225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xmlns="" id="{0C799AB7-3B70-BDEB-38EF-34EF29C36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469" y="4130675"/>
            <a:ext cx="1481138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5">
            <a:extLst>
              <a:ext uri="{FF2B5EF4-FFF2-40B4-BE49-F238E27FC236}">
                <a16:creationId xmlns:a16="http://schemas.microsoft.com/office/drawing/2014/main" xmlns="" id="{FF183698-228A-B045-E1B6-D848C23B7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830" y="4340225"/>
            <a:ext cx="1054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dirty="0"/>
              <a:t>La/R ~ 0</a:t>
            </a:r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xmlns="" id="{A9F1EC50-1133-6D4F-5006-FC3731B1E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425" y="6175375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/>
              <a:t>La/R -&gt; 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A763F21-5E61-D7C8-8DE5-5BB8D4F77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207" y="1467325"/>
            <a:ext cx="2726182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4573723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3CD7B2-8BB9-C481-724F-402D53AA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9A0AC646-475D-4221-6546-44EE429A5FF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29471"/>
            <a:ext cx="7264438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“Real” Internet delays and routes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351EF812-505D-645D-E288-FAA0FA8EBE30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600200"/>
            <a:ext cx="7772400" cy="309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do “real” Internet delay &amp; loss look like?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40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" pitchFamily="49" charset="0"/>
                <a:ea typeface="+mn-ea"/>
                <a:cs typeface="+mn-cs"/>
              </a:rPr>
              <a:t>Traceroute</a:t>
            </a:r>
            <a:r>
              <a:rPr kumimoji="0" lang="en-US" altLang="en-US" sz="240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program: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provides delay measurement from source to router along end-end Internet path towards destination.  For all </a:t>
            </a:r>
            <a:r>
              <a:rPr kumimoji="0" lang="en-US" altLang="en-US" sz="240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i: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sends three packets that will reach router </a:t>
            </a:r>
            <a:r>
              <a:rPr kumimoji="0" lang="en-US" altLang="en-US" sz="2000" i="1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path towards destination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router </a:t>
            </a:r>
            <a:r>
              <a:rPr kumimoji="0" lang="en-US" altLang="en-US" sz="2000" i="1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</a:t>
            </a: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will return packets to sender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sender times interval between transmission and reply.</a:t>
            </a:r>
            <a:endParaRPr kumimoji="0" lang="en-US" altLang="en-US" sz="32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234" name="Line 38">
            <a:extLst>
              <a:ext uri="{FF2B5EF4-FFF2-40B4-BE49-F238E27FC236}">
                <a16:creationId xmlns:a16="http://schemas.microsoft.com/office/drawing/2014/main" xmlns="" id="{ED5565AC-80EE-B343-5FC2-DE77A9E5D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7152" y="5457364"/>
            <a:ext cx="288925" cy="2651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35" name="Line 105">
            <a:extLst>
              <a:ext uri="{FF2B5EF4-FFF2-40B4-BE49-F238E27FC236}">
                <a16:creationId xmlns:a16="http://schemas.microsoft.com/office/drawing/2014/main" xmlns="" id="{9537AB84-C67A-1F72-CA32-61F0ED6AFA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902" y="5508164"/>
            <a:ext cx="458788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36" name="Line 106">
            <a:extLst>
              <a:ext uri="{FF2B5EF4-FFF2-40B4-BE49-F238E27FC236}">
                <a16:creationId xmlns:a16="http://schemas.microsoft.com/office/drawing/2014/main" xmlns="" id="{82C0000F-978E-F467-7E43-7642C9B16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5940" y="5492289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37" name="Line 108">
            <a:extLst>
              <a:ext uri="{FF2B5EF4-FFF2-40B4-BE49-F238E27FC236}">
                <a16:creationId xmlns:a16="http://schemas.microsoft.com/office/drawing/2014/main" xmlns="" id="{B9C347FE-53D4-5BE7-8050-AD449658A1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87815" y="5224001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38" name="Line 113">
            <a:extLst>
              <a:ext uri="{FF2B5EF4-FFF2-40B4-BE49-F238E27FC236}">
                <a16:creationId xmlns:a16="http://schemas.microsoft.com/office/drawing/2014/main" xmlns="" id="{CADF10C5-C217-E772-8A86-E79A56B47A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02252" y="5552614"/>
            <a:ext cx="620713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39" name="Line 260">
            <a:extLst>
              <a:ext uri="{FF2B5EF4-FFF2-40B4-BE49-F238E27FC236}">
                <a16:creationId xmlns:a16="http://schemas.microsoft.com/office/drawing/2014/main" xmlns="" id="{E21FEFB0-A26D-C036-5D89-79D842D1A5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1440" y="5517689"/>
            <a:ext cx="485775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40" name="Line 261">
            <a:extLst>
              <a:ext uri="{FF2B5EF4-FFF2-40B4-BE49-F238E27FC236}">
                <a16:creationId xmlns:a16="http://schemas.microsoft.com/office/drawing/2014/main" xmlns="" id="{38591DB3-D16F-8096-AA1E-DF832EEC1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9652" y="5463714"/>
            <a:ext cx="557213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41" name="Line 291">
            <a:extLst>
              <a:ext uri="{FF2B5EF4-FFF2-40B4-BE49-F238E27FC236}">
                <a16:creationId xmlns:a16="http://schemas.microsoft.com/office/drawing/2014/main" xmlns="" id="{42DD3A41-79D9-F280-7657-EC21A9AF15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6065" y="5624051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42" name="Line 292">
            <a:extLst>
              <a:ext uri="{FF2B5EF4-FFF2-40B4-BE49-F238E27FC236}">
                <a16:creationId xmlns:a16="http://schemas.microsoft.com/office/drawing/2014/main" xmlns="" id="{3687B845-3D55-B295-6E49-EED7CFD6FE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115" y="5211301"/>
            <a:ext cx="22860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43" name="Line 294">
            <a:extLst>
              <a:ext uri="{FF2B5EF4-FFF2-40B4-BE49-F238E27FC236}">
                <a16:creationId xmlns:a16="http://schemas.microsoft.com/office/drawing/2014/main" xmlns="" id="{87225036-5A27-63F3-4F2A-B6431363F5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7415" y="5814551"/>
            <a:ext cx="34925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44" name="Line 295">
            <a:extLst>
              <a:ext uri="{FF2B5EF4-FFF2-40B4-BE49-F238E27FC236}">
                <a16:creationId xmlns:a16="http://schemas.microsoft.com/office/drawing/2014/main" xmlns="" id="{03873451-12A9-CD69-D5A8-C78283793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3015" y="5319251"/>
            <a:ext cx="6350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3245" name="Text Box 300">
            <a:extLst>
              <a:ext uri="{FF2B5EF4-FFF2-40B4-BE49-F238E27FC236}">
                <a16:creationId xmlns:a16="http://schemas.microsoft.com/office/drawing/2014/main" xmlns="" id="{DDE0C3CC-AF63-052B-8699-D28E15AB4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752" y="5176376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3 probes</a:t>
            </a:r>
          </a:p>
        </p:txBody>
      </p:sp>
      <p:sp>
        <p:nvSpPr>
          <p:cNvPr id="83246" name="Text Box 302">
            <a:extLst>
              <a:ext uri="{FF2B5EF4-FFF2-40B4-BE49-F238E27FC236}">
                <a16:creationId xmlns:a16="http://schemas.microsoft.com/office/drawing/2014/main" xmlns="" id="{72108B5E-96E9-24DD-8821-9F76BA405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115" y="5736764"/>
            <a:ext cx="107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3 probes</a:t>
            </a:r>
          </a:p>
        </p:txBody>
      </p:sp>
      <p:sp>
        <p:nvSpPr>
          <p:cNvPr id="83247" name="Text Box 304">
            <a:extLst>
              <a:ext uri="{FF2B5EF4-FFF2-40B4-BE49-F238E27FC236}">
                <a16:creationId xmlns:a16="http://schemas.microsoft.com/office/drawing/2014/main" xmlns="" id="{E3601CBB-CA88-8C2F-87A4-20265FF93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052" y="5150976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3 probes</a:t>
            </a:r>
          </a:p>
        </p:txBody>
      </p:sp>
      <p:grpSp>
        <p:nvGrpSpPr>
          <p:cNvPr id="83248" name="Group 100">
            <a:extLst>
              <a:ext uri="{FF2B5EF4-FFF2-40B4-BE49-F238E27FC236}">
                <a16:creationId xmlns:a16="http://schemas.microsoft.com/office/drawing/2014/main" xmlns="" id="{064EAC27-9117-9853-BB8F-76B74F859D90}"/>
              </a:ext>
            </a:extLst>
          </p:cNvPr>
          <p:cNvGrpSpPr>
            <a:grpSpLocks/>
          </p:cNvGrpSpPr>
          <p:nvPr/>
        </p:nvGrpSpPr>
        <p:grpSpPr bwMode="auto">
          <a:xfrm>
            <a:off x="1028802" y="5112876"/>
            <a:ext cx="820738" cy="688975"/>
            <a:chOff x="-44" y="1473"/>
            <a:chExt cx="981" cy="1105"/>
          </a:xfrm>
        </p:grpSpPr>
        <p:pic>
          <p:nvPicPr>
            <p:cNvPr id="83249" name="Picture 101" descr="desktop_computer_stylized_medium">
              <a:extLst>
                <a:ext uri="{FF2B5EF4-FFF2-40B4-BE49-F238E27FC236}">
                  <a16:creationId xmlns:a16="http://schemas.microsoft.com/office/drawing/2014/main" xmlns="" id="{94D1A728-A3E6-4C35-888D-99CB2665C6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250" name="Freeform 102">
              <a:extLst>
                <a:ext uri="{FF2B5EF4-FFF2-40B4-BE49-F238E27FC236}">
                  <a16:creationId xmlns:a16="http://schemas.microsoft.com/office/drawing/2014/main" xmlns="" id="{73973865-4B5A-54CF-B9AC-DC953BB573C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83251" name="Group 103">
            <a:extLst>
              <a:ext uri="{FF2B5EF4-FFF2-40B4-BE49-F238E27FC236}">
                <a16:creationId xmlns:a16="http://schemas.microsoft.com/office/drawing/2014/main" xmlns="" id="{0D083FAB-0EDC-0A73-9B6F-47835FD0A05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077177" y="5150976"/>
            <a:ext cx="754063" cy="669925"/>
            <a:chOff x="-44" y="1473"/>
            <a:chExt cx="981" cy="1105"/>
          </a:xfrm>
        </p:grpSpPr>
        <p:pic>
          <p:nvPicPr>
            <p:cNvPr id="83252" name="Picture 104" descr="desktop_computer_stylized_medium">
              <a:extLst>
                <a:ext uri="{FF2B5EF4-FFF2-40B4-BE49-F238E27FC236}">
                  <a16:creationId xmlns:a16="http://schemas.microsoft.com/office/drawing/2014/main" xmlns="" id="{94984E0D-7344-6220-BB19-A8948CCC1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253" name="Freeform 105">
              <a:extLst>
                <a:ext uri="{FF2B5EF4-FFF2-40B4-BE49-F238E27FC236}">
                  <a16:creationId xmlns:a16="http://schemas.microsoft.com/office/drawing/2014/main" xmlns="" id="{A62F9CDA-078E-8838-0916-5822F42EF40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83254" name="Group 124">
            <a:extLst>
              <a:ext uri="{FF2B5EF4-FFF2-40B4-BE49-F238E27FC236}">
                <a16:creationId xmlns:a16="http://schemas.microsoft.com/office/drawing/2014/main" xmlns="" id="{35AB5104-0F7E-957D-C250-E864E0FDB6C2}"/>
              </a:ext>
            </a:extLst>
          </p:cNvPr>
          <p:cNvGrpSpPr>
            <a:grpSpLocks/>
          </p:cNvGrpSpPr>
          <p:nvPr/>
        </p:nvGrpSpPr>
        <p:grpSpPr bwMode="auto">
          <a:xfrm>
            <a:off x="6024665" y="5651039"/>
            <a:ext cx="617537" cy="250825"/>
            <a:chOff x="2356" y="1300"/>
            <a:chExt cx="555" cy="194"/>
          </a:xfrm>
        </p:grpSpPr>
        <p:sp>
          <p:nvSpPr>
            <p:cNvPr id="83255" name="Oval 407">
              <a:extLst>
                <a:ext uri="{FF2B5EF4-FFF2-40B4-BE49-F238E27FC236}">
                  <a16:creationId xmlns:a16="http://schemas.microsoft.com/office/drawing/2014/main" xmlns="" id="{F0EB5073-2824-4205-FE10-9FB67ECDA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56" name="Rectangle 410">
              <a:extLst>
                <a:ext uri="{FF2B5EF4-FFF2-40B4-BE49-F238E27FC236}">
                  <a16:creationId xmlns:a16="http://schemas.microsoft.com/office/drawing/2014/main" xmlns="" id="{B0984598-E135-CE0A-1ABA-EEAD44FA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57" name="Oval 411">
              <a:extLst>
                <a:ext uri="{FF2B5EF4-FFF2-40B4-BE49-F238E27FC236}">
                  <a16:creationId xmlns:a16="http://schemas.microsoft.com/office/drawing/2014/main" xmlns="" id="{F8C28209-CF53-CF11-F26C-4C0B797E0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3258" name="Group 128">
              <a:extLst>
                <a:ext uri="{FF2B5EF4-FFF2-40B4-BE49-F238E27FC236}">
                  <a16:creationId xmlns:a16="http://schemas.microsoft.com/office/drawing/2014/main" xmlns="" id="{F1DB81A4-ADEE-E101-8689-6F4691C9A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83261" name="Freeform 129">
                <a:extLst>
                  <a:ext uri="{FF2B5EF4-FFF2-40B4-BE49-F238E27FC236}">
                    <a16:creationId xmlns:a16="http://schemas.microsoft.com/office/drawing/2014/main" xmlns="" id="{1BE1A1BE-4A08-C62D-9F07-209D0AE34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262" name="Freeform 130">
                <a:extLst>
                  <a:ext uri="{FF2B5EF4-FFF2-40B4-BE49-F238E27FC236}">
                    <a16:creationId xmlns:a16="http://schemas.microsoft.com/office/drawing/2014/main" xmlns="" id="{7320F2BC-9719-AFC5-1058-47AB2CA89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83259" name="Line 131">
              <a:extLst>
                <a:ext uri="{FF2B5EF4-FFF2-40B4-BE49-F238E27FC236}">
                  <a16:creationId xmlns:a16="http://schemas.microsoft.com/office/drawing/2014/main" xmlns="" id="{5B645783-68E7-F6DD-AD2D-394A898B3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260" name="Line 132">
              <a:extLst>
                <a:ext uri="{FF2B5EF4-FFF2-40B4-BE49-F238E27FC236}">
                  <a16:creationId xmlns:a16="http://schemas.microsoft.com/office/drawing/2014/main" xmlns="" id="{BF62A87B-D1E7-15DF-FB8C-E1CCE718F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3263" name="Group 133">
            <a:extLst>
              <a:ext uri="{FF2B5EF4-FFF2-40B4-BE49-F238E27FC236}">
                <a16:creationId xmlns:a16="http://schemas.microsoft.com/office/drawing/2014/main" xmlns="" id="{24F9DB31-208D-E4AD-3CDE-3A75170335F8}"/>
              </a:ext>
            </a:extLst>
          </p:cNvPr>
          <p:cNvGrpSpPr>
            <a:grpSpLocks/>
          </p:cNvGrpSpPr>
          <p:nvPr/>
        </p:nvGrpSpPr>
        <p:grpSpPr bwMode="auto">
          <a:xfrm>
            <a:off x="5056290" y="5379576"/>
            <a:ext cx="617537" cy="250825"/>
            <a:chOff x="2356" y="1300"/>
            <a:chExt cx="555" cy="194"/>
          </a:xfrm>
        </p:grpSpPr>
        <p:sp>
          <p:nvSpPr>
            <p:cNvPr id="83264" name="Oval 407">
              <a:extLst>
                <a:ext uri="{FF2B5EF4-FFF2-40B4-BE49-F238E27FC236}">
                  <a16:creationId xmlns:a16="http://schemas.microsoft.com/office/drawing/2014/main" xmlns="" id="{37D47760-E874-6269-8098-656A294DF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65" name="Rectangle 410">
              <a:extLst>
                <a:ext uri="{FF2B5EF4-FFF2-40B4-BE49-F238E27FC236}">
                  <a16:creationId xmlns:a16="http://schemas.microsoft.com/office/drawing/2014/main" xmlns="" id="{40857D26-AF7E-0876-C5E2-3354A7E9E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66" name="Oval 411">
              <a:extLst>
                <a:ext uri="{FF2B5EF4-FFF2-40B4-BE49-F238E27FC236}">
                  <a16:creationId xmlns:a16="http://schemas.microsoft.com/office/drawing/2014/main" xmlns="" id="{797D3692-64E5-9A0C-D99B-37D411486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3267" name="Group 137">
              <a:extLst>
                <a:ext uri="{FF2B5EF4-FFF2-40B4-BE49-F238E27FC236}">
                  <a16:creationId xmlns:a16="http://schemas.microsoft.com/office/drawing/2014/main" xmlns="" id="{0890DD4C-C51B-8885-D07E-E9A09A5FD5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83270" name="Freeform 138">
                <a:extLst>
                  <a:ext uri="{FF2B5EF4-FFF2-40B4-BE49-F238E27FC236}">
                    <a16:creationId xmlns:a16="http://schemas.microsoft.com/office/drawing/2014/main" xmlns="" id="{687877C3-C970-DD20-6233-8B753AB3B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271" name="Freeform 139">
                <a:extLst>
                  <a:ext uri="{FF2B5EF4-FFF2-40B4-BE49-F238E27FC236}">
                    <a16:creationId xmlns:a16="http://schemas.microsoft.com/office/drawing/2014/main" xmlns="" id="{82082EB9-B221-757B-7312-07F47F774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83268" name="Line 140">
              <a:extLst>
                <a:ext uri="{FF2B5EF4-FFF2-40B4-BE49-F238E27FC236}">
                  <a16:creationId xmlns:a16="http://schemas.microsoft.com/office/drawing/2014/main" xmlns="" id="{DEB4508F-653E-7DDB-750B-AA9950AD3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269" name="Line 141">
              <a:extLst>
                <a:ext uri="{FF2B5EF4-FFF2-40B4-BE49-F238E27FC236}">
                  <a16:creationId xmlns:a16="http://schemas.microsoft.com/office/drawing/2014/main" xmlns="" id="{EBC647CC-36E2-5B2D-DA03-3A9046F53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3272" name="Group 142">
            <a:extLst>
              <a:ext uri="{FF2B5EF4-FFF2-40B4-BE49-F238E27FC236}">
                <a16:creationId xmlns:a16="http://schemas.microsoft.com/office/drawing/2014/main" xmlns="" id="{7D1512BD-7FB6-8176-1EF7-F5059E4CA672}"/>
              </a:ext>
            </a:extLst>
          </p:cNvPr>
          <p:cNvGrpSpPr>
            <a:grpSpLocks/>
          </p:cNvGrpSpPr>
          <p:nvPr/>
        </p:nvGrpSpPr>
        <p:grpSpPr bwMode="auto">
          <a:xfrm>
            <a:off x="3905352" y="5589126"/>
            <a:ext cx="617538" cy="250825"/>
            <a:chOff x="2356" y="1300"/>
            <a:chExt cx="555" cy="194"/>
          </a:xfrm>
        </p:grpSpPr>
        <p:sp>
          <p:nvSpPr>
            <p:cNvPr id="83273" name="Oval 407">
              <a:extLst>
                <a:ext uri="{FF2B5EF4-FFF2-40B4-BE49-F238E27FC236}">
                  <a16:creationId xmlns:a16="http://schemas.microsoft.com/office/drawing/2014/main" xmlns="" id="{DCBABD51-FB6F-A91A-76BC-A5A488A2F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74" name="Rectangle 410">
              <a:extLst>
                <a:ext uri="{FF2B5EF4-FFF2-40B4-BE49-F238E27FC236}">
                  <a16:creationId xmlns:a16="http://schemas.microsoft.com/office/drawing/2014/main" xmlns="" id="{E0EEC6D6-0B10-FAA3-A195-2D6DD69A2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75" name="Oval 411">
              <a:extLst>
                <a:ext uri="{FF2B5EF4-FFF2-40B4-BE49-F238E27FC236}">
                  <a16:creationId xmlns:a16="http://schemas.microsoft.com/office/drawing/2014/main" xmlns="" id="{DB4178ED-75F6-17FC-BAED-F7159BC39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3276" name="Group 146">
              <a:extLst>
                <a:ext uri="{FF2B5EF4-FFF2-40B4-BE49-F238E27FC236}">
                  <a16:creationId xmlns:a16="http://schemas.microsoft.com/office/drawing/2014/main" xmlns="" id="{D282F9C8-D679-1DA5-B9CE-5D23E3D969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83279" name="Freeform 147">
                <a:extLst>
                  <a:ext uri="{FF2B5EF4-FFF2-40B4-BE49-F238E27FC236}">
                    <a16:creationId xmlns:a16="http://schemas.microsoft.com/office/drawing/2014/main" xmlns="" id="{B780FB55-8164-6C3C-1A55-31FC2D25E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280" name="Freeform 148">
                <a:extLst>
                  <a:ext uri="{FF2B5EF4-FFF2-40B4-BE49-F238E27FC236}">
                    <a16:creationId xmlns:a16="http://schemas.microsoft.com/office/drawing/2014/main" xmlns="" id="{AA31D126-E797-E9F1-260C-9058F85596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83277" name="Line 149">
              <a:extLst>
                <a:ext uri="{FF2B5EF4-FFF2-40B4-BE49-F238E27FC236}">
                  <a16:creationId xmlns:a16="http://schemas.microsoft.com/office/drawing/2014/main" xmlns="" id="{E3464D96-D172-40D7-C75E-3F3AC02A5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278" name="Line 150">
              <a:extLst>
                <a:ext uri="{FF2B5EF4-FFF2-40B4-BE49-F238E27FC236}">
                  <a16:creationId xmlns:a16="http://schemas.microsoft.com/office/drawing/2014/main" xmlns="" id="{87F9DF30-3999-70EC-C724-B1E9CDD8E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3281" name="Group 151">
            <a:extLst>
              <a:ext uri="{FF2B5EF4-FFF2-40B4-BE49-F238E27FC236}">
                <a16:creationId xmlns:a16="http://schemas.microsoft.com/office/drawing/2014/main" xmlns="" id="{B99CA2A1-7897-64EF-A85E-D085C5572FA0}"/>
              </a:ext>
            </a:extLst>
          </p:cNvPr>
          <p:cNvGrpSpPr>
            <a:grpSpLocks/>
          </p:cNvGrpSpPr>
          <p:nvPr/>
        </p:nvGrpSpPr>
        <p:grpSpPr bwMode="auto">
          <a:xfrm>
            <a:off x="2903640" y="5343064"/>
            <a:ext cx="617537" cy="250825"/>
            <a:chOff x="2356" y="1300"/>
            <a:chExt cx="555" cy="194"/>
          </a:xfrm>
        </p:grpSpPr>
        <p:sp>
          <p:nvSpPr>
            <p:cNvPr id="83282" name="Oval 407">
              <a:extLst>
                <a:ext uri="{FF2B5EF4-FFF2-40B4-BE49-F238E27FC236}">
                  <a16:creationId xmlns:a16="http://schemas.microsoft.com/office/drawing/2014/main" xmlns="" id="{A035615E-216D-9CAA-62F1-65F166CD2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83" name="Rectangle 410">
              <a:extLst>
                <a:ext uri="{FF2B5EF4-FFF2-40B4-BE49-F238E27FC236}">
                  <a16:creationId xmlns:a16="http://schemas.microsoft.com/office/drawing/2014/main" xmlns="" id="{B55EEF2C-0167-4029-203D-236696C26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84" name="Oval 411">
              <a:extLst>
                <a:ext uri="{FF2B5EF4-FFF2-40B4-BE49-F238E27FC236}">
                  <a16:creationId xmlns:a16="http://schemas.microsoft.com/office/drawing/2014/main" xmlns="" id="{377BA289-CB50-5033-86E4-FE1F0323F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3285" name="Group 155">
              <a:extLst>
                <a:ext uri="{FF2B5EF4-FFF2-40B4-BE49-F238E27FC236}">
                  <a16:creationId xmlns:a16="http://schemas.microsoft.com/office/drawing/2014/main" xmlns="" id="{C5306F5B-5B8C-0F07-28E4-D51AEAD818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83288" name="Freeform 156">
                <a:extLst>
                  <a:ext uri="{FF2B5EF4-FFF2-40B4-BE49-F238E27FC236}">
                    <a16:creationId xmlns:a16="http://schemas.microsoft.com/office/drawing/2014/main" xmlns="" id="{E56924C3-C9E7-97DC-8F22-54ED4A0BB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289" name="Freeform 157">
                <a:extLst>
                  <a:ext uri="{FF2B5EF4-FFF2-40B4-BE49-F238E27FC236}">
                    <a16:creationId xmlns:a16="http://schemas.microsoft.com/office/drawing/2014/main" xmlns="" id="{5E67584B-6132-EDF3-2022-AF4ABE8B9F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83286" name="Line 158">
              <a:extLst>
                <a:ext uri="{FF2B5EF4-FFF2-40B4-BE49-F238E27FC236}">
                  <a16:creationId xmlns:a16="http://schemas.microsoft.com/office/drawing/2014/main" xmlns="" id="{C8732212-2E96-4CAF-823B-CAF7762847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287" name="Line 159">
              <a:extLst>
                <a:ext uri="{FF2B5EF4-FFF2-40B4-BE49-F238E27FC236}">
                  <a16:creationId xmlns:a16="http://schemas.microsoft.com/office/drawing/2014/main" xmlns="" id="{7230C9D9-18CC-5573-A9EC-6C654A140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3290" name="Group 160">
            <a:extLst>
              <a:ext uri="{FF2B5EF4-FFF2-40B4-BE49-F238E27FC236}">
                <a16:creationId xmlns:a16="http://schemas.microsoft.com/office/drawing/2014/main" xmlns="" id="{6435D8FE-036F-BF4A-2BAB-05892E48B950}"/>
              </a:ext>
            </a:extLst>
          </p:cNvPr>
          <p:cNvGrpSpPr>
            <a:grpSpLocks/>
          </p:cNvGrpSpPr>
          <p:nvPr/>
        </p:nvGrpSpPr>
        <p:grpSpPr bwMode="auto">
          <a:xfrm>
            <a:off x="2028927" y="5609764"/>
            <a:ext cx="617538" cy="250825"/>
            <a:chOff x="2356" y="1300"/>
            <a:chExt cx="555" cy="194"/>
          </a:xfrm>
        </p:grpSpPr>
        <p:sp>
          <p:nvSpPr>
            <p:cNvPr id="83291" name="Oval 407">
              <a:extLst>
                <a:ext uri="{FF2B5EF4-FFF2-40B4-BE49-F238E27FC236}">
                  <a16:creationId xmlns:a16="http://schemas.microsoft.com/office/drawing/2014/main" xmlns="" id="{DC0B2CCA-1627-301F-B51D-F8ACF24B9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92" name="Rectangle 410">
              <a:extLst>
                <a:ext uri="{FF2B5EF4-FFF2-40B4-BE49-F238E27FC236}">
                  <a16:creationId xmlns:a16="http://schemas.microsoft.com/office/drawing/2014/main" xmlns="" id="{BB4D256A-C184-0689-00C7-F5BC38A4E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3293" name="Oval 411">
              <a:extLst>
                <a:ext uri="{FF2B5EF4-FFF2-40B4-BE49-F238E27FC236}">
                  <a16:creationId xmlns:a16="http://schemas.microsoft.com/office/drawing/2014/main" xmlns="" id="{48F6EA16-347F-2853-11B5-E712E6EAE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3294" name="Group 164">
              <a:extLst>
                <a:ext uri="{FF2B5EF4-FFF2-40B4-BE49-F238E27FC236}">
                  <a16:creationId xmlns:a16="http://schemas.microsoft.com/office/drawing/2014/main" xmlns="" id="{7E5ED03A-E686-C4EE-624D-03FAF603D1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83297" name="Freeform 165">
                <a:extLst>
                  <a:ext uri="{FF2B5EF4-FFF2-40B4-BE49-F238E27FC236}">
                    <a16:creationId xmlns:a16="http://schemas.microsoft.com/office/drawing/2014/main" xmlns="" id="{CD060968-B856-B8B7-9F24-455D9AADF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298" name="Freeform 166">
                <a:extLst>
                  <a:ext uri="{FF2B5EF4-FFF2-40B4-BE49-F238E27FC236}">
                    <a16:creationId xmlns:a16="http://schemas.microsoft.com/office/drawing/2014/main" xmlns="" id="{AF57596C-6F6C-EBAF-15B7-E801B84CE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83295" name="Line 167">
              <a:extLst>
                <a:ext uri="{FF2B5EF4-FFF2-40B4-BE49-F238E27FC236}">
                  <a16:creationId xmlns:a16="http://schemas.microsoft.com/office/drawing/2014/main" xmlns="" id="{C584EDD7-22E4-A1C2-FD47-1584924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1361"/>
              <a:ext cx="0" cy="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296" name="Line 168">
              <a:extLst>
                <a:ext uri="{FF2B5EF4-FFF2-40B4-BE49-F238E27FC236}">
                  <a16:creationId xmlns:a16="http://schemas.microsoft.com/office/drawing/2014/main" xmlns="" id="{21D28CF8-0320-7F8E-8D69-72439E68B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7" y="1363"/>
              <a:ext cx="0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3299" name="Freeform 303">
            <a:extLst>
              <a:ext uri="{FF2B5EF4-FFF2-40B4-BE49-F238E27FC236}">
                <a16:creationId xmlns:a16="http://schemas.microsoft.com/office/drawing/2014/main" xmlns="" id="{F0EA4456-DD2F-C5C6-08CF-50321F5F0202}"/>
              </a:ext>
            </a:extLst>
          </p:cNvPr>
          <p:cNvSpPr>
            <a:spLocks/>
          </p:cNvSpPr>
          <p:nvPr/>
        </p:nvSpPr>
        <p:spPr bwMode="auto">
          <a:xfrm>
            <a:off x="1768577" y="5397039"/>
            <a:ext cx="2247900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300" name="Freeform 299">
            <a:extLst>
              <a:ext uri="{FF2B5EF4-FFF2-40B4-BE49-F238E27FC236}">
                <a16:creationId xmlns:a16="http://schemas.microsoft.com/office/drawing/2014/main" xmlns="" id="{C0E76232-7D46-7C21-CB1D-3EC18A606552}"/>
              </a:ext>
            </a:extLst>
          </p:cNvPr>
          <p:cNvSpPr>
            <a:spLocks/>
          </p:cNvSpPr>
          <p:nvPr/>
        </p:nvSpPr>
        <p:spPr bwMode="auto">
          <a:xfrm>
            <a:off x="1800327" y="5433551"/>
            <a:ext cx="419100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301" name="Freeform 301">
            <a:extLst>
              <a:ext uri="{FF2B5EF4-FFF2-40B4-BE49-F238E27FC236}">
                <a16:creationId xmlns:a16="http://schemas.microsoft.com/office/drawing/2014/main" xmlns="" id="{0EECCB94-DE0C-F1BE-6074-8E19C7C8939B}"/>
              </a:ext>
            </a:extLst>
          </p:cNvPr>
          <p:cNvSpPr>
            <a:spLocks/>
          </p:cNvSpPr>
          <p:nvPr/>
        </p:nvSpPr>
        <p:spPr bwMode="auto">
          <a:xfrm>
            <a:off x="1793977" y="5347826"/>
            <a:ext cx="1346200" cy="474663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667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245" grpId="0"/>
      <p:bldP spid="83246" grpId="0"/>
      <p:bldP spid="8324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745E01A-E74E-AE96-8B35-B934C932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C90D6EE6-FEE9-ABEF-43EA-E9153579071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512367"/>
            <a:ext cx="7129526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j-ea"/>
                <a:cs typeface="+mj-cs"/>
              </a:rPr>
              <a:t>“Real” Internet delays and routes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xmlns="" id="{3A6E8453-FF31-F4C2-0259-670B9D10F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2338388"/>
            <a:ext cx="8229600" cy="389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  cs-gw (128.119.240.254)  1 ms  1 ms  2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  border1-rt-fa5-1-0.gw.umass.edu (128.119.3.145)  1 ms  1 ms  2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  cht-vbns.gw.umass.edu (128.119.3.130)  6 ms 5 ms 5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  jn1-at1-0-0-19.wor.vbns.net (204.147.132.129)  16 ms 11 ms 13 ms 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  jn1-so7-0-0-0.wae.vbns.net (204.147.136.136)  21 ms 18 ms 18 ms 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  abilene-vbns.abilene.ucaid.edu (198.32.11.9)  22 ms  18 ms  22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7  nycm-wash.abilene.ucaid.edu (198.32.8.46)  22 ms  22 ms  22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  62.40.103.253 (62.40.103.253)  104 ms 109 ms 106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9  de2-1.de1.de.geant.net (62.40.96.129)  109 ms 102 ms 104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10  de.fr1.fr.geant.net (62.40.96.50)  113 ms 121 ms 114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11  renater-gw.fr1.fr.geant.net (62.40.103.54)  112 ms  114 ms  112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12  nio-n2.cssi.renater.fr (193.51.206.13)  111 ms  114 ms  116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13  nice.cssi.renater.fr (195.220.98.102)  123 ms  125 ms  124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14  r3t2-nice.cssi.renater.fr (195.220.98.110)  126 ms  126 ms  124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15  eurecom-valbonne.r3t2.ft.net (193.48.50.54)  135 ms  128 ms  133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16  194.214.211.25 (194.214.211.25)  126 ms  128 ms  126 ms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17  * * *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18  * * *</a:t>
            </a:r>
          </a:p>
          <a:p>
            <a:pPr marL="457200" marR="0" lvl="0" indent="-4572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19  fantasia.eurecom.fr (193.55.113.142)  132 ms  128 ms  136</a:t>
            </a: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ms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66F2C86E-0FD0-43E4-F469-7B2BAF615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1312863"/>
            <a:ext cx="8193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/>
            <a:r>
              <a:rPr lang="en-US" altLang="en-US" kern="120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traceroute:</a:t>
            </a:r>
            <a:r>
              <a:rPr lang="en-US" altLang="en-US" kern="120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 gaia.cs.umass.edu to www.eurecom.fr</a:t>
            </a: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xmlns="" id="{4FBEE995-A859-9419-6C5C-39E96C01C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1313" y="5634038"/>
            <a:ext cx="1231900" cy="841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xmlns="" id="{D4DC7B64-90F4-4613-1801-B0CE582D9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350" y="1738313"/>
            <a:ext cx="456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/>
            <a:r>
              <a:rPr lang="en-US" altLang="en-US" sz="1800" kern="120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Three delay measurements from </a:t>
            </a:r>
          </a:p>
          <a:p>
            <a:pPr hangingPunct="1"/>
            <a:r>
              <a:rPr lang="en-US" altLang="en-US" sz="1800" kern="120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gaia.cs.umass.edu to cs-gw.cs.umass.edu 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xmlns="" id="{49D0264F-73CA-A008-ABBD-3DD3456A11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1863" y="1965325"/>
            <a:ext cx="671512" cy="4127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xmlns="" id="{382F9277-15DD-0FAB-B1E8-C114C08884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1613" y="1954213"/>
            <a:ext cx="139700" cy="4048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xmlns="" id="{4028EE4D-E530-3EE5-784F-56D448861DD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46550" y="1963738"/>
            <a:ext cx="366713" cy="3905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xmlns="" id="{B9A73F0B-1F1B-0167-F1F4-ED86E1A6FA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8613" y="1970088"/>
            <a:ext cx="377825" cy="3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xmlns="" id="{540F5062-EF31-66CE-5F3F-578172499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5564188"/>
            <a:ext cx="628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/>
            <a:r>
              <a:rPr lang="en-US" altLang="en-US" sz="1800" kern="120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* means no response (probe lost, router not replying)</a:t>
            </a:r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xmlns="" id="{E5EA8448-7225-353B-940B-EA4079093FD0}"/>
              </a:ext>
            </a:extLst>
          </p:cNvPr>
          <p:cNvSpPr>
            <a:spLocks/>
          </p:cNvSpPr>
          <p:nvPr/>
        </p:nvSpPr>
        <p:spPr bwMode="auto">
          <a:xfrm>
            <a:off x="6092825" y="3651250"/>
            <a:ext cx="1012825" cy="246063"/>
          </a:xfrm>
          <a:custGeom>
            <a:avLst/>
            <a:gdLst>
              <a:gd name="T0" fmla="*/ 2147483647 w 638"/>
              <a:gd name="T1" fmla="*/ 0 h 155"/>
              <a:gd name="T2" fmla="*/ 2147483647 w 638"/>
              <a:gd name="T3" fmla="*/ 2147483647 h 155"/>
              <a:gd name="T4" fmla="*/ 2147483647 w 638"/>
              <a:gd name="T5" fmla="*/ 2147483647 h 155"/>
              <a:gd name="T6" fmla="*/ 2147483647 w 638"/>
              <a:gd name="T7" fmla="*/ 2147483647 h 155"/>
              <a:gd name="T8" fmla="*/ 0 w 638"/>
              <a:gd name="T9" fmla="*/ 2147483647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55"/>
              <a:gd name="T17" fmla="*/ 638 w 638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55">
                <a:moveTo>
                  <a:pt x="593" y="0"/>
                </a:moveTo>
                <a:cubicBezTo>
                  <a:pt x="607" y="9"/>
                  <a:pt x="621" y="18"/>
                  <a:pt x="623" y="38"/>
                </a:cubicBezTo>
                <a:cubicBezTo>
                  <a:pt x="625" y="58"/>
                  <a:pt x="638" y="104"/>
                  <a:pt x="608" y="123"/>
                </a:cubicBezTo>
                <a:cubicBezTo>
                  <a:pt x="578" y="142"/>
                  <a:pt x="547" y="153"/>
                  <a:pt x="446" y="154"/>
                </a:cubicBezTo>
                <a:cubicBezTo>
                  <a:pt x="345" y="155"/>
                  <a:pt x="72" y="133"/>
                  <a:pt x="0" y="130"/>
                </a:cubicBezTo>
              </a:path>
            </a:pathLst>
          </a:cu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xmlns="" id="{E9CBFDB4-F279-05D3-668B-341CC701F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7400" y="3436938"/>
            <a:ext cx="17875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trans-oceanic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link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86403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DDBAAA-E06C-DCD4-908B-1870FCDF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405D5E66-CA77-1DB1-FEBF-5A7FB2DE861F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Packet loss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CC5FBD50-6AC5-1332-DA30-4B55D4E5642F}"/>
              </a:ext>
            </a:extLst>
          </p:cNvPr>
          <p:cNvSpPr txBox="1">
            <a:spLocks noChangeArrowheads="1"/>
          </p:cNvSpPr>
          <p:nvPr/>
        </p:nvSpPr>
        <p:spPr>
          <a:xfrm>
            <a:off x="354013" y="1546225"/>
            <a:ext cx="83947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queue (aka buffer) preceding link in buffer has finite capacity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packet arriving to full queue dropped (aka lost)</a:t>
            </a:r>
          </a:p>
          <a:p>
            <a:pPr marL="342900" marR="0" lvl="0" indent="-34290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0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lost packet may be retransmitted by previous node, by source end system, or not at all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8EB9C8B9-1812-B2A1-4FB2-2BFF6E31EB37}"/>
              </a:ext>
            </a:extLst>
          </p:cNvPr>
          <p:cNvGrpSpPr/>
          <p:nvPr/>
        </p:nvGrpSpPr>
        <p:grpSpPr>
          <a:xfrm>
            <a:off x="1384300" y="4022725"/>
            <a:ext cx="6262688" cy="1857375"/>
            <a:chOff x="1384300" y="4022725"/>
            <a:chExt cx="6262688" cy="1857375"/>
          </a:xfrm>
        </p:grpSpPr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xmlns="" id="{A509067C-CDDC-C1C7-5FD5-BDA04E4125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418615"/>
                </p:ext>
              </p:extLst>
            </p:nvPr>
          </p:nvGraphicFramePr>
          <p:xfrm>
            <a:off x="2051050" y="5346700"/>
            <a:ext cx="646113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0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68614" name="Object 5">
                          <a:extLst>
                            <a:ext uri="{FF2B5EF4-FFF2-40B4-BE49-F238E27FC236}">
                              <a16:creationId xmlns:a16="http://schemas.microsoft.com/office/drawing/2014/main" xmlns="" id="{D4A22415-638A-2DE8-B9BC-D4DAF1A795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050" y="5346700"/>
                          <a:ext cx="646113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Oval 6">
              <a:extLst>
                <a:ext uri="{FF2B5EF4-FFF2-40B4-BE49-F238E27FC236}">
                  <a16:creationId xmlns:a16="http://schemas.microsoft.com/office/drawing/2014/main" xmlns="" id="{E9084045-A7D4-947B-9CD3-DD9F0BB3A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105400"/>
              <a:ext cx="1198563" cy="369888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9BF95413-74DD-6011-E760-EF54BD3BF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037138"/>
              <a:ext cx="1198563" cy="263525"/>
            </a:xfrm>
            <a:prstGeom prst="rect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EF235E5B-AA4C-CFDC-9F85-BAAEA69A6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5" y="4808538"/>
              <a:ext cx="1198563" cy="430212"/>
            </a:xfrm>
            <a:prstGeom prst="ellipse">
              <a:avLst/>
            </a:prstGeom>
            <a:solidFill>
              <a:srgbClr val="6B9F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3969B7B5-FB74-40E3-5223-95B2B7DE8F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8050" y="4838700"/>
              <a:ext cx="498475" cy="119063"/>
              <a:chOff x="2208" y="2184"/>
              <a:chExt cx="176" cy="69"/>
            </a:xfrm>
          </p:grpSpPr>
          <p:grpSp>
            <p:nvGrpSpPr>
              <p:cNvPr id="36" name="Group 10">
                <a:extLst>
                  <a:ext uri="{FF2B5EF4-FFF2-40B4-BE49-F238E27FC236}">
                    <a16:creationId xmlns:a16="http://schemas.microsoft.com/office/drawing/2014/main" xmlns="" id="{549F9C8B-4EF5-A503-812D-B08F2BC7B3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2185"/>
                <a:ext cx="176" cy="68"/>
                <a:chOff x="2848" y="848"/>
                <a:chExt cx="140" cy="98"/>
              </a:xfrm>
            </p:grpSpPr>
            <p:sp>
              <p:nvSpPr>
                <p:cNvPr id="41" name="Line 11">
                  <a:extLst>
                    <a:ext uri="{FF2B5EF4-FFF2-40B4-BE49-F238E27FC236}">
                      <a16:creationId xmlns:a16="http://schemas.microsoft.com/office/drawing/2014/main" xmlns="" id="{16F06A90-7783-E113-5AF8-D82739A925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Line 12">
                  <a:extLst>
                    <a:ext uri="{FF2B5EF4-FFF2-40B4-BE49-F238E27FC236}">
                      <a16:creationId xmlns:a16="http://schemas.microsoft.com/office/drawing/2014/main" xmlns="" id="{8736B8FA-BA41-151F-AA3C-672A524FA8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Line 13">
                  <a:extLst>
                    <a:ext uri="{FF2B5EF4-FFF2-40B4-BE49-F238E27FC236}">
                      <a16:creationId xmlns:a16="http://schemas.microsoft.com/office/drawing/2014/main" xmlns="" id="{42D3EDB0-A1B3-FF25-FD73-0C329742DD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7" name="Group 14">
                <a:extLst>
                  <a:ext uri="{FF2B5EF4-FFF2-40B4-BE49-F238E27FC236}">
                    <a16:creationId xmlns:a16="http://schemas.microsoft.com/office/drawing/2014/main" xmlns="" id="{CDF043B2-6890-532C-2B1A-E949419806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08" y="2184"/>
                <a:ext cx="176" cy="68"/>
                <a:chOff x="2848" y="848"/>
                <a:chExt cx="140" cy="98"/>
              </a:xfrm>
            </p:grpSpPr>
            <p:sp>
              <p:nvSpPr>
                <p:cNvPr id="38" name="Line 15">
                  <a:extLst>
                    <a:ext uri="{FF2B5EF4-FFF2-40B4-BE49-F238E27FC236}">
                      <a16:creationId xmlns:a16="http://schemas.microsoft.com/office/drawing/2014/main" xmlns="" id="{DBDC62CF-8B42-440E-FED2-74A2D42C63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Line 16">
                  <a:extLst>
                    <a:ext uri="{FF2B5EF4-FFF2-40B4-BE49-F238E27FC236}">
                      <a16:creationId xmlns:a16="http://schemas.microsoft.com/office/drawing/2014/main" xmlns="" id="{95A97234-F620-178D-76F3-956DE2DF72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Line 17">
                  <a:extLst>
                    <a:ext uri="{FF2B5EF4-FFF2-40B4-BE49-F238E27FC236}">
                      <a16:creationId xmlns:a16="http://schemas.microsoft.com/office/drawing/2014/main" xmlns="" id="{7CFD6348-7792-77A6-D16F-2824C37D9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aphicFrame>
          <p:nvGraphicFramePr>
            <p:cNvPr id="11" name="Object 22">
              <a:extLst>
                <a:ext uri="{FF2B5EF4-FFF2-40B4-BE49-F238E27FC236}">
                  <a16:creationId xmlns:a16="http://schemas.microsoft.com/office/drawing/2014/main" xmlns="" id="{EB878059-0A7D-639B-1AB5-9D0A2ADC03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2580988"/>
                </p:ext>
              </p:extLst>
            </p:nvPr>
          </p:nvGraphicFramePr>
          <p:xfrm>
            <a:off x="1736725" y="4337050"/>
            <a:ext cx="646113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68619" name="Object 22">
                          <a:extLst>
                            <a:ext uri="{FF2B5EF4-FFF2-40B4-BE49-F238E27FC236}">
                              <a16:creationId xmlns:a16="http://schemas.microsoft.com/office/drawing/2014/main" xmlns="" id="{F7E662EE-55D6-C8DC-4C41-6FF307FF86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6725" y="4337050"/>
                          <a:ext cx="646113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23">
              <a:extLst>
                <a:ext uri="{FF2B5EF4-FFF2-40B4-BE49-F238E27FC236}">
                  <a16:creationId xmlns:a16="http://schemas.microsoft.com/office/drawing/2014/main" xmlns="" id="{BDC3EDD1-0369-8F56-184A-AB127938F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4743450"/>
              <a:ext cx="50482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3" name="Line 24">
              <a:extLst>
                <a:ext uri="{FF2B5EF4-FFF2-40B4-BE49-F238E27FC236}">
                  <a16:creationId xmlns:a16="http://schemas.microsoft.com/office/drawing/2014/main" xmlns="" id="{6CC0AC37-370B-7095-D129-A296A6C2D8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7000" y="5729288"/>
              <a:ext cx="195263" cy="4762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Line 25">
              <a:extLst>
                <a:ext uri="{FF2B5EF4-FFF2-40B4-BE49-F238E27FC236}">
                  <a16:creationId xmlns:a16="http://schemas.microsoft.com/office/drawing/2014/main" xmlns="" id="{23E99D53-93C1-A5D3-BCA4-2E3C889CF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250" y="5162550"/>
              <a:ext cx="1933575" cy="952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xmlns="" id="{072FAC15-0066-3302-DEB0-A50BF3E6C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7025" y="4733925"/>
              <a:ext cx="0" cy="1000125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xmlns="" id="{49357131-407B-6373-91B2-05D2565F5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550" y="5167313"/>
              <a:ext cx="200025" cy="0"/>
            </a:xfrm>
            <a:prstGeom prst="line">
              <a:avLst/>
            </a:prstGeom>
            <a:noFill/>
            <a:ln w="19050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xmlns="" id="{30AB03DB-BA22-CB20-1F9B-F77B71912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5413" y="4962525"/>
              <a:ext cx="147637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xmlns="" id="{7786A58F-5675-89F4-7279-920255C3E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875" y="5033963"/>
              <a:ext cx="147638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9" name="Rectangle 30">
              <a:extLst>
                <a:ext uri="{FF2B5EF4-FFF2-40B4-BE49-F238E27FC236}">
                  <a16:creationId xmlns:a16="http://schemas.microsoft.com/office/drawing/2014/main" xmlns="" id="{7BC611E8-F412-3179-E2B6-492F3C891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033963"/>
              <a:ext cx="147638" cy="200025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0" name="Rectangle 31">
              <a:extLst>
                <a:ext uri="{FF2B5EF4-FFF2-40B4-BE49-F238E27FC236}">
                  <a16:creationId xmlns:a16="http://schemas.microsoft.com/office/drawing/2014/main" xmlns="" id="{2844EAC4-F836-AF45-7FDB-EC609854D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113" y="5208588"/>
              <a:ext cx="147637" cy="200025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1" name="Freeform 32">
              <a:extLst>
                <a:ext uri="{FF2B5EF4-FFF2-40B4-BE49-F238E27FC236}">
                  <a16:creationId xmlns:a16="http://schemas.microsoft.com/office/drawing/2014/main" xmlns="" id="{F5D93CBD-8BCC-7375-BC0E-5702E7132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5087938"/>
              <a:ext cx="228600" cy="103187"/>
            </a:xfrm>
            <a:custGeom>
              <a:avLst/>
              <a:gdLst>
                <a:gd name="T0" fmla="*/ 0 w 111"/>
                <a:gd name="T1" fmla="*/ 2147483647 h 67"/>
                <a:gd name="T2" fmla="*/ 0 w 111"/>
                <a:gd name="T3" fmla="*/ 0 h 67"/>
                <a:gd name="T4" fmla="*/ 2147483647 w 111"/>
                <a:gd name="T5" fmla="*/ 2147483647 h 67"/>
                <a:gd name="T6" fmla="*/ 0 60000 65536"/>
                <a:gd name="T7" fmla="*/ 0 60000 65536"/>
                <a:gd name="T8" fmla="*/ 0 60000 65536"/>
                <a:gd name="T9" fmla="*/ 0 w 111"/>
                <a:gd name="T10" fmla="*/ 0 h 67"/>
                <a:gd name="T11" fmla="*/ 111 w 111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67">
                  <a:moveTo>
                    <a:pt x="0" y="67"/>
                  </a:moveTo>
                  <a:lnTo>
                    <a:pt x="0" y="0"/>
                  </a:lnTo>
                  <a:lnTo>
                    <a:pt x="111" y="1"/>
                  </a:lnTo>
                </a:path>
              </a:pathLst>
            </a:cu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Line 33">
              <a:extLst>
                <a:ext uri="{FF2B5EF4-FFF2-40B4-BE49-F238E27FC236}">
                  <a16:creationId xmlns:a16="http://schemas.microsoft.com/office/drawing/2014/main" xmlns="" id="{4E6DFF46-CCB7-344C-B036-B5C53F1DFD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09875" y="5451475"/>
              <a:ext cx="0" cy="17621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3" name="Text Box 35">
              <a:extLst>
                <a:ext uri="{FF2B5EF4-FFF2-40B4-BE49-F238E27FC236}">
                  <a16:creationId xmlns:a16="http://schemas.microsoft.com/office/drawing/2014/main" xmlns="" id="{D2AD2730-14DD-2653-3952-356904C90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4300" y="4360863"/>
              <a:ext cx="40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07F09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A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07F0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4" name="Text Box 36">
              <a:extLst>
                <a:ext uri="{FF2B5EF4-FFF2-40B4-BE49-F238E27FC236}">
                  <a16:creationId xmlns:a16="http://schemas.microsoft.com/office/drawing/2014/main" xmlns="" id="{A11C9CBF-CEB6-AE3C-5BBC-E964631AC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0525" y="5380038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9F2936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07F0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5" name="Text Box 40">
              <a:extLst>
                <a:ext uri="{FF2B5EF4-FFF2-40B4-BE49-F238E27FC236}">
                  <a16:creationId xmlns:a16="http://schemas.microsoft.com/office/drawing/2014/main" xmlns="" id="{411D160F-8D5D-7FB8-2C83-5AAF16356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5675" y="4203700"/>
              <a:ext cx="28813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packet being transmitted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6" name="Line 41">
              <a:extLst>
                <a:ext uri="{FF2B5EF4-FFF2-40B4-BE49-F238E27FC236}">
                  <a16:creationId xmlns:a16="http://schemas.microsoft.com/office/drawing/2014/main" xmlns="" id="{93B3A307-C1AB-95DA-27FA-9721C60A886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4283075" y="4495800"/>
              <a:ext cx="727075" cy="57785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xmlns="" id="{2D78903D-26C1-1D2A-9E92-005A57386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5032375"/>
              <a:ext cx="147637" cy="200025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8" name="Rectangle 57">
              <a:extLst>
                <a:ext uri="{FF2B5EF4-FFF2-40B4-BE49-F238E27FC236}">
                  <a16:creationId xmlns:a16="http://schemas.microsoft.com/office/drawing/2014/main" xmlns="" id="{8D992CB8-514A-A90E-ADD8-DC3A2AD77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7438" y="5032375"/>
              <a:ext cx="147637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9" name="Rectangle 58">
              <a:extLst>
                <a:ext uri="{FF2B5EF4-FFF2-40B4-BE49-F238E27FC236}">
                  <a16:creationId xmlns:a16="http://schemas.microsoft.com/office/drawing/2014/main" xmlns="" id="{E497B104-55D2-C016-98C6-CA6AD52DD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338" y="5032375"/>
              <a:ext cx="147637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0" name="Rectangle 59">
              <a:extLst>
                <a:ext uri="{FF2B5EF4-FFF2-40B4-BE49-F238E27FC236}">
                  <a16:creationId xmlns:a16="http://schemas.microsoft.com/office/drawing/2014/main" xmlns="" id="{5A7975B1-18EC-F273-2151-DE766E387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8825" y="5032375"/>
              <a:ext cx="147638" cy="200025"/>
            </a:xfrm>
            <a:prstGeom prst="rect">
              <a:avLst/>
            </a:prstGeom>
            <a:solidFill>
              <a:srgbClr val="9F2936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1" name="Rectangle 61">
              <a:extLst>
                <a:ext uri="{FF2B5EF4-FFF2-40B4-BE49-F238E27FC236}">
                  <a16:creationId xmlns:a16="http://schemas.microsoft.com/office/drawing/2014/main" xmlns="" id="{390828D6-67E8-4068-F3C4-02D1B4B7D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3725" y="5033963"/>
              <a:ext cx="147638" cy="200025"/>
            </a:xfrm>
            <a:prstGeom prst="rect">
              <a:avLst/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2" name="Rectangle 62">
              <a:extLst>
                <a:ext uri="{FF2B5EF4-FFF2-40B4-BE49-F238E27FC236}">
                  <a16:creationId xmlns:a16="http://schemas.microsoft.com/office/drawing/2014/main" xmlns="" id="{566593E8-0160-34CE-3DCB-6507A59FD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5150" y="5010150"/>
              <a:ext cx="1171575" cy="242888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3" name="Line 63">
              <a:extLst>
                <a:ext uri="{FF2B5EF4-FFF2-40B4-BE49-F238E27FC236}">
                  <a16:creationId xmlns:a16="http://schemas.microsoft.com/office/drawing/2014/main" xmlns="" id="{8E41A1C6-4227-58EA-9F84-ACB6F728EC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3008313" y="5448300"/>
              <a:ext cx="771525" cy="396875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Text Box 65">
              <a:extLst>
                <a:ext uri="{FF2B5EF4-FFF2-40B4-BE49-F238E27FC236}">
                  <a16:creationId xmlns:a16="http://schemas.microsoft.com/office/drawing/2014/main" xmlns="" id="{A013F3D3-37DF-5F08-C924-28CB6182E2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6400" y="4022725"/>
              <a:ext cx="1639888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buffer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(waiting area)</a:t>
              </a: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5" name="Line 66">
              <a:extLst>
                <a:ext uri="{FF2B5EF4-FFF2-40B4-BE49-F238E27FC236}">
                  <a16:creationId xmlns:a16="http://schemas.microsoft.com/office/drawing/2014/main" xmlns="" id="{681CB65F-684D-E720-6F8E-8268FA2E6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500" y="4619625"/>
              <a:ext cx="0" cy="333375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4" name="Text Box 64">
            <a:extLst>
              <a:ext uri="{FF2B5EF4-FFF2-40B4-BE49-F238E27FC236}">
                <a16:creationId xmlns:a16="http://schemas.microsoft.com/office/drawing/2014/main" xmlns="" id="{2E3473E5-C0CC-26A2-592D-4D3D849E1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661025"/>
            <a:ext cx="20780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hangingPunct="1"/>
            <a:r>
              <a:rPr lang="en-US" altLang="en-US" sz="1800" kern="12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packet arriving to</a:t>
            </a:r>
          </a:p>
          <a:p>
            <a:pPr hangingPunct="1"/>
            <a:r>
              <a:rPr lang="en-US" altLang="en-US" sz="1800" kern="12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full buffer</a:t>
            </a:r>
            <a:r>
              <a:rPr lang="en-US" altLang="en-US" sz="1800" kern="1200" dirty="0">
                <a:solidFill>
                  <a:prstClr val="black"/>
                </a:solidFill>
                <a:latin typeface="Comic Sans MS" panose="030F0702030302020204" pitchFamily="66" charset="0"/>
                <a:ea typeface="+mn-ea"/>
                <a:cs typeface="+mn-cs"/>
              </a:rPr>
              <a:t> </a:t>
            </a:r>
            <a:r>
              <a:rPr lang="en-US" altLang="en-US" sz="1800" kern="12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is </a:t>
            </a:r>
            <a:r>
              <a:rPr lang="en-US" altLang="en-US" sz="1800" i="1" kern="1200" dirty="0">
                <a:solidFill>
                  <a:srgbClr val="FF0000"/>
                </a:solidFill>
                <a:latin typeface="Comic Sans MS" panose="030F0702030302020204" pitchFamily="66" charset="0"/>
                <a:ea typeface="+mn-ea"/>
                <a:cs typeface="+mn-cs"/>
              </a:rPr>
              <a:t>lost</a:t>
            </a:r>
          </a:p>
        </p:txBody>
      </p:sp>
    </p:spTree>
    <p:extLst>
      <p:ext uri="{BB962C8B-B14F-4D97-AF65-F5344CB8AC3E}">
        <p14:creationId xmlns:p14="http://schemas.microsoft.com/office/powerpoint/2010/main" val="286671371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87AFC96-A4BB-AFE3-D24B-795CE4A9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C0DB4252-7509-91B0-8D8F-ADBD8E0644E0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Throughput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3A5FF0DA-C2AC-2354-FF26-37830CDA7000}"/>
              </a:ext>
            </a:extLst>
          </p:cNvPr>
          <p:cNvSpPr txBox="1">
            <a:spLocks noChangeArrowheads="1"/>
          </p:cNvSpPr>
          <p:nvPr/>
        </p:nvSpPr>
        <p:spPr>
          <a:xfrm>
            <a:off x="519113" y="1447800"/>
            <a:ext cx="7772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20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throughput:</a:t>
            </a:r>
            <a:r>
              <a:rPr kumimoji="0" lang="en-US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rate (bits/time unit) at which bits transferred between sender/receiver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instantaneous</a:t>
            </a: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rate at given point in time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en-US" sz="2800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average: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rate over longer period of time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C84B88E7-831A-FBE4-AB33-633E2682BA79}"/>
              </a:ext>
            </a:extLst>
          </p:cNvPr>
          <p:cNvGrpSpPr/>
          <p:nvPr/>
        </p:nvGrpSpPr>
        <p:grpSpPr>
          <a:xfrm>
            <a:off x="44559" y="3641725"/>
            <a:ext cx="8462854" cy="2428875"/>
            <a:chOff x="44559" y="3641725"/>
            <a:chExt cx="8462854" cy="2428875"/>
          </a:xfrm>
        </p:grpSpPr>
        <p:sp>
          <p:nvSpPr>
            <p:cNvPr id="5" name="Line 321">
              <a:extLst>
                <a:ext uri="{FF2B5EF4-FFF2-40B4-BE49-F238E27FC236}">
                  <a16:creationId xmlns:a16="http://schemas.microsoft.com/office/drawing/2014/main" xmlns="" id="{5F9FB769-21B9-ED50-4FF0-374806560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1450" y="4530725"/>
              <a:ext cx="6316663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9" name="Group 246">
              <a:extLst>
                <a:ext uri="{FF2B5EF4-FFF2-40B4-BE49-F238E27FC236}">
                  <a16:creationId xmlns:a16="http://schemas.microsoft.com/office/drawing/2014/main" xmlns="" id="{691195B6-F463-5D0D-BB6A-435E68D529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6825" y="4394200"/>
              <a:ext cx="1055688" cy="360363"/>
              <a:chOff x="3600" y="219"/>
              <a:chExt cx="360" cy="175"/>
            </a:xfrm>
          </p:grpSpPr>
          <p:sp>
            <p:nvSpPr>
              <p:cNvPr id="44" name="Oval 247">
                <a:extLst>
                  <a:ext uri="{FF2B5EF4-FFF2-40B4-BE49-F238E27FC236}">
                    <a16:creationId xmlns:a16="http://schemas.microsoft.com/office/drawing/2014/main" xmlns="" id="{5AE9143A-7CE5-CA31-6785-8BF6590D0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5" name="Line 248">
                <a:extLst>
                  <a:ext uri="{FF2B5EF4-FFF2-40B4-BE49-F238E27FC236}">
                    <a16:creationId xmlns:a16="http://schemas.microsoft.com/office/drawing/2014/main" xmlns="" id="{BE396D48-7965-7B2B-C47A-A5F30A0A6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6" name="Line 249">
                <a:extLst>
                  <a:ext uri="{FF2B5EF4-FFF2-40B4-BE49-F238E27FC236}">
                    <a16:creationId xmlns:a16="http://schemas.microsoft.com/office/drawing/2014/main" xmlns="" id="{13D1061B-E969-B354-1EC7-6A1425875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7" name="Rectangle 250">
                <a:extLst>
                  <a:ext uri="{FF2B5EF4-FFF2-40B4-BE49-F238E27FC236}">
                    <a16:creationId xmlns:a16="http://schemas.microsoft.com/office/drawing/2014/main" xmlns="" id="{FD70C2C7-A48D-50F7-297B-073A3CA10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8" name="Oval 251">
                <a:extLst>
                  <a:ext uri="{FF2B5EF4-FFF2-40B4-BE49-F238E27FC236}">
                    <a16:creationId xmlns:a16="http://schemas.microsoft.com/office/drawing/2014/main" xmlns="" id="{2F4A388F-08F2-4F41-89ED-0CFF64999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grpSp>
            <p:nvGrpSpPr>
              <p:cNvPr id="49" name="Group 252">
                <a:extLst>
                  <a:ext uri="{FF2B5EF4-FFF2-40B4-BE49-F238E27FC236}">
                    <a16:creationId xmlns:a16="http://schemas.microsoft.com/office/drawing/2014/main" xmlns="" id="{BCC1556C-645A-924B-13BD-E5FD099EA8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54" name="Line 253">
                  <a:extLst>
                    <a:ext uri="{FF2B5EF4-FFF2-40B4-BE49-F238E27FC236}">
                      <a16:creationId xmlns:a16="http://schemas.microsoft.com/office/drawing/2014/main" xmlns="" id="{07476719-47F4-3F92-22A4-567DA0465A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Line 254">
                  <a:extLst>
                    <a:ext uri="{FF2B5EF4-FFF2-40B4-BE49-F238E27FC236}">
                      <a16:creationId xmlns:a16="http://schemas.microsoft.com/office/drawing/2014/main" xmlns="" id="{B5442E84-48AF-50A6-BC0F-8AB2AECB40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Line 255">
                  <a:extLst>
                    <a:ext uri="{FF2B5EF4-FFF2-40B4-BE49-F238E27FC236}">
                      <a16:creationId xmlns:a16="http://schemas.microsoft.com/office/drawing/2014/main" xmlns="" id="{E1834BB2-E5EF-5440-4D58-C3E907C2B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" name="Group 256">
                <a:extLst>
                  <a:ext uri="{FF2B5EF4-FFF2-40B4-BE49-F238E27FC236}">
                    <a16:creationId xmlns:a16="http://schemas.microsoft.com/office/drawing/2014/main" xmlns="" id="{7E68D6B7-CB22-82E7-C7C8-C841AC1753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51" name="Line 257">
                  <a:extLst>
                    <a:ext uri="{FF2B5EF4-FFF2-40B4-BE49-F238E27FC236}">
                      <a16:creationId xmlns:a16="http://schemas.microsoft.com/office/drawing/2014/main" xmlns="" id="{1FFC0150-B19D-2C19-D2C1-53A210CF31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Line 258">
                  <a:extLst>
                    <a:ext uri="{FF2B5EF4-FFF2-40B4-BE49-F238E27FC236}">
                      <a16:creationId xmlns:a16="http://schemas.microsoft.com/office/drawing/2014/main" xmlns="" id="{FAF1906D-A016-D393-2C77-8B9919820B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Line 259">
                  <a:extLst>
                    <a:ext uri="{FF2B5EF4-FFF2-40B4-BE49-F238E27FC236}">
                      <a16:creationId xmlns:a16="http://schemas.microsoft.com/office/drawing/2014/main" xmlns="" id="{BC9D25FD-E5B7-F3CA-6D68-6EF9B2DED5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aphicFrame>
          <p:nvGraphicFramePr>
            <p:cNvPr id="10" name="Object 271">
              <a:extLst>
                <a:ext uri="{FF2B5EF4-FFF2-40B4-BE49-F238E27FC236}">
                  <a16:creationId xmlns:a16="http://schemas.microsoft.com/office/drawing/2014/main" xmlns="" id="{08098BE3-B856-BBE6-928F-09AAC43D484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6908938"/>
                </p:ext>
              </p:extLst>
            </p:nvPr>
          </p:nvGraphicFramePr>
          <p:xfrm>
            <a:off x="7721600" y="4062413"/>
            <a:ext cx="785813" cy="655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1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69640" name="Object 271">
                          <a:extLst>
                            <a:ext uri="{FF2B5EF4-FFF2-40B4-BE49-F238E27FC236}">
                              <a16:creationId xmlns:a16="http://schemas.microsoft.com/office/drawing/2014/main" xmlns="" id="{0AABF50D-2C95-7B13-0670-5C4F627903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1600" y="4062413"/>
                          <a:ext cx="785813" cy="6556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Group 300">
              <a:extLst>
                <a:ext uri="{FF2B5EF4-FFF2-40B4-BE49-F238E27FC236}">
                  <a16:creationId xmlns:a16="http://schemas.microsoft.com/office/drawing/2014/main" xmlns="" id="{FB74A934-8F20-2F40-DA31-5E88A5C02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2975" y="3981450"/>
              <a:ext cx="374650" cy="838200"/>
              <a:chOff x="4180" y="783"/>
              <a:chExt cx="150" cy="307"/>
            </a:xfrm>
          </p:grpSpPr>
          <p:sp>
            <p:nvSpPr>
              <p:cNvPr id="36" name="AutoShape 301">
                <a:extLst>
                  <a:ext uri="{FF2B5EF4-FFF2-40B4-BE49-F238E27FC236}">
                    <a16:creationId xmlns:a16="http://schemas.microsoft.com/office/drawing/2014/main" xmlns="" id="{25BE6FEF-0EDA-1B80-787C-FB6BCCBA0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7" name="Rectangle 302">
                <a:extLst>
                  <a:ext uri="{FF2B5EF4-FFF2-40B4-BE49-F238E27FC236}">
                    <a16:creationId xmlns:a16="http://schemas.microsoft.com/office/drawing/2014/main" xmlns="" id="{2831713B-B4A8-398B-A2AC-BB7FDF89E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8" name="Rectangle 303">
                <a:extLst>
                  <a:ext uri="{FF2B5EF4-FFF2-40B4-BE49-F238E27FC236}">
                    <a16:creationId xmlns:a16="http://schemas.microsoft.com/office/drawing/2014/main" xmlns="" id="{257A9DDD-6639-6972-8AAF-11E9B7A92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9" name="AutoShape 304">
                <a:extLst>
                  <a:ext uri="{FF2B5EF4-FFF2-40B4-BE49-F238E27FC236}">
                    <a16:creationId xmlns:a16="http://schemas.microsoft.com/office/drawing/2014/main" xmlns="" id="{72A4A445-58F4-7E13-621B-0D18A3FE7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0" name="Line 305">
                <a:extLst>
                  <a:ext uri="{FF2B5EF4-FFF2-40B4-BE49-F238E27FC236}">
                    <a16:creationId xmlns:a16="http://schemas.microsoft.com/office/drawing/2014/main" xmlns="" id="{C3BC1F3F-F196-FD29-6D12-6652BB7DA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1" name="Line 306">
                <a:extLst>
                  <a:ext uri="{FF2B5EF4-FFF2-40B4-BE49-F238E27FC236}">
                    <a16:creationId xmlns:a16="http://schemas.microsoft.com/office/drawing/2014/main" xmlns="" id="{8762330A-4688-8145-CFB3-8BAB5821B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2" name="Rectangle 307">
                <a:extLst>
                  <a:ext uri="{FF2B5EF4-FFF2-40B4-BE49-F238E27FC236}">
                    <a16:creationId xmlns:a16="http://schemas.microsoft.com/office/drawing/2014/main" xmlns="" id="{F76B1883-1526-B7C9-DDAE-76098D342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9F2936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43" name="Rectangle 308">
                <a:extLst>
                  <a:ext uri="{FF2B5EF4-FFF2-40B4-BE49-F238E27FC236}">
                    <a16:creationId xmlns:a16="http://schemas.microsoft.com/office/drawing/2014/main" xmlns="" id="{67750DDE-8B86-22D6-FBCA-F833C1C9FA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Text Box 325">
              <a:extLst>
                <a:ext uri="{FF2B5EF4-FFF2-40B4-BE49-F238E27FC236}">
                  <a16:creationId xmlns:a16="http://schemas.microsoft.com/office/drawing/2014/main" xmlns="" id="{C9BFBCB7-5B8D-AAC8-4062-06B1C75DB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59" y="5035259"/>
              <a:ext cx="2226747" cy="100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server, with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file of F bits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to send to client</a:t>
              </a:r>
            </a:p>
          </p:txBody>
        </p:sp>
        <p:sp>
          <p:nvSpPr>
            <p:cNvPr id="13" name="AutoShape 327">
              <a:extLst>
                <a:ext uri="{FF2B5EF4-FFF2-40B4-BE49-F238E27FC236}">
                  <a16:creationId xmlns:a16="http://schemas.microsoft.com/office/drawing/2014/main" xmlns="" id="{91FAD9A5-CFB3-70E6-7A35-6FEC7B6EE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" y="3641725"/>
              <a:ext cx="449263" cy="581025"/>
            </a:xfrm>
            <a:prstGeom prst="can">
              <a:avLst>
                <a:gd name="adj" fmla="val 26147"/>
              </a:avLst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14" name="Text Box 328">
              <a:extLst>
                <a:ext uri="{FF2B5EF4-FFF2-40B4-BE49-F238E27FC236}">
                  <a16:creationId xmlns:a16="http://schemas.microsoft.com/office/drawing/2014/main" xmlns="" id="{2CBEAAC3-D3B8-C6C7-0D3E-B6090AFB5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4938" y="4973638"/>
              <a:ext cx="16510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link capacity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R</a:t>
              </a:r>
              <a:r>
                <a:rPr kumimoji="0" lang="en-US" alt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</a:t>
              </a:r>
              <a:r>
                <a:rPr kumimoji="0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bits/sec</a:t>
              </a:r>
            </a:p>
          </p:txBody>
        </p:sp>
        <p:sp>
          <p:nvSpPr>
            <p:cNvPr id="15" name="Text Box 329">
              <a:extLst>
                <a:ext uri="{FF2B5EF4-FFF2-40B4-BE49-F238E27FC236}">
                  <a16:creationId xmlns:a16="http://schemas.microsoft.com/office/drawing/2014/main" xmlns="" id="{B9055D9B-4716-954E-4C97-B5518CD58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3550" y="4970463"/>
              <a:ext cx="16510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link capacity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R</a:t>
              </a:r>
              <a:r>
                <a:rPr kumimoji="0" lang="en-US" alt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c</a:t>
              </a:r>
              <a:r>
                <a:rPr kumimoji="0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bits/sec</a:t>
              </a:r>
            </a:p>
          </p:txBody>
        </p:sp>
        <p:grpSp>
          <p:nvGrpSpPr>
            <p:cNvPr id="16" name="Group 338">
              <a:extLst>
                <a:ext uri="{FF2B5EF4-FFF2-40B4-BE49-F238E27FC236}">
                  <a16:creationId xmlns:a16="http://schemas.microsoft.com/office/drawing/2014/main" xmlns="" id="{B4863FCB-DA16-12F8-A2C8-C8A2BA1BC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938" y="4371975"/>
              <a:ext cx="3568700" cy="1676400"/>
              <a:chOff x="913" y="2726"/>
              <a:chExt cx="2248" cy="1056"/>
            </a:xfrm>
          </p:grpSpPr>
          <p:grpSp>
            <p:nvGrpSpPr>
              <p:cNvPr id="30" name="Group 335">
                <a:extLst>
                  <a:ext uri="{FF2B5EF4-FFF2-40B4-BE49-F238E27FC236}">
                    <a16:creationId xmlns:a16="http://schemas.microsoft.com/office/drawing/2014/main" xmlns="" id="{5E7FDB88-7316-3AD9-1A62-323BE43AA8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3" y="2726"/>
                <a:ext cx="1463" cy="247"/>
                <a:chOff x="2249" y="3430"/>
                <a:chExt cx="1389" cy="256"/>
              </a:xfrm>
            </p:grpSpPr>
            <p:sp>
              <p:nvSpPr>
                <p:cNvPr id="32" name="Oval 333">
                  <a:extLst>
                    <a:ext uri="{FF2B5EF4-FFF2-40B4-BE49-F238E27FC236}">
                      <a16:creationId xmlns:a16="http://schemas.microsoft.com/office/drawing/2014/main" xmlns="" id="{7126343C-F6A8-5DDD-F84B-E321AFAA19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3433"/>
                  <a:ext cx="69" cy="253"/>
                </a:xfrm>
                <a:prstGeom prst="ellipse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Rectangle 332">
                  <a:extLst>
                    <a:ext uri="{FF2B5EF4-FFF2-40B4-BE49-F238E27FC236}">
                      <a16:creationId xmlns:a16="http://schemas.microsoft.com/office/drawing/2014/main" xmlns="" id="{A145E04E-0676-169C-01CB-FC39C501A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5" y="3433"/>
                  <a:ext cx="1326" cy="253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331">
                  <a:extLst>
                    <a:ext uri="{FF2B5EF4-FFF2-40B4-BE49-F238E27FC236}">
                      <a16:creationId xmlns:a16="http://schemas.microsoft.com/office/drawing/2014/main" xmlns="" id="{F659FEC2-7D5D-1B88-4928-55C65B9426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9" y="3430"/>
                  <a:ext cx="69" cy="253"/>
                </a:xfrm>
                <a:prstGeom prst="ellipse">
                  <a:avLst/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 334">
                  <a:extLst>
                    <a:ext uri="{FF2B5EF4-FFF2-40B4-BE49-F238E27FC236}">
                      <a16:creationId xmlns:a16="http://schemas.microsoft.com/office/drawing/2014/main" xmlns="" id="{0881C79D-5500-4F53-EF73-7D6FE83B5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3438"/>
                  <a:ext cx="44" cy="246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1" name="Text Box 336">
                <a:extLst>
                  <a:ext uri="{FF2B5EF4-FFF2-40B4-BE49-F238E27FC236}">
                    <a16:creationId xmlns:a16="http://schemas.microsoft.com/office/drawing/2014/main" xmlns="" id="{B0E198B2-71C6-757B-8169-0C06574B58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3148"/>
                <a:ext cx="1769" cy="634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pipe that can carry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fluid at rate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R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</a:t>
                </a:r>
                <a:r>
                  <a:rPr kumimoji="0" lang="en-US" altLang="en-US" sz="20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</a:t>
                </a: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bits/sec)</a:t>
                </a:r>
              </a:p>
            </p:txBody>
          </p:sp>
        </p:grpSp>
        <p:sp>
          <p:nvSpPr>
            <p:cNvPr id="17" name="Line 337">
              <a:extLst>
                <a:ext uri="{FF2B5EF4-FFF2-40B4-BE49-F238E27FC236}">
                  <a16:creationId xmlns:a16="http://schemas.microsoft.com/office/drawing/2014/main" xmlns="" id="{9AB06F40-6BE5-8F4A-425F-065F3E3AF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01938" y="4614863"/>
              <a:ext cx="477837" cy="45085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Line 347">
              <a:extLst>
                <a:ext uri="{FF2B5EF4-FFF2-40B4-BE49-F238E27FC236}">
                  <a16:creationId xmlns:a16="http://schemas.microsoft.com/office/drawing/2014/main" xmlns="" id="{4CDA0C82-56B0-AFC4-E9C8-7E80D3B876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4063" y="4557713"/>
              <a:ext cx="479425" cy="522287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9" name="AutoShape 349">
              <a:extLst>
                <a:ext uri="{FF2B5EF4-FFF2-40B4-BE49-F238E27FC236}">
                  <a16:creationId xmlns:a16="http://schemas.microsoft.com/office/drawing/2014/main" xmlns="" id="{F6365D25-1582-592B-42C5-0B3969E23B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08000" y="4064000"/>
              <a:ext cx="974725" cy="720725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AutoShape 350">
              <a:extLst>
                <a:ext uri="{FF2B5EF4-FFF2-40B4-BE49-F238E27FC236}">
                  <a16:creationId xmlns:a16="http://schemas.microsoft.com/office/drawing/2014/main" xmlns="" id="{83080725-4A39-373E-0A7C-FC0BA5022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6625" y="4325938"/>
              <a:ext cx="889000" cy="485775"/>
            </a:xfrm>
            <a:prstGeom prst="rightArrow">
              <a:avLst>
                <a:gd name="adj1" fmla="val 50000"/>
                <a:gd name="adj2" fmla="val 45752"/>
              </a:avLst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21" name="Group 348">
              <a:extLst>
                <a:ext uri="{FF2B5EF4-FFF2-40B4-BE49-F238E27FC236}">
                  <a16:creationId xmlns:a16="http://schemas.microsoft.com/office/drawing/2014/main" xmlns="" id="{E923F62F-9305-B156-0B3F-FFF89701B7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0138" y="4248150"/>
              <a:ext cx="3178175" cy="1822450"/>
              <a:chOff x="3093" y="2676"/>
              <a:chExt cx="2002" cy="1148"/>
            </a:xfrm>
          </p:grpSpPr>
          <p:grpSp>
            <p:nvGrpSpPr>
              <p:cNvPr id="24" name="Group 341">
                <a:extLst>
                  <a:ext uri="{FF2B5EF4-FFF2-40B4-BE49-F238E27FC236}">
                    <a16:creationId xmlns:a16="http://schemas.microsoft.com/office/drawing/2014/main" xmlns="" id="{DDB12276-DE00-10F1-EA7B-E9AB50E633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3" y="2676"/>
                <a:ext cx="1765" cy="366"/>
                <a:chOff x="2249" y="3430"/>
                <a:chExt cx="1389" cy="256"/>
              </a:xfrm>
            </p:grpSpPr>
            <p:sp>
              <p:nvSpPr>
                <p:cNvPr id="26" name="Oval 342">
                  <a:extLst>
                    <a:ext uri="{FF2B5EF4-FFF2-40B4-BE49-F238E27FC236}">
                      <a16:creationId xmlns:a16="http://schemas.microsoft.com/office/drawing/2014/main" xmlns="" id="{CD92F943-5B0F-5BC5-110B-C1521D570B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3433"/>
                  <a:ext cx="69" cy="253"/>
                </a:xfrm>
                <a:prstGeom prst="ellipse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Rectangle 343">
                  <a:extLst>
                    <a:ext uri="{FF2B5EF4-FFF2-40B4-BE49-F238E27FC236}">
                      <a16:creationId xmlns:a16="http://schemas.microsoft.com/office/drawing/2014/main" xmlns="" id="{1FB8D921-E1EB-0653-9053-051956B685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5" y="3433"/>
                  <a:ext cx="1326" cy="253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8" name="Oval 344">
                  <a:extLst>
                    <a:ext uri="{FF2B5EF4-FFF2-40B4-BE49-F238E27FC236}">
                      <a16:creationId xmlns:a16="http://schemas.microsoft.com/office/drawing/2014/main" xmlns="" id="{4D0ECA80-12CB-0DFD-5A6E-14B390AFC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9" y="3430"/>
                  <a:ext cx="69" cy="253"/>
                </a:xfrm>
                <a:prstGeom prst="ellipse">
                  <a:avLst/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Rectangle 345">
                  <a:extLst>
                    <a:ext uri="{FF2B5EF4-FFF2-40B4-BE49-F238E27FC236}">
                      <a16:creationId xmlns:a16="http://schemas.microsoft.com/office/drawing/2014/main" xmlns="" id="{7DB76537-8075-A098-5720-62A814B404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3438"/>
                  <a:ext cx="44" cy="246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Text Box 346">
                <a:extLst>
                  <a:ext uri="{FF2B5EF4-FFF2-40B4-BE49-F238E27FC236}">
                    <a16:creationId xmlns:a16="http://schemas.microsoft.com/office/drawing/2014/main" xmlns="" id="{0AD13F7D-4C28-B9B8-676E-E89205D908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5" y="3190"/>
                <a:ext cx="1860" cy="634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pipe that can carry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fluid at rate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R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</a:t>
                </a:r>
                <a:r>
                  <a:rPr kumimoji="0" lang="en-US" altLang="en-US" sz="20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</a:t>
                </a: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bits/sec)</a:t>
                </a:r>
              </a:p>
            </p:txBody>
          </p:sp>
        </p:grpSp>
        <p:sp>
          <p:nvSpPr>
            <p:cNvPr id="22" name="AutoShape 351">
              <a:extLst>
                <a:ext uri="{FF2B5EF4-FFF2-40B4-BE49-F238E27FC236}">
                  <a16:creationId xmlns:a16="http://schemas.microsoft.com/office/drawing/2014/main" xmlns="" id="{5A00161C-7C71-2FAA-E293-0B623EF27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400" y="4319588"/>
              <a:ext cx="1484313" cy="485775"/>
            </a:xfrm>
            <a:prstGeom prst="rightArrow">
              <a:avLst>
                <a:gd name="adj1" fmla="val 50000"/>
                <a:gd name="adj2" fmla="val 76389"/>
              </a:avLst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23" name="Line 352">
              <a:extLst>
                <a:ext uri="{FF2B5EF4-FFF2-40B4-BE49-F238E27FC236}">
                  <a16:creationId xmlns:a16="http://schemas.microsoft.com/office/drawing/2014/main" xmlns="" id="{8AC2E294-7664-03F9-725A-F827C287C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0288" y="4876800"/>
              <a:ext cx="0" cy="217488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57" name="Text Box 353">
            <a:extLst>
              <a:ext uri="{FF2B5EF4-FFF2-40B4-BE49-F238E27FC236}">
                <a16:creationId xmlns:a16="http://schemas.microsoft.com/office/drawing/2014/main" xmlns="" id="{389D136B-7B8F-2FA6-8888-FD70105EE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48541"/>
            <a:ext cx="2319338" cy="100647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server sends bits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(fluid) into pipe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314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D2684EC-EE2C-822E-5A77-EB224169C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FC2DCCDE-995E-5E05-ED63-3EE86643E5D6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Throughput (more)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FD4C3F89-02FE-D0EE-73BE-89F6435C98A5}"/>
              </a:ext>
            </a:extLst>
          </p:cNvPr>
          <p:cNvSpPr txBox="1">
            <a:spLocks noChangeArrowheads="1"/>
          </p:cNvSpPr>
          <p:nvPr/>
        </p:nvSpPr>
        <p:spPr>
          <a:xfrm>
            <a:off x="519113" y="1447800"/>
            <a:ext cx="8150225" cy="554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</a:t>
            </a:r>
            <a:r>
              <a:rPr kumimoji="0" lang="en-US" altLang="en-US" sz="2800" b="1" i="1" u="none" strike="noStrike" kern="120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&lt; R</a:t>
            </a:r>
            <a:r>
              <a:rPr kumimoji="0" lang="en-US" altLang="en-US" sz="2800" b="1" i="1" u="none" strike="noStrike" kern="1200" cap="none" spc="0" normalizeH="0" baseline="-2500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lang="en-US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is average end-end throughput?</a:t>
            </a:r>
          </a:p>
        </p:txBody>
      </p:sp>
      <p:grpSp>
        <p:nvGrpSpPr>
          <p:cNvPr id="4" name="Group 108">
            <a:extLst>
              <a:ext uri="{FF2B5EF4-FFF2-40B4-BE49-F238E27FC236}">
                <a16:creationId xmlns:a16="http://schemas.microsoft.com/office/drawing/2014/main" xmlns="" id="{7A4D3859-BD06-3540-AC5C-32059AB0AC12}"/>
              </a:ext>
            </a:extLst>
          </p:cNvPr>
          <p:cNvGrpSpPr>
            <a:grpSpLocks/>
          </p:cNvGrpSpPr>
          <p:nvPr/>
        </p:nvGrpSpPr>
        <p:grpSpPr bwMode="auto">
          <a:xfrm>
            <a:off x="203200" y="5191125"/>
            <a:ext cx="8577263" cy="1211263"/>
            <a:chOff x="128" y="3270"/>
            <a:chExt cx="5403" cy="763"/>
          </a:xfrm>
        </p:grpSpPr>
        <p:sp>
          <p:nvSpPr>
            <p:cNvPr id="5" name="Rectangle 102">
              <a:extLst>
                <a:ext uri="{FF2B5EF4-FFF2-40B4-BE49-F238E27FC236}">
                  <a16:creationId xmlns:a16="http://schemas.microsoft.com/office/drawing/2014/main" xmlns="" id="{CFD16FB9-66DA-5FDF-D3C5-757731A69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" y="3393"/>
              <a:ext cx="5403" cy="640"/>
            </a:xfrm>
            <a:prstGeom prst="rect">
              <a:avLst/>
            </a:prstGeom>
            <a:solidFill>
              <a:sysClr val="window" lastClr="FFFF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6" name="Text Box 101">
              <a:extLst>
                <a:ext uri="{FF2B5EF4-FFF2-40B4-BE49-F238E27FC236}">
                  <a16:creationId xmlns:a16="http://schemas.microsoft.com/office/drawing/2014/main" xmlns="" id="{21489380-5A32-3AB1-B01B-5FD89FA3A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" y="3585"/>
              <a:ext cx="53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link on end-end path that constrains  end-end throughput</a:t>
              </a:r>
            </a:p>
          </p:txBody>
        </p:sp>
        <p:sp>
          <p:nvSpPr>
            <p:cNvPr id="7" name="Text Box 104">
              <a:extLst>
                <a:ext uri="{FF2B5EF4-FFF2-40B4-BE49-F238E27FC236}">
                  <a16:creationId xmlns:a16="http://schemas.microsoft.com/office/drawing/2014/main" xmlns="" id="{D3D77363-04C6-ED1B-1DA7-1DC99EE75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" y="3270"/>
              <a:ext cx="1712" cy="288"/>
            </a:xfrm>
            <a:prstGeom prst="rect">
              <a:avLst/>
            </a:pr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1" i="1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bottleneck link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4D09E6CB-90FA-B5DF-ECEC-5A818001C890}"/>
              </a:ext>
            </a:extLst>
          </p:cNvPr>
          <p:cNvGrpSpPr/>
          <p:nvPr/>
        </p:nvGrpSpPr>
        <p:grpSpPr>
          <a:xfrm>
            <a:off x="555625" y="2044700"/>
            <a:ext cx="8307388" cy="2833688"/>
            <a:chOff x="555625" y="2044700"/>
            <a:chExt cx="8307388" cy="2833688"/>
          </a:xfrm>
        </p:grpSpPr>
        <p:sp>
          <p:nvSpPr>
            <p:cNvPr id="11" name="Line 2">
              <a:extLst>
                <a:ext uri="{FF2B5EF4-FFF2-40B4-BE49-F238E27FC236}">
                  <a16:creationId xmlns:a16="http://schemas.microsoft.com/office/drawing/2014/main" xmlns="" id="{9596510B-57A1-36B3-60F7-19719A1D7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963" y="2741613"/>
              <a:ext cx="5811837" cy="0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12" name="Group 5">
              <a:extLst>
                <a:ext uri="{FF2B5EF4-FFF2-40B4-BE49-F238E27FC236}">
                  <a16:creationId xmlns:a16="http://schemas.microsoft.com/office/drawing/2014/main" xmlns="" id="{8A173663-88D1-C1FE-FA0B-A7DF6CC526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9425" y="2633663"/>
              <a:ext cx="971550" cy="282575"/>
              <a:chOff x="3600" y="219"/>
              <a:chExt cx="360" cy="175"/>
            </a:xfrm>
          </p:grpSpPr>
          <p:sp>
            <p:nvSpPr>
              <p:cNvPr id="256020" name="Oval 6">
                <a:extLst>
                  <a:ext uri="{FF2B5EF4-FFF2-40B4-BE49-F238E27FC236}">
                    <a16:creationId xmlns:a16="http://schemas.microsoft.com/office/drawing/2014/main" xmlns="" id="{ADB9ABCE-6BB5-A4FD-ACC0-D9DA2D990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21" name="Line 7">
                <a:extLst>
                  <a:ext uri="{FF2B5EF4-FFF2-40B4-BE49-F238E27FC236}">
                    <a16:creationId xmlns:a16="http://schemas.microsoft.com/office/drawing/2014/main" xmlns="" id="{D0AD2371-2583-5CAA-B0F4-EC0EE9F74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6022" name="Line 8">
                <a:extLst>
                  <a:ext uri="{FF2B5EF4-FFF2-40B4-BE49-F238E27FC236}">
                    <a16:creationId xmlns:a16="http://schemas.microsoft.com/office/drawing/2014/main" xmlns="" id="{207CE2A7-FD5E-D445-1A38-E488D5C13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6023" name="Rectangle 9">
                <a:extLst>
                  <a:ext uri="{FF2B5EF4-FFF2-40B4-BE49-F238E27FC236}">
                    <a16:creationId xmlns:a16="http://schemas.microsoft.com/office/drawing/2014/main" xmlns="" id="{BC467A1C-0323-ACF0-42F2-9E0F420ED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rgbClr val="6B9F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24" name="Oval 10">
                <a:extLst>
                  <a:ext uri="{FF2B5EF4-FFF2-40B4-BE49-F238E27FC236}">
                    <a16:creationId xmlns:a16="http://schemas.microsoft.com/office/drawing/2014/main" xmlns="" id="{2D863840-5713-2233-94DE-50FF877F9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6B9F25"/>
              </a:solidFill>
              <a:ln w="12700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grpSp>
            <p:nvGrpSpPr>
              <p:cNvPr id="256025" name="Group 11">
                <a:extLst>
                  <a:ext uri="{FF2B5EF4-FFF2-40B4-BE49-F238E27FC236}">
                    <a16:creationId xmlns:a16="http://schemas.microsoft.com/office/drawing/2014/main" xmlns="" id="{6125EAB6-95A3-74E0-D79F-1EFFD912AF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56030" name="Line 12">
                  <a:extLst>
                    <a:ext uri="{FF2B5EF4-FFF2-40B4-BE49-F238E27FC236}">
                      <a16:creationId xmlns:a16="http://schemas.microsoft.com/office/drawing/2014/main" xmlns="" id="{313117CC-CB92-7110-8B77-AA5F9767F2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56031" name="Line 13">
                  <a:extLst>
                    <a:ext uri="{FF2B5EF4-FFF2-40B4-BE49-F238E27FC236}">
                      <a16:creationId xmlns:a16="http://schemas.microsoft.com/office/drawing/2014/main" xmlns="" id="{35C7572B-2B98-535D-98B3-75CF3BAD84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56032" name="Line 14">
                  <a:extLst>
                    <a:ext uri="{FF2B5EF4-FFF2-40B4-BE49-F238E27FC236}">
                      <a16:creationId xmlns:a16="http://schemas.microsoft.com/office/drawing/2014/main" xmlns="" id="{2C4B2992-2214-BB9C-1ABB-D98CACA088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56026" name="Group 15">
                <a:extLst>
                  <a:ext uri="{FF2B5EF4-FFF2-40B4-BE49-F238E27FC236}">
                    <a16:creationId xmlns:a16="http://schemas.microsoft.com/office/drawing/2014/main" xmlns="" id="{841CB20B-73B0-BB8A-BF40-CF9D5DA138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56027" name="Line 16">
                  <a:extLst>
                    <a:ext uri="{FF2B5EF4-FFF2-40B4-BE49-F238E27FC236}">
                      <a16:creationId xmlns:a16="http://schemas.microsoft.com/office/drawing/2014/main" xmlns="" id="{DADCBE2F-A7C9-51B5-946A-3ADFC9441D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56028" name="Line 17">
                  <a:extLst>
                    <a:ext uri="{FF2B5EF4-FFF2-40B4-BE49-F238E27FC236}">
                      <a16:creationId xmlns:a16="http://schemas.microsoft.com/office/drawing/2014/main" xmlns="" id="{43020AC0-7D59-005B-B6DD-F18E6C20A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56029" name="Line 18">
                  <a:extLst>
                    <a:ext uri="{FF2B5EF4-FFF2-40B4-BE49-F238E27FC236}">
                      <a16:creationId xmlns:a16="http://schemas.microsoft.com/office/drawing/2014/main" xmlns="" id="{92A10FBC-D55D-E9A1-E359-462C146E60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</p:grpSp>
        <p:graphicFrame>
          <p:nvGraphicFramePr>
            <p:cNvPr id="13" name="Object 19">
              <a:extLst>
                <a:ext uri="{FF2B5EF4-FFF2-40B4-BE49-F238E27FC236}">
                  <a16:creationId xmlns:a16="http://schemas.microsoft.com/office/drawing/2014/main" xmlns="" id="{0ED546A2-F6DE-94C3-E1D6-0134B08CC1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6220611"/>
                </p:ext>
              </p:extLst>
            </p:nvPr>
          </p:nvGraphicFramePr>
          <p:xfrm>
            <a:off x="8104188" y="2454275"/>
            <a:ext cx="722312" cy="51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70664" name="Object 19">
                          <a:extLst>
                            <a:ext uri="{FF2B5EF4-FFF2-40B4-BE49-F238E27FC236}">
                              <a16:creationId xmlns:a16="http://schemas.microsoft.com/office/drawing/2014/main" xmlns="" id="{4BDB52F8-2AE9-3DDD-5D58-F29481CAEB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4188" y="2454275"/>
                          <a:ext cx="722312" cy="51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20">
              <a:extLst>
                <a:ext uri="{FF2B5EF4-FFF2-40B4-BE49-F238E27FC236}">
                  <a16:creationId xmlns:a16="http://schemas.microsoft.com/office/drawing/2014/main" xmlns="" id="{ABFE6329-E2A9-5018-D00E-8BFB62FAF8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5763" y="2311400"/>
              <a:ext cx="344487" cy="655638"/>
              <a:chOff x="4180" y="783"/>
              <a:chExt cx="150" cy="307"/>
            </a:xfrm>
          </p:grpSpPr>
          <p:sp>
            <p:nvSpPr>
              <p:cNvPr id="256012" name="AutoShape 21">
                <a:extLst>
                  <a:ext uri="{FF2B5EF4-FFF2-40B4-BE49-F238E27FC236}">
                    <a16:creationId xmlns:a16="http://schemas.microsoft.com/office/drawing/2014/main" xmlns="" id="{F0ADBE33-9866-44C3-807D-1B0FFB1AE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13" name="Rectangle 22">
                <a:extLst>
                  <a:ext uri="{FF2B5EF4-FFF2-40B4-BE49-F238E27FC236}">
                    <a16:creationId xmlns:a16="http://schemas.microsoft.com/office/drawing/2014/main" xmlns="" id="{3EA3AA36-D564-046D-BE61-F20B57CBF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14" name="Rectangle 23">
                <a:extLst>
                  <a:ext uri="{FF2B5EF4-FFF2-40B4-BE49-F238E27FC236}">
                    <a16:creationId xmlns:a16="http://schemas.microsoft.com/office/drawing/2014/main" xmlns="" id="{10A24D0C-1379-0C43-D828-14F7959DF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15" name="AutoShape 24">
                <a:extLst>
                  <a:ext uri="{FF2B5EF4-FFF2-40B4-BE49-F238E27FC236}">
                    <a16:creationId xmlns:a16="http://schemas.microsoft.com/office/drawing/2014/main" xmlns="" id="{85259EEF-356C-519F-94AF-164C08575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16" name="Line 25">
                <a:extLst>
                  <a:ext uri="{FF2B5EF4-FFF2-40B4-BE49-F238E27FC236}">
                    <a16:creationId xmlns:a16="http://schemas.microsoft.com/office/drawing/2014/main" xmlns="" id="{503B81B9-448E-776A-B332-4E15E3F74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6017" name="Line 26">
                <a:extLst>
                  <a:ext uri="{FF2B5EF4-FFF2-40B4-BE49-F238E27FC236}">
                    <a16:creationId xmlns:a16="http://schemas.microsoft.com/office/drawing/2014/main" xmlns="" id="{F848854B-E2D7-FCC2-1EEC-2DD065C92C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6018" name="Rectangle 27">
                <a:extLst>
                  <a:ext uri="{FF2B5EF4-FFF2-40B4-BE49-F238E27FC236}">
                    <a16:creationId xmlns:a16="http://schemas.microsoft.com/office/drawing/2014/main" xmlns="" id="{090ED03A-8638-E3CB-82B6-E3ACCE5CC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9F2936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19" name="Rectangle 28">
                <a:extLst>
                  <a:ext uri="{FF2B5EF4-FFF2-40B4-BE49-F238E27FC236}">
                    <a16:creationId xmlns:a16="http://schemas.microsoft.com/office/drawing/2014/main" xmlns="" id="{E5BB01F0-F643-586C-FD65-03AC3A319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ysClr val="window" lastClr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AutoShape 30">
              <a:extLst>
                <a:ext uri="{FF2B5EF4-FFF2-40B4-BE49-F238E27FC236}">
                  <a16:creationId xmlns:a16="http://schemas.microsoft.com/office/drawing/2014/main" xmlns="" id="{9C577555-FF3C-DB95-F5CA-97CE12495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163" y="2044700"/>
              <a:ext cx="412750" cy="455613"/>
            </a:xfrm>
            <a:prstGeom prst="can">
              <a:avLst>
                <a:gd name="adj" fmla="val 22317"/>
              </a:avLst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17" name="Group 34">
              <a:extLst>
                <a:ext uri="{FF2B5EF4-FFF2-40B4-BE49-F238E27FC236}">
                  <a16:creationId xmlns:a16="http://schemas.microsoft.com/office/drawing/2014/main" xmlns="" id="{7FA9CADC-744D-BAB4-52FD-F6F0408767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925" y="2606675"/>
              <a:ext cx="2136775" cy="307975"/>
              <a:chOff x="2249" y="3430"/>
              <a:chExt cx="1389" cy="256"/>
            </a:xfrm>
          </p:grpSpPr>
          <p:sp>
            <p:nvSpPr>
              <p:cNvPr id="256008" name="Oval 35">
                <a:extLst>
                  <a:ext uri="{FF2B5EF4-FFF2-40B4-BE49-F238E27FC236}">
                    <a16:creationId xmlns:a16="http://schemas.microsoft.com/office/drawing/2014/main" xmlns="" id="{15D0B01F-3037-B69D-0BA5-9EC1D322F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9" y="3433"/>
                <a:ext cx="69" cy="253"/>
              </a:xfrm>
              <a:prstGeom prst="ellipse">
                <a:avLst/>
              </a:prstGeom>
              <a:gradFill rotWithShape="1">
                <a:gsLst>
                  <a:gs pos="0">
                    <a:sysClr val="window" lastClr="FFFFFF"/>
                  </a:gs>
                  <a:gs pos="50000">
                    <a:srgbClr val="B26B02"/>
                  </a:gs>
                  <a:gs pos="100000">
                    <a:sysClr val="window" lastClr="FFFFFF"/>
                  </a:gs>
                </a:gsLst>
                <a:lin ang="5400000" scaled="1"/>
              </a:gra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6009" name="Rectangle 36">
                <a:extLst>
                  <a:ext uri="{FF2B5EF4-FFF2-40B4-BE49-F238E27FC236}">
                    <a16:creationId xmlns:a16="http://schemas.microsoft.com/office/drawing/2014/main" xmlns="" id="{229201FF-896E-1C22-C061-776FE78AD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5" y="3433"/>
                <a:ext cx="1326" cy="253"/>
              </a:xfrm>
              <a:prstGeom prst="rect">
                <a:avLst/>
              </a:prstGeom>
              <a:gradFill rotWithShape="1">
                <a:gsLst>
                  <a:gs pos="0">
                    <a:sysClr val="window" lastClr="FFFFFF"/>
                  </a:gs>
                  <a:gs pos="50000">
                    <a:srgbClr val="B26B02"/>
                  </a:gs>
                  <a:gs pos="100000">
                    <a:sysClr val="window" lastClr="FFFFFF"/>
                  </a:gs>
                </a:gsLst>
                <a:lin ang="5400000" scaled="1"/>
              </a:gra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56010" name="Oval 37">
                <a:extLst>
                  <a:ext uri="{FF2B5EF4-FFF2-40B4-BE49-F238E27FC236}">
                    <a16:creationId xmlns:a16="http://schemas.microsoft.com/office/drawing/2014/main" xmlns="" id="{BA7F1FE5-7506-AB43-C5C0-72BC728F1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9" y="3430"/>
                <a:ext cx="69" cy="25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56011" name="Rectangle 38">
                <a:extLst>
                  <a:ext uri="{FF2B5EF4-FFF2-40B4-BE49-F238E27FC236}">
                    <a16:creationId xmlns:a16="http://schemas.microsoft.com/office/drawing/2014/main" xmlns="" id="{E544BF6F-B04B-8C2A-DAD7-4030FFF3D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2" y="3438"/>
                <a:ext cx="44" cy="245"/>
              </a:xfrm>
              <a:prstGeom prst="rect">
                <a:avLst/>
              </a:prstGeom>
              <a:gradFill rotWithShape="1">
                <a:gsLst>
                  <a:gs pos="0">
                    <a:sysClr val="window" lastClr="FFFFFF"/>
                  </a:gs>
                  <a:gs pos="50000">
                    <a:srgbClr val="B26B02"/>
                  </a:gs>
                  <a:gs pos="100000">
                    <a:sysClr val="window" lastClr="FFFFFF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18" name="Text Box 39">
              <a:extLst>
                <a:ext uri="{FF2B5EF4-FFF2-40B4-BE49-F238E27FC236}">
                  <a16:creationId xmlns:a16="http://schemas.microsoft.com/office/drawing/2014/main" xmlns="" id="{98A45C36-DCD3-7B36-CF66-BFC23C37F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788" y="2562225"/>
              <a:ext cx="25860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 R</a:t>
              </a:r>
              <a:r>
                <a:rPr kumimoji="0" lang="en-US" altLang="en-US" sz="28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s</a:t>
              </a:r>
              <a:r>
                <a:rPr kumimoji="0" lang="en-US" altLang="en-US" sz="2000" b="0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702030302020204" pitchFamily="66" charset="0"/>
                  <a:ea typeface="+mn-ea"/>
                  <a:cs typeface="+mn-cs"/>
                </a:rPr>
                <a:t>bits/sec</a:t>
              </a:r>
            </a:p>
          </p:txBody>
        </p:sp>
        <p:sp>
          <p:nvSpPr>
            <p:cNvPr id="19" name="AutoShape 42">
              <a:extLst>
                <a:ext uri="{FF2B5EF4-FFF2-40B4-BE49-F238E27FC236}">
                  <a16:creationId xmlns:a16="http://schemas.microsoft.com/office/drawing/2014/main" xmlns="" id="{6075C76B-CCDD-ADFA-21A2-BAFF3A9F04E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255713" y="2374900"/>
              <a:ext cx="895350" cy="5651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0" name="AutoShape 43">
              <a:extLst>
                <a:ext uri="{FF2B5EF4-FFF2-40B4-BE49-F238E27FC236}">
                  <a16:creationId xmlns:a16="http://schemas.microsoft.com/office/drawing/2014/main" xmlns="" id="{04963007-D8D9-6EF8-53A2-3BB3A4BC1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9825" y="2581275"/>
              <a:ext cx="817563" cy="379413"/>
            </a:xfrm>
            <a:prstGeom prst="rightArrow">
              <a:avLst>
                <a:gd name="adj1" fmla="val 50000"/>
                <a:gd name="adj2" fmla="val 53870"/>
              </a:avLst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21" name="Group 54">
              <a:extLst>
                <a:ext uri="{FF2B5EF4-FFF2-40B4-BE49-F238E27FC236}">
                  <a16:creationId xmlns:a16="http://schemas.microsoft.com/office/drawing/2014/main" xmlns="" id="{62F83E0C-7A39-78E9-AD5F-20660C5AA1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40363" y="2473325"/>
              <a:ext cx="2790825" cy="569913"/>
              <a:chOff x="3130" y="3069"/>
              <a:chExt cx="1911" cy="366"/>
            </a:xfrm>
          </p:grpSpPr>
          <p:grpSp>
            <p:nvGrpSpPr>
              <p:cNvPr id="256002" name="Group 45">
                <a:extLst>
                  <a:ext uri="{FF2B5EF4-FFF2-40B4-BE49-F238E27FC236}">
                    <a16:creationId xmlns:a16="http://schemas.microsoft.com/office/drawing/2014/main" xmlns="" id="{4C7B1450-B5B4-43F9-58E1-FDDD6AE285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0" y="3069"/>
                <a:ext cx="1765" cy="366"/>
                <a:chOff x="2249" y="3430"/>
                <a:chExt cx="1389" cy="256"/>
              </a:xfrm>
            </p:grpSpPr>
            <p:sp>
              <p:nvSpPr>
                <p:cNvPr id="256004" name="Oval 46">
                  <a:extLst>
                    <a:ext uri="{FF2B5EF4-FFF2-40B4-BE49-F238E27FC236}">
                      <a16:creationId xmlns:a16="http://schemas.microsoft.com/office/drawing/2014/main" xmlns="" id="{B73646D9-1057-82E9-B382-71F2DD6C64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3433"/>
                  <a:ext cx="69" cy="253"/>
                </a:xfrm>
                <a:prstGeom prst="ellipse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56005" name="Rectangle 47">
                  <a:extLst>
                    <a:ext uri="{FF2B5EF4-FFF2-40B4-BE49-F238E27FC236}">
                      <a16:creationId xmlns:a16="http://schemas.microsoft.com/office/drawing/2014/main" xmlns="" id="{077E9B0C-4B83-A7ED-75AC-B5EF30D12A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5" y="3433"/>
                  <a:ext cx="1329" cy="253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256006" name="Oval 48">
                  <a:extLst>
                    <a:ext uri="{FF2B5EF4-FFF2-40B4-BE49-F238E27FC236}">
                      <a16:creationId xmlns:a16="http://schemas.microsoft.com/office/drawing/2014/main" xmlns="" id="{FE838D99-46AB-82DB-B8DB-C982198995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9" y="3430"/>
                  <a:ext cx="69" cy="253"/>
                </a:xfrm>
                <a:prstGeom prst="ellipse">
                  <a:avLst/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56007" name="Rectangle 49">
                  <a:extLst>
                    <a:ext uri="{FF2B5EF4-FFF2-40B4-BE49-F238E27FC236}">
                      <a16:creationId xmlns:a16="http://schemas.microsoft.com/office/drawing/2014/main" xmlns="" id="{17524395-0DD7-1C86-CC07-B2ADC9251F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3438"/>
                  <a:ext cx="44" cy="246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6003" name="Text Box 50">
                <a:extLst>
                  <a:ext uri="{FF2B5EF4-FFF2-40B4-BE49-F238E27FC236}">
                    <a16:creationId xmlns:a16="http://schemas.microsoft.com/office/drawing/2014/main" xmlns="" id="{4A628CC5-F472-6414-D3CE-C03063EB43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1" y="3135"/>
                <a:ext cx="1860" cy="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R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</a:t>
                </a:r>
                <a:r>
                  <a:rPr kumimoji="0" lang="en-US" altLang="en-US" sz="20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</a:t>
                </a: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bits/sec</a:t>
                </a:r>
              </a:p>
            </p:txBody>
          </p:sp>
        </p:grpSp>
        <p:sp>
          <p:nvSpPr>
            <p:cNvPr id="22" name="AutoShape 51">
              <a:extLst>
                <a:ext uri="{FF2B5EF4-FFF2-40B4-BE49-F238E27FC236}">
                  <a16:creationId xmlns:a16="http://schemas.microsoft.com/office/drawing/2014/main" xmlns="" id="{C77D283C-F069-F1E7-F7D9-17199E833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938" y="2574925"/>
              <a:ext cx="1365250" cy="381000"/>
            </a:xfrm>
            <a:prstGeom prst="rightArrow">
              <a:avLst>
                <a:gd name="adj1" fmla="val 50000"/>
                <a:gd name="adj2" fmla="val 89583"/>
              </a:avLst>
            </a:prstGeom>
            <a:solidFill>
              <a:srgbClr val="F07F0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endParaRPr>
            </a:p>
          </p:txBody>
        </p:sp>
        <p:grpSp>
          <p:nvGrpSpPr>
            <p:cNvPr id="23" name="Group 109">
              <a:extLst>
                <a:ext uri="{FF2B5EF4-FFF2-40B4-BE49-F238E27FC236}">
                  <a16:creationId xmlns:a16="http://schemas.microsoft.com/office/drawing/2014/main" xmlns="" id="{A2AA6BD3-BF85-FE9B-1EC3-5386C1203D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5625" y="3341688"/>
              <a:ext cx="8307388" cy="1536700"/>
              <a:chOff x="350" y="2105"/>
              <a:chExt cx="5233" cy="968"/>
            </a:xfrm>
          </p:grpSpPr>
          <p:sp>
            <p:nvSpPr>
              <p:cNvPr id="24" name="Rectangle 56">
                <a:extLst>
                  <a:ext uri="{FF2B5EF4-FFF2-40B4-BE49-F238E27FC236}">
                    <a16:creationId xmlns:a16="http://schemas.microsoft.com/office/drawing/2014/main" xmlns="" id="{2A4A736B-A2FB-B5DC-7815-DF7AE45C38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" y="2105"/>
                <a:ext cx="5079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457200" marR="0" lvl="0" indent="-45720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9F2936"/>
                  </a:buClr>
                  <a:buSzPct val="85000"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</a:t>
                </a:r>
                <a:r>
                  <a:rPr kumimoji="0" lang="en-US" altLang="en-US" sz="2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&gt; R</a:t>
                </a:r>
                <a:r>
                  <a:rPr kumimoji="0" lang="en-US" altLang="en-US" sz="2800" b="0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What is average end-end throughput?</a:t>
                </a:r>
              </a:p>
            </p:txBody>
          </p:sp>
          <p:sp>
            <p:nvSpPr>
              <p:cNvPr id="25" name="Line 57">
                <a:extLst>
                  <a:ext uri="{FF2B5EF4-FFF2-40B4-BE49-F238E27FC236}">
                    <a16:creationId xmlns:a16="http://schemas.microsoft.com/office/drawing/2014/main" xmlns="" id="{6955FC91-32C0-4D98-301F-C4903E77C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54" y="2920"/>
                <a:ext cx="3661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grpSp>
            <p:nvGrpSpPr>
              <p:cNvPr id="26" name="Group 58">
                <a:extLst>
                  <a:ext uri="{FF2B5EF4-FFF2-40B4-BE49-F238E27FC236}">
                    <a16:creationId xmlns:a16="http://schemas.microsoft.com/office/drawing/2014/main" xmlns="" id="{FF38F40A-E50C-35AE-C9F6-22457940B3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5" y="2852"/>
                <a:ext cx="612" cy="178"/>
                <a:chOff x="3600" y="219"/>
                <a:chExt cx="360" cy="175"/>
              </a:xfrm>
            </p:grpSpPr>
            <p:sp>
              <p:nvSpPr>
                <p:cNvPr id="53" name="Oval 59">
                  <a:extLst>
                    <a:ext uri="{FF2B5EF4-FFF2-40B4-BE49-F238E27FC236}">
                      <a16:creationId xmlns:a16="http://schemas.microsoft.com/office/drawing/2014/main" xmlns="" id="{DF0F0ACB-7F3B-C433-4EFE-61C36CEA2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97"/>
                  <a:ext cx="357" cy="97"/>
                </a:xfrm>
                <a:prstGeom prst="ellipse">
                  <a:avLst/>
                </a:prstGeom>
                <a:solidFill>
                  <a:srgbClr val="6B9F25"/>
                </a:solidFill>
                <a:ln w="12700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Line 60">
                  <a:extLst>
                    <a:ext uri="{FF2B5EF4-FFF2-40B4-BE49-F238E27FC236}">
                      <a16:creationId xmlns:a16="http://schemas.microsoft.com/office/drawing/2014/main" xmlns="" id="{4930605F-B328-6D3F-FE22-426BFD3202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3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Line 61">
                  <a:extLst>
                    <a:ext uri="{FF2B5EF4-FFF2-40B4-BE49-F238E27FC236}">
                      <a16:creationId xmlns:a16="http://schemas.microsoft.com/office/drawing/2014/main" xmlns="" id="{00917A78-7B45-DCD0-4AB1-767947CD51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0" y="289"/>
                  <a:ext cx="0" cy="60"/>
                </a:xfrm>
                <a:prstGeom prst="line">
                  <a:avLst/>
                </a:prstGeom>
                <a:noFill/>
                <a:ln w="12700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Rectangle 62">
                  <a:extLst>
                    <a:ext uri="{FF2B5EF4-FFF2-40B4-BE49-F238E27FC236}">
                      <a16:creationId xmlns:a16="http://schemas.microsoft.com/office/drawing/2014/main" xmlns="" id="{5E768EDF-E53C-0D59-7838-7277E31D22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3" y="289"/>
                  <a:ext cx="354" cy="59"/>
                </a:xfrm>
                <a:prstGeom prst="rect">
                  <a:avLst/>
                </a:prstGeom>
                <a:solidFill>
                  <a:srgbClr val="6B9F2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63">
                  <a:extLst>
                    <a:ext uri="{FF2B5EF4-FFF2-40B4-BE49-F238E27FC236}">
                      <a16:creationId xmlns:a16="http://schemas.microsoft.com/office/drawing/2014/main" xmlns="" id="{D286D0BB-DD04-2273-4A3D-041893266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19"/>
                  <a:ext cx="357" cy="113"/>
                </a:xfrm>
                <a:prstGeom prst="ellipse">
                  <a:avLst/>
                </a:prstGeom>
                <a:solidFill>
                  <a:srgbClr val="6B9F25"/>
                </a:solidFill>
                <a:ln w="12700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grpSp>
              <p:nvGrpSpPr>
                <p:cNvPr id="58" name="Group 64">
                  <a:extLst>
                    <a:ext uri="{FF2B5EF4-FFF2-40B4-BE49-F238E27FC236}">
                      <a16:creationId xmlns:a16="http://schemas.microsoft.com/office/drawing/2014/main" xmlns="" id="{5E9AD7B9-8565-FE58-222B-EA186E3063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86" y="244"/>
                  <a:ext cx="177" cy="66"/>
                  <a:chOff x="2848" y="848"/>
                  <a:chExt cx="140" cy="98"/>
                </a:xfrm>
              </p:grpSpPr>
              <p:sp>
                <p:nvSpPr>
                  <p:cNvPr id="63" name="Line 65">
                    <a:extLst>
                      <a:ext uri="{FF2B5EF4-FFF2-40B4-BE49-F238E27FC236}">
                        <a16:creationId xmlns:a16="http://schemas.microsoft.com/office/drawing/2014/main" xmlns="" id="{42F68F69-FF1C-BF09-7657-283B2237DA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6000" name="Line 66">
                    <a:extLst>
                      <a:ext uri="{FF2B5EF4-FFF2-40B4-BE49-F238E27FC236}">
                        <a16:creationId xmlns:a16="http://schemas.microsoft.com/office/drawing/2014/main" xmlns="" id="{F9AEDCEB-99F3-F84A-7900-BF033405A6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6001" name="Line 67">
                    <a:extLst>
                      <a:ext uri="{FF2B5EF4-FFF2-40B4-BE49-F238E27FC236}">
                        <a16:creationId xmlns:a16="http://schemas.microsoft.com/office/drawing/2014/main" xmlns="" id="{08FA9A60-80C4-0D44-C257-7BCE4659FA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59" name="Group 68">
                  <a:extLst>
                    <a:ext uri="{FF2B5EF4-FFF2-40B4-BE49-F238E27FC236}">
                      <a16:creationId xmlns:a16="http://schemas.microsoft.com/office/drawing/2014/main" xmlns="" id="{C5EBC888-F5F1-8895-1D52-072B0DE6D2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3686" y="243"/>
                  <a:ext cx="177" cy="66"/>
                  <a:chOff x="2848" y="848"/>
                  <a:chExt cx="140" cy="98"/>
                </a:xfrm>
              </p:grpSpPr>
              <p:sp>
                <p:nvSpPr>
                  <p:cNvPr id="60" name="Line 69">
                    <a:extLst>
                      <a:ext uri="{FF2B5EF4-FFF2-40B4-BE49-F238E27FC236}">
                        <a16:creationId xmlns:a16="http://schemas.microsoft.com/office/drawing/2014/main" xmlns="" id="{D5B38AC0-52D9-E4FD-4547-E483B9067B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Line 70">
                    <a:extLst>
                      <a:ext uri="{FF2B5EF4-FFF2-40B4-BE49-F238E27FC236}">
                        <a16:creationId xmlns:a16="http://schemas.microsoft.com/office/drawing/2014/main" xmlns="" id="{E147ABE5-4423-15B3-6AE7-C90A915BCA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Line 71">
                    <a:extLst>
                      <a:ext uri="{FF2B5EF4-FFF2-40B4-BE49-F238E27FC236}">
                        <a16:creationId xmlns:a16="http://schemas.microsoft.com/office/drawing/2014/main" xmlns="" id="{9C771B6D-12A4-D4A4-585E-6743B34976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ysClr val="windowText" lastClr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IN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endParaRPr>
                  </a:p>
                </p:txBody>
              </p:sp>
            </p:grpSp>
          </p:grpSp>
          <p:graphicFrame>
            <p:nvGraphicFramePr>
              <p:cNvPr id="27" name="Object 72">
                <a:extLst>
                  <a:ext uri="{FF2B5EF4-FFF2-40B4-BE49-F238E27FC236}">
                    <a16:creationId xmlns:a16="http://schemas.microsoft.com/office/drawing/2014/main" xmlns="" id="{C365C4CC-CF04-E2E6-B37D-A1F079F19EA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28" y="2739"/>
              <a:ext cx="455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49" name="Clip" r:id="rId5" imgW="1307263" imgH="1084139" progId="MS_ClipArt_Gallery.2">
                      <p:embed/>
                    </p:oleObj>
                  </mc:Choice>
                  <mc:Fallback>
                    <p:oleObj name="Clip" r:id="rId5" imgW="1307263" imgH="1084139" progId="MS_ClipArt_Gallery.2">
                      <p:embed/>
                      <p:pic>
                        <p:nvPicPr>
                          <p:cNvPr id="70681" name="Object 72">
                            <a:extLst>
                              <a:ext uri="{FF2B5EF4-FFF2-40B4-BE49-F238E27FC236}">
                                <a16:creationId xmlns:a16="http://schemas.microsoft.com/office/drawing/2014/main" xmlns="" id="{41DF8E85-7BB6-E8B6-AA9C-77BA3739CAA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28" y="2739"/>
                            <a:ext cx="455" cy="32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8" name="Group 73">
                <a:extLst>
                  <a:ext uri="{FF2B5EF4-FFF2-40B4-BE49-F238E27FC236}">
                    <a16:creationId xmlns:a16="http://schemas.microsoft.com/office/drawing/2014/main" xmlns="" id="{77F9CDC6-CEDC-FE49-5383-3B8D6A8D54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6" y="2649"/>
                <a:ext cx="217" cy="413"/>
                <a:chOff x="4180" y="783"/>
                <a:chExt cx="150" cy="307"/>
              </a:xfrm>
            </p:grpSpPr>
            <p:sp>
              <p:nvSpPr>
                <p:cNvPr id="45" name="AutoShape 74">
                  <a:extLst>
                    <a:ext uri="{FF2B5EF4-FFF2-40B4-BE49-F238E27FC236}">
                      <a16:creationId xmlns:a16="http://schemas.microsoft.com/office/drawing/2014/main" xmlns="" id="{826C4091-634C-D5BC-B5C6-0CAD36792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1019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Rectangle 75">
                  <a:extLst>
                    <a:ext uri="{FF2B5EF4-FFF2-40B4-BE49-F238E27FC236}">
                      <a16:creationId xmlns:a16="http://schemas.microsoft.com/office/drawing/2014/main" xmlns="" id="{FB10852E-AB10-2052-A9FF-437083FCEA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56" y="785"/>
                  <a:ext cx="69" cy="236"/>
                </a:xfrm>
                <a:prstGeom prst="rect">
                  <a:avLst/>
                </a:prstGeom>
                <a:solidFill>
                  <a:srgbClr val="33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Rectangle 76">
                  <a:extLst>
                    <a:ext uri="{FF2B5EF4-FFF2-40B4-BE49-F238E27FC236}">
                      <a16:creationId xmlns:a16="http://schemas.microsoft.com/office/drawing/2014/main" xmlns="" id="{353209B8-A3C0-6EF3-29C6-6597B115B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1" y="852"/>
                  <a:ext cx="95" cy="236"/>
                </a:xfrm>
                <a:prstGeom prst="rect">
                  <a:avLst/>
                </a:prstGeom>
                <a:solidFill>
                  <a:srgbClr val="33CCCC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AutoShape 77">
                  <a:extLst>
                    <a:ext uri="{FF2B5EF4-FFF2-40B4-BE49-F238E27FC236}">
                      <a16:creationId xmlns:a16="http://schemas.microsoft.com/office/drawing/2014/main" xmlns="" id="{424C9C19-86C1-811B-A984-2B6BE828A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80" y="783"/>
                  <a:ext cx="150" cy="71"/>
                </a:xfrm>
                <a:prstGeom prst="parallelogram">
                  <a:avLst>
                    <a:gd name="adj" fmla="val 81387"/>
                  </a:avLst>
                </a:prstGeom>
                <a:solidFill>
                  <a:srgbClr val="33CCCC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Line 78">
                  <a:extLst>
                    <a:ext uri="{FF2B5EF4-FFF2-40B4-BE49-F238E27FC236}">
                      <a16:creationId xmlns:a16="http://schemas.microsoft.com/office/drawing/2014/main" xmlns="" id="{304C62BE-43E6-8A88-F8C1-BC38E8C67D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30" y="788"/>
                  <a:ext cx="0" cy="231"/>
                </a:xfrm>
                <a:prstGeom prst="line">
                  <a:avLst/>
                </a:prstGeom>
                <a:noFill/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Line 79">
                  <a:extLst>
                    <a:ext uri="{FF2B5EF4-FFF2-40B4-BE49-F238E27FC236}">
                      <a16:creationId xmlns:a16="http://schemas.microsoft.com/office/drawing/2014/main" xmlns="" id="{F77F5CB0-7367-BBD8-78A5-A4DE690C9A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276" y="1019"/>
                  <a:ext cx="54" cy="69"/>
                </a:xfrm>
                <a:prstGeom prst="line">
                  <a:avLst/>
                </a:prstGeom>
                <a:noFill/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Rectangle 80">
                  <a:extLst>
                    <a:ext uri="{FF2B5EF4-FFF2-40B4-BE49-F238E27FC236}">
                      <a16:creationId xmlns:a16="http://schemas.microsoft.com/office/drawing/2014/main" xmlns="" id="{1FCA001A-4907-521E-74A5-9340091102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3" y="883"/>
                  <a:ext cx="63" cy="136"/>
                </a:xfrm>
                <a:prstGeom prst="rect">
                  <a:avLst/>
                </a:prstGeom>
                <a:solidFill>
                  <a:srgbClr val="9F2936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Rectangle 81">
                  <a:extLst>
                    <a:ext uri="{FF2B5EF4-FFF2-40B4-BE49-F238E27FC236}">
                      <a16:creationId xmlns:a16="http://schemas.microsoft.com/office/drawing/2014/main" xmlns="" id="{D2D72BA5-9FC0-A278-6525-6C870170E2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2" y="924"/>
                  <a:ext cx="48" cy="48"/>
                </a:xfrm>
                <a:prstGeom prst="rect">
                  <a:avLst/>
                </a:prstGeom>
                <a:solidFill>
                  <a:sysClr val="window" lastClr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AutoShape 82">
                <a:extLst>
                  <a:ext uri="{FF2B5EF4-FFF2-40B4-BE49-F238E27FC236}">
                    <a16:creationId xmlns:a16="http://schemas.microsoft.com/office/drawing/2014/main" xmlns="" id="{241EE637-997B-FE0A-5FC0-8B2EA7C5F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2481"/>
                <a:ext cx="260" cy="287"/>
              </a:xfrm>
              <a:prstGeom prst="can">
                <a:avLst>
                  <a:gd name="adj" fmla="val 22317"/>
                </a:avLst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0" name="AutoShape 90">
                <a:extLst>
                  <a:ext uri="{FF2B5EF4-FFF2-40B4-BE49-F238E27FC236}">
                    <a16:creationId xmlns:a16="http://schemas.microsoft.com/office/drawing/2014/main" xmlns="" id="{B880DD73-A871-7874-71CE-F1C81F7F4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1" y="2819"/>
                <a:ext cx="515" cy="239"/>
              </a:xfrm>
              <a:prstGeom prst="rightArrow">
                <a:avLst>
                  <a:gd name="adj1" fmla="val 50000"/>
                  <a:gd name="adj2" fmla="val 53870"/>
                </a:avLst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grpSp>
            <p:nvGrpSpPr>
              <p:cNvPr id="31" name="Group 92">
                <a:extLst>
                  <a:ext uri="{FF2B5EF4-FFF2-40B4-BE49-F238E27FC236}">
                    <a16:creationId xmlns:a16="http://schemas.microsoft.com/office/drawing/2014/main" xmlns="" id="{20EE7B65-4FF4-2C04-799A-DCAFD75117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28" y="2714"/>
                <a:ext cx="1347" cy="359"/>
                <a:chOff x="2249" y="3430"/>
                <a:chExt cx="1389" cy="256"/>
              </a:xfrm>
            </p:grpSpPr>
            <p:sp>
              <p:nvSpPr>
                <p:cNvPr id="41" name="Oval 93">
                  <a:extLst>
                    <a:ext uri="{FF2B5EF4-FFF2-40B4-BE49-F238E27FC236}">
                      <a16:creationId xmlns:a16="http://schemas.microsoft.com/office/drawing/2014/main" xmlns="" id="{E6783383-E677-B9D0-CB4C-DB3E6C03EA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3433"/>
                  <a:ext cx="69" cy="253"/>
                </a:xfrm>
                <a:prstGeom prst="ellipse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Rectangle 94">
                  <a:extLst>
                    <a:ext uri="{FF2B5EF4-FFF2-40B4-BE49-F238E27FC236}">
                      <a16:creationId xmlns:a16="http://schemas.microsoft.com/office/drawing/2014/main" xmlns="" id="{AC19B1FC-2AA0-2BCF-8264-B9D468C6AA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5" y="3433"/>
                  <a:ext cx="1326" cy="253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Oval 95">
                  <a:extLst>
                    <a:ext uri="{FF2B5EF4-FFF2-40B4-BE49-F238E27FC236}">
                      <a16:creationId xmlns:a16="http://schemas.microsoft.com/office/drawing/2014/main" xmlns="" id="{6AFABF21-8FF4-A85C-B985-00383EFEA6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9" y="3430"/>
                  <a:ext cx="69" cy="253"/>
                </a:xfrm>
                <a:prstGeom prst="ellipse">
                  <a:avLst/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4" name="Rectangle 96">
                  <a:extLst>
                    <a:ext uri="{FF2B5EF4-FFF2-40B4-BE49-F238E27FC236}">
                      <a16:creationId xmlns:a16="http://schemas.microsoft.com/office/drawing/2014/main" xmlns="" id="{21113F7C-431B-48F0-5FA3-D054015C3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3438"/>
                  <a:ext cx="44" cy="246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" name="Text Box 97">
                <a:extLst>
                  <a:ext uri="{FF2B5EF4-FFF2-40B4-BE49-F238E27FC236}">
                    <a16:creationId xmlns:a16="http://schemas.microsoft.com/office/drawing/2014/main" xmlns="" id="{7E4D2F29-0E6A-09F2-6F50-37977B8C6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3" y="2788"/>
                <a:ext cx="141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R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s</a:t>
                </a:r>
                <a:r>
                  <a:rPr kumimoji="0" lang="en-US" altLang="en-US" sz="20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</a:t>
                </a: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bits/sec</a:t>
                </a:r>
              </a:p>
            </p:txBody>
          </p:sp>
          <p:grpSp>
            <p:nvGrpSpPr>
              <p:cNvPr id="33" name="Group 83">
                <a:extLst>
                  <a:ext uri="{FF2B5EF4-FFF2-40B4-BE49-F238E27FC236}">
                    <a16:creationId xmlns:a16="http://schemas.microsoft.com/office/drawing/2014/main" xmlns="" id="{55AC1D1E-EF43-7DEE-B394-15EA30550B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19" y="2835"/>
                <a:ext cx="1621" cy="194"/>
                <a:chOff x="2249" y="3430"/>
                <a:chExt cx="1389" cy="256"/>
              </a:xfrm>
            </p:grpSpPr>
            <p:sp>
              <p:nvSpPr>
                <p:cNvPr id="37" name="Oval 84">
                  <a:extLst>
                    <a:ext uri="{FF2B5EF4-FFF2-40B4-BE49-F238E27FC236}">
                      <a16:creationId xmlns:a16="http://schemas.microsoft.com/office/drawing/2014/main" xmlns="" id="{00AC0FFC-1DEC-1D4D-0E42-2B8C2ECA34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9" y="3433"/>
                  <a:ext cx="69" cy="253"/>
                </a:xfrm>
                <a:prstGeom prst="ellipse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85">
                  <a:extLst>
                    <a:ext uri="{FF2B5EF4-FFF2-40B4-BE49-F238E27FC236}">
                      <a16:creationId xmlns:a16="http://schemas.microsoft.com/office/drawing/2014/main" xmlns="" id="{B8826B7F-E216-DF88-0652-C81B725869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5" y="3433"/>
                  <a:ext cx="1326" cy="253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Oval 86">
                  <a:extLst>
                    <a:ext uri="{FF2B5EF4-FFF2-40B4-BE49-F238E27FC236}">
                      <a16:creationId xmlns:a16="http://schemas.microsoft.com/office/drawing/2014/main" xmlns="" id="{4118B30C-DC33-2E48-D1F8-D86BCD7560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9" y="3430"/>
                  <a:ext cx="69" cy="253"/>
                </a:xfrm>
                <a:prstGeom prst="ellipse">
                  <a:avLst/>
                </a:prstGeom>
                <a:solidFill>
                  <a:srgbClr val="DDDDDD"/>
                </a:solidFill>
                <a:ln w="9525">
                  <a:solidFill>
                    <a:sysClr val="windowText" lastClr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Rectangle 87">
                  <a:extLst>
                    <a:ext uri="{FF2B5EF4-FFF2-40B4-BE49-F238E27FC236}">
                      <a16:creationId xmlns:a16="http://schemas.microsoft.com/office/drawing/2014/main" xmlns="" id="{3B6F88D9-F313-B649-8E3B-5B6DB5429E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62" y="3438"/>
                  <a:ext cx="45" cy="245"/>
                </a:xfrm>
                <a:prstGeom prst="rect">
                  <a:avLst/>
                </a:prstGeom>
                <a:gradFill rotWithShape="1">
                  <a:gsLst>
                    <a:gs pos="0">
                      <a:sysClr val="window" lastClr="FFFFFF"/>
                    </a:gs>
                    <a:gs pos="50000">
                      <a:srgbClr val="B26B02"/>
                    </a:gs>
                    <a:gs pos="100000">
                      <a:sysClr val="window" lastClr="FFFFFF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4" name="Text Box 88">
                <a:extLst>
                  <a:ext uri="{FF2B5EF4-FFF2-40B4-BE49-F238E27FC236}">
                    <a16:creationId xmlns:a16="http://schemas.microsoft.com/office/drawing/2014/main" xmlns="" id="{A9B5E74F-079A-284A-C1C2-6DF6460B82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5" y="2807"/>
                <a:ext cx="162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 R</a:t>
                </a:r>
                <a:r>
                  <a:rPr kumimoji="0" lang="en-US" altLang="en-US" sz="28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c</a:t>
                </a:r>
                <a:r>
                  <a:rPr kumimoji="0" lang="en-US" altLang="en-US" sz="20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 </a:t>
                </a: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mic Sans MS" panose="030F0702030302020204" pitchFamily="66" charset="0"/>
                    <a:ea typeface="+mn-ea"/>
                    <a:cs typeface="+mn-cs"/>
                  </a:rPr>
                  <a:t>bits/sec</a:t>
                </a:r>
              </a:p>
            </p:txBody>
          </p:sp>
          <p:sp>
            <p:nvSpPr>
              <p:cNvPr id="35" name="AutoShape 98">
                <a:extLst>
                  <a:ext uri="{FF2B5EF4-FFF2-40B4-BE49-F238E27FC236}">
                    <a16:creationId xmlns:a16="http://schemas.microsoft.com/office/drawing/2014/main" xmlns="" id="{43625ACA-BB1C-4B1D-E551-CCE9A7326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8" y="2815"/>
                <a:ext cx="860" cy="240"/>
              </a:xfrm>
              <a:prstGeom prst="rightArrow">
                <a:avLst>
                  <a:gd name="adj1" fmla="val 50000"/>
                  <a:gd name="adj2" fmla="val 89583"/>
                </a:avLst>
              </a:pr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36" name="AutoShape 89">
                <a:extLst>
                  <a:ext uri="{FF2B5EF4-FFF2-40B4-BE49-F238E27FC236}">
                    <a16:creationId xmlns:a16="http://schemas.microsoft.com/office/drawing/2014/main" xmlns="" id="{18365EF0-4B64-E017-5B34-E31D0797A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814" y="2689"/>
                <a:ext cx="564" cy="35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17694720 60000 65536"/>
                  <a:gd name="T9" fmla="*/ 5898240 60000 65536"/>
                  <a:gd name="T10" fmla="*/ 5898240 60000 65536"/>
                  <a:gd name="T11" fmla="*/ 0 60000 65536"/>
                  <a:gd name="T12" fmla="*/ 12409 w 21600"/>
                  <a:gd name="T13" fmla="*/ 2912 h 21600"/>
                  <a:gd name="T14" fmla="*/ 18230 w 21600"/>
                  <a:gd name="T15" fmla="*/ 9222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21600" y="6079"/>
                    </a:moveTo>
                    <a:lnTo>
                      <a:pt x="15126" y="0"/>
                    </a:lnTo>
                    <a:lnTo>
                      <a:pt x="15126" y="2912"/>
                    </a:lnTo>
                    <a:lnTo>
                      <a:pt x="12427" y="2912"/>
                    </a:lnTo>
                    <a:cubicBezTo>
                      <a:pt x="5564" y="2912"/>
                      <a:pt x="0" y="7052"/>
                      <a:pt x="0" y="12158"/>
                    </a:cubicBezTo>
                    <a:lnTo>
                      <a:pt x="0" y="21600"/>
                    </a:lnTo>
                    <a:lnTo>
                      <a:pt x="6474" y="21600"/>
                    </a:lnTo>
                    <a:lnTo>
                      <a:pt x="6474" y="12158"/>
                    </a:lnTo>
                    <a:cubicBezTo>
                      <a:pt x="6474" y="10550"/>
                      <a:pt x="9139" y="9246"/>
                      <a:pt x="12427" y="9246"/>
                    </a:cubicBezTo>
                    <a:lnTo>
                      <a:pt x="15126" y="9246"/>
                    </a:lnTo>
                    <a:lnTo>
                      <a:pt x="15126" y="12158"/>
                    </a:lnTo>
                    <a:lnTo>
                      <a:pt x="21600" y="6079"/>
                    </a:lnTo>
                    <a:close/>
                  </a:path>
                </a:pathLst>
              </a:custGeom>
              <a:solidFill>
                <a:srgbClr val="F07F0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2068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452436-E845-496F-E097-F485D2BFF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EEFD9B7-D80E-DF89-0C0F-C2167585F229}"/>
              </a:ext>
            </a:extLst>
          </p:cNvPr>
          <p:cNvSpPr txBox="1">
            <a:spLocks noChangeArrowheads="1"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Throughput: Internet scenario</a:t>
            </a:r>
          </a:p>
        </p:txBody>
      </p:sp>
      <p:sp>
        <p:nvSpPr>
          <p:cNvPr id="8" name="Rectangle 523">
            <a:extLst>
              <a:ext uri="{FF2B5EF4-FFF2-40B4-BE49-F238E27FC236}">
                <a16:creationId xmlns:a16="http://schemas.microsoft.com/office/drawing/2014/main" xmlns="" id="{3B38DD75-BA36-84E0-626F-CCC0B015BA32}"/>
              </a:ext>
            </a:extLst>
          </p:cNvPr>
          <p:cNvSpPr txBox="1">
            <a:spLocks noChangeArrowheads="1"/>
          </p:cNvSpPr>
          <p:nvPr/>
        </p:nvSpPr>
        <p:spPr>
          <a:xfrm>
            <a:off x="542730" y="1697038"/>
            <a:ext cx="3597275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75000"/>
            </a:pPr>
            <a:r>
              <a:rPr lang="en-US" altLang="en-US" dirty="0"/>
              <a:t>per-connection end-end throughput: min(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c</a:t>
            </a:r>
            <a:r>
              <a:rPr lang="en-US" altLang="en-US" dirty="0" err="1"/>
              <a:t>,R</a:t>
            </a:r>
            <a:r>
              <a:rPr lang="en-US" altLang="en-US" baseline="-25000" dirty="0" err="1"/>
              <a:t>s</a:t>
            </a:r>
            <a:r>
              <a:rPr lang="en-US" altLang="en-US" dirty="0" err="1"/>
              <a:t>,R</a:t>
            </a:r>
            <a:r>
              <a:rPr lang="en-US" altLang="en-US" dirty="0"/>
              <a:t>/10)</a:t>
            </a:r>
          </a:p>
          <a:p>
            <a:pPr>
              <a:buSzPct val="75000"/>
            </a:pPr>
            <a:r>
              <a:rPr lang="en-US" altLang="en-US" dirty="0"/>
              <a:t>in practice: R</a:t>
            </a:r>
            <a:r>
              <a:rPr lang="en-US" altLang="en-US" baseline="-25000" dirty="0"/>
              <a:t>c</a:t>
            </a:r>
            <a:r>
              <a:rPr lang="en-US" altLang="en-US" dirty="0"/>
              <a:t> or R</a:t>
            </a:r>
            <a:r>
              <a:rPr lang="en-US" altLang="en-US" baseline="-25000" dirty="0"/>
              <a:t>s</a:t>
            </a:r>
            <a:r>
              <a:rPr lang="en-US" altLang="en-US" dirty="0"/>
              <a:t> is often bottleneck</a:t>
            </a:r>
          </a:p>
        </p:txBody>
      </p:sp>
      <p:sp>
        <p:nvSpPr>
          <p:cNvPr id="9" name="Text Box 44">
            <a:extLst>
              <a:ext uri="{FF2B5EF4-FFF2-40B4-BE49-F238E27FC236}">
                <a16:creationId xmlns:a16="http://schemas.microsoft.com/office/drawing/2014/main" xmlns="" id="{51B8F0CE-62B7-34C2-14AC-3D788203E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4675" y="5672138"/>
            <a:ext cx="44640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10 connections (fairly) share backbone bottleneck link R</a:t>
            </a:r>
            <a:r>
              <a:rPr lang="en-US" altLang="en-US" sz="2000" baseline="-25000"/>
              <a:t> </a:t>
            </a:r>
            <a:r>
              <a:rPr lang="en-US" altLang="en-US" sz="2000"/>
              <a:t>bits/sec</a:t>
            </a:r>
          </a:p>
        </p:txBody>
      </p:sp>
      <p:sp>
        <p:nvSpPr>
          <p:cNvPr id="16" name="Freeform 296">
            <a:extLst>
              <a:ext uri="{FF2B5EF4-FFF2-40B4-BE49-F238E27FC236}">
                <a16:creationId xmlns:a16="http://schemas.microsoft.com/office/drawing/2014/main" xmlns="" id="{F9D5BAEF-4CF6-C16D-FA94-B0748428C6D9}"/>
              </a:ext>
            </a:extLst>
          </p:cNvPr>
          <p:cNvSpPr>
            <a:spLocks/>
          </p:cNvSpPr>
          <p:nvPr/>
        </p:nvSpPr>
        <p:spPr bwMode="auto">
          <a:xfrm>
            <a:off x="4883150" y="2720975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33" name="Text Box 35">
            <a:extLst>
              <a:ext uri="{FF2B5EF4-FFF2-40B4-BE49-F238E27FC236}">
                <a16:creationId xmlns:a16="http://schemas.microsoft.com/office/drawing/2014/main" xmlns="" id="{07AD7970-3F5F-6A6A-CA2A-D328EB91D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25" y="2344738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  <a:r>
              <a:rPr lang="en-US" altLang="en-US" sz="2800" baseline="-25000"/>
              <a:t>s</a:t>
            </a:r>
            <a:endParaRPr lang="en-US" altLang="en-US" sz="2000"/>
          </a:p>
        </p:txBody>
      </p:sp>
      <p:sp>
        <p:nvSpPr>
          <p:cNvPr id="256034" name="Oval 40">
            <a:extLst>
              <a:ext uri="{FF2B5EF4-FFF2-40B4-BE49-F238E27FC236}">
                <a16:creationId xmlns:a16="http://schemas.microsoft.com/office/drawing/2014/main" xmlns="" id="{EFF08237-A75A-BE7A-B45C-3718504585A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11144" y="3772694"/>
            <a:ext cx="50800" cy="525462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35" name="Rectangle 41">
            <a:extLst>
              <a:ext uri="{FF2B5EF4-FFF2-40B4-BE49-F238E27FC236}">
                <a16:creationId xmlns:a16="http://schemas.microsoft.com/office/drawing/2014/main" xmlns="" id="{DF637C05-01DE-91B9-2135-E1AE24B1726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144419" y="3278982"/>
            <a:ext cx="984250" cy="52546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36" name="Oval 42">
            <a:extLst>
              <a:ext uri="{FF2B5EF4-FFF2-40B4-BE49-F238E27FC236}">
                <a16:creationId xmlns:a16="http://schemas.microsoft.com/office/drawing/2014/main" xmlns="" id="{BC1DFAEE-EDE7-3016-C910-8D5FA2B85FC5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15113" y="2794000"/>
            <a:ext cx="52387" cy="525463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37" name="Rectangle 43">
            <a:extLst>
              <a:ext uri="{FF2B5EF4-FFF2-40B4-BE49-F238E27FC236}">
                <a16:creationId xmlns:a16="http://schemas.microsoft.com/office/drawing/2014/main" xmlns="" id="{1EF60E48-93AA-84ED-C147-731A754C2FC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615113" y="3765550"/>
            <a:ext cx="31750" cy="5111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38" name="Oval 31">
            <a:extLst>
              <a:ext uri="{FF2B5EF4-FFF2-40B4-BE49-F238E27FC236}">
                <a16:creationId xmlns:a16="http://schemas.microsoft.com/office/drawing/2014/main" xmlns="" id="{76B17D94-F871-523D-D21B-620B4FC2AA3A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5621338" y="2668588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39" name="Rectangle 32">
            <a:extLst>
              <a:ext uri="{FF2B5EF4-FFF2-40B4-BE49-F238E27FC236}">
                <a16:creationId xmlns:a16="http://schemas.microsoft.com/office/drawing/2014/main" xmlns="" id="{1DF22AC1-1DA7-25DF-C0DE-DCB713515107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4956175" y="2465388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0" name="Oval 33">
            <a:extLst>
              <a:ext uri="{FF2B5EF4-FFF2-40B4-BE49-F238E27FC236}">
                <a16:creationId xmlns:a16="http://schemas.microsoft.com/office/drawing/2014/main" xmlns="" id="{2366D84F-B8AC-7D8A-7EB1-90227B78D102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4991100" y="22653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41" name="Rectangle 34">
            <a:extLst>
              <a:ext uri="{FF2B5EF4-FFF2-40B4-BE49-F238E27FC236}">
                <a16:creationId xmlns:a16="http://schemas.microsoft.com/office/drawing/2014/main" xmlns="" id="{22D250F8-BD23-18CD-4240-AD50AF61C30F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5618163" y="2665413"/>
            <a:ext cx="23812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2" name="Line 456">
            <a:extLst>
              <a:ext uri="{FF2B5EF4-FFF2-40B4-BE49-F238E27FC236}">
                <a16:creationId xmlns:a16="http://schemas.microsoft.com/office/drawing/2014/main" xmlns="" id="{82447F16-3D7C-F1F6-A161-9FB03D60A8E9}"/>
              </a:ext>
            </a:extLst>
          </p:cNvPr>
          <p:cNvSpPr>
            <a:spLocks noChangeShapeType="1"/>
          </p:cNvSpPr>
          <p:nvPr/>
        </p:nvSpPr>
        <p:spPr bwMode="auto">
          <a:xfrm rot="1792560">
            <a:off x="4827588" y="2536825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43" name="Oval 469">
            <a:extLst>
              <a:ext uri="{FF2B5EF4-FFF2-40B4-BE49-F238E27FC236}">
                <a16:creationId xmlns:a16="http://schemas.microsoft.com/office/drawing/2014/main" xmlns="" id="{A5254895-8AA0-5037-AF48-F819533D5C36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6130925" y="2671763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4" name="Rectangle 470">
            <a:extLst>
              <a:ext uri="{FF2B5EF4-FFF2-40B4-BE49-F238E27FC236}">
                <a16:creationId xmlns:a16="http://schemas.microsoft.com/office/drawing/2014/main" xmlns="" id="{BCBA6FBB-4843-FD66-DCC2-85FDAA84A593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5409407" y="2339181"/>
            <a:ext cx="915988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5" name="Oval 471">
            <a:extLst>
              <a:ext uri="{FF2B5EF4-FFF2-40B4-BE49-F238E27FC236}">
                <a16:creationId xmlns:a16="http://schemas.microsoft.com/office/drawing/2014/main" xmlns="" id="{CC7F521A-09D2-94C8-0173-2D60F8B6B749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5561013" y="201295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46" name="Rectangle 472">
            <a:extLst>
              <a:ext uri="{FF2B5EF4-FFF2-40B4-BE49-F238E27FC236}">
                <a16:creationId xmlns:a16="http://schemas.microsoft.com/office/drawing/2014/main" xmlns="" id="{85268BDB-DBED-85EA-B459-CDE0C60DF66B}"/>
              </a:ext>
            </a:extLst>
          </p:cNvPr>
          <p:cNvSpPr>
            <a:spLocks noChangeArrowheads="1"/>
          </p:cNvSpPr>
          <p:nvPr/>
        </p:nvSpPr>
        <p:spPr bwMode="auto">
          <a:xfrm rot="2768172">
            <a:off x="6130925" y="2663825"/>
            <a:ext cx="30163" cy="138113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7" name="Line 473">
            <a:extLst>
              <a:ext uri="{FF2B5EF4-FFF2-40B4-BE49-F238E27FC236}">
                <a16:creationId xmlns:a16="http://schemas.microsoft.com/office/drawing/2014/main" xmlns="" id="{353B784D-A20B-23E9-356E-2DC1294F98B0}"/>
              </a:ext>
            </a:extLst>
          </p:cNvPr>
          <p:cNvSpPr>
            <a:spLocks noChangeShapeType="1"/>
          </p:cNvSpPr>
          <p:nvPr/>
        </p:nvSpPr>
        <p:spPr bwMode="auto">
          <a:xfrm rot="2768172">
            <a:off x="5253037" y="2395538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48" name="Oval 476">
            <a:extLst>
              <a:ext uri="{FF2B5EF4-FFF2-40B4-BE49-F238E27FC236}">
                <a16:creationId xmlns:a16="http://schemas.microsoft.com/office/drawing/2014/main" xmlns="" id="{910C05B7-19F5-581F-A240-8B0CE3A0D557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084763" y="4521200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49" name="Rectangle 477">
            <a:extLst>
              <a:ext uri="{FF2B5EF4-FFF2-40B4-BE49-F238E27FC236}">
                <a16:creationId xmlns:a16="http://schemas.microsoft.com/office/drawing/2014/main" xmlns="" id="{E234E1A3-53C7-EDA7-A13B-44C08B737D86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057775" y="4318000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50" name="Oval 478">
            <a:extLst>
              <a:ext uri="{FF2B5EF4-FFF2-40B4-BE49-F238E27FC236}">
                <a16:creationId xmlns:a16="http://schemas.microsoft.com/office/drawing/2014/main" xmlns="" id="{B3F43035-EC2B-7F16-CF63-C63F4F1121D0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716588" y="4117975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51" name="Rectangle 479">
            <a:extLst>
              <a:ext uri="{FF2B5EF4-FFF2-40B4-BE49-F238E27FC236}">
                <a16:creationId xmlns:a16="http://schemas.microsoft.com/office/drawing/2014/main" xmlns="" id="{4637A2A2-04F7-AC59-B9FC-B122377331BD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5100638" y="4518025"/>
            <a:ext cx="23812" cy="153988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52" name="Line 480">
            <a:extLst>
              <a:ext uri="{FF2B5EF4-FFF2-40B4-BE49-F238E27FC236}">
                <a16:creationId xmlns:a16="http://schemas.microsoft.com/office/drawing/2014/main" xmlns="" id="{7C4AF49C-8180-45BE-E3AE-42986502F561}"/>
              </a:ext>
            </a:extLst>
          </p:cNvPr>
          <p:cNvSpPr>
            <a:spLocks noChangeShapeType="1"/>
          </p:cNvSpPr>
          <p:nvPr/>
        </p:nvSpPr>
        <p:spPr bwMode="auto">
          <a:xfrm rot="19807440" flipH="1">
            <a:off x="4962525" y="4389438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53" name="Oval 483">
            <a:extLst>
              <a:ext uri="{FF2B5EF4-FFF2-40B4-BE49-F238E27FC236}">
                <a16:creationId xmlns:a16="http://schemas.microsoft.com/office/drawing/2014/main" xmlns="" id="{DC1DBB9B-19F1-0BF3-B033-ABE92524AD3D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6338888" y="4294188"/>
            <a:ext cx="47625" cy="142875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54" name="Rectangle 484">
            <a:extLst>
              <a:ext uri="{FF2B5EF4-FFF2-40B4-BE49-F238E27FC236}">
                <a16:creationId xmlns:a16="http://schemas.microsoft.com/office/drawing/2014/main" xmlns="" id="{E2C75CA5-5861-6000-4C0E-6564F21D6DCC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5616575" y="4625975"/>
            <a:ext cx="917575" cy="14287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55" name="Oval 485">
            <a:extLst>
              <a:ext uri="{FF2B5EF4-FFF2-40B4-BE49-F238E27FC236}">
                <a16:creationId xmlns:a16="http://schemas.microsoft.com/office/drawing/2014/main" xmlns="" id="{3071E74D-02CF-AD05-8674-DD7CE27E5FD5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5770563" y="4953000"/>
            <a:ext cx="47625" cy="142875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56" name="Rectangle 486">
            <a:extLst>
              <a:ext uri="{FF2B5EF4-FFF2-40B4-BE49-F238E27FC236}">
                <a16:creationId xmlns:a16="http://schemas.microsoft.com/office/drawing/2014/main" xmlns="" id="{FA1D2936-6A68-9D8D-37EE-E241F51C5287}"/>
              </a:ext>
            </a:extLst>
          </p:cNvPr>
          <p:cNvSpPr>
            <a:spLocks noChangeArrowheads="1"/>
          </p:cNvSpPr>
          <p:nvPr/>
        </p:nvSpPr>
        <p:spPr bwMode="auto">
          <a:xfrm rot="18831828" flipV="1">
            <a:off x="6338888" y="4303713"/>
            <a:ext cx="30162" cy="138112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57" name="Line 487">
            <a:extLst>
              <a:ext uri="{FF2B5EF4-FFF2-40B4-BE49-F238E27FC236}">
                <a16:creationId xmlns:a16="http://schemas.microsoft.com/office/drawing/2014/main" xmlns="" id="{6BCAD384-6F06-6415-73C8-1FBC60B95E2F}"/>
              </a:ext>
            </a:extLst>
          </p:cNvPr>
          <p:cNvSpPr>
            <a:spLocks noChangeShapeType="1"/>
          </p:cNvSpPr>
          <p:nvPr/>
        </p:nvSpPr>
        <p:spPr bwMode="auto">
          <a:xfrm rot="18831828" flipV="1">
            <a:off x="5461000" y="4711701"/>
            <a:ext cx="11969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58" name="Oval 500">
            <a:extLst>
              <a:ext uri="{FF2B5EF4-FFF2-40B4-BE49-F238E27FC236}">
                <a16:creationId xmlns:a16="http://schemas.microsoft.com/office/drawing/2014/main" xmlns="" id="{896E8B80-3E35-8905-8822-70ED9AA99805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291388" y="2640013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59" name="Rectangle 501">
            <a:extLst>
              <a:ext uri="{FF2B5EF4-FFF2-40B4-BE49-F238E27FC236}">
                <a16:creationId xmlns:a16="http://schemas.microsoft.com/office/drawing/2014/main" xmlns="" id="{21D49585-5EB0-32DA-AB12-EB353423A462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264400" y="2436813"/>
            <a:ext cx="730250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60" name="Oval 502">
            <a:extLst>
              <a:ext uri="{FF2B5EF4-FFF2-40B4-BE49-F238E27FC236}">
                <a16:creationId xmlns:a16="http://schemas.microsoft.com/office/drawing/2014/main" xmlns="" id="{D22DBFDF-62C1-7614-C952-CB0A897C0F74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923213" y="2236788"/>
            <a:ext cx="36512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61" name="Rectangle 503">
            <a:extLst>
              <a:ext uri="{FF2B5EF4-FFF2-40B4-BE49-F238E27FC236}">
                <a16:creationId xmlns:a16="http://schemas.microsoft.com/office/drawing/2014/main" xmlns="" id="{4457B70D-B70A-4E46-1D00-AA48698E01A7}"/>
              </a:ext>
            </a:extLst>
          </p:cNvPr>
          <p:cNvSpPr>
            <a:spLocks noChangeArrowheads="1"/>
          </p:cNvSpPr>
          <p:nvPr/>
        </p:nvSpPr>
        <p:spPr bwMode="auto">
          <a:xfrm rot="19807440" flipH="1">
            <a:off x="7307263" y="2636838"/>
            <a:ext cx="25400" cy="153987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62" name="Line 504">
            <a:extLst>
              <a:ext uri="{FF2B5EF4-FFF2-40B4-BE49-F238E27FC236}">
                <a16:creationId xmlns:a16="http://schemas.microsoft.com/office/drawing/2014/main" xmlns="" id="{F7F136F5-94DE-BF6A-2FC9-6FBB1EF453C0}"/>
              </a:ext>
            </a:extLst>
          </p:cNvPr>
          <p:cNvSpPr>
            <a:spLocks noChangeShapeType="1"/>
          </p:cNvSpPr>
          <p:nvPr/>
        </p:nvSpPr>
        <p:spPr bwMode="auto">
          <a:xfrm rot="19807440" flipH="1">
            <a:off x="7169150" y="2508250"/>
            <a:ext cx="9556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63" name="Oval 507">
            <a:extLst>
              <a:ext uri="{FF2B5EF4-FFF2-40B4-BE49-F238E27FC236}">
                <a16:creationId xmlns:a16="http://schemas.microsoft.com/office/drawing/2014/main" xmlns="" id="{695661BF-7DB3-A331-5985-C4E5CA592F93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8048625" y="4600575"/>
            <a:ext cx="38100" cy="15875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64" name="Rectangle 508">
            <a:extLst>
              <a:ext uri="{FF2B5EF4-FFF2-40B4-BE49-F238E27FC236}">
                <a16:creationId xmlns:a16="http://schemas.microsoft.com/office/drawing/2014/main" xmlns="" id="{154600BE-6FBC-EFB4-610C-90B868ADC55D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7381875" y="4395788"/>
            <a:ext cx="731838" cy="158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65" name="Oval 509">
            <a:extLst>
              <a:ext uri="{FF2B5EF4-FFF2-40B4-BE49-F238E27FC236}">
                <a16:creationId xmlns:a16="http://schemas.microsoft.com/office/drawing/2014/main" xmlns="" id="{B24B8AEA-1EB0-6BA9-2698-DB9832A85E2F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7416800" y="4195763"/>
            <a:ext cx="38100" cy="158750"/>
          </a:xfrm>
          <a:prstGeom prst="ellipse">
            <a:avLst/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56066" name="Rectangle 510">
            <a:extLst>
              <a:ext uri="{FF2B5EF4-FFF2-40B4-BE49-F238E27FC236}">
                <a16:creationId xmlns:a16="http://schemas.microsoft.com/office/drawing/2014/main" xmlns="" id="{A268F865-A501-9991-1505-645CFD915827}"/>
              </a:ext>
            </a:extLst>
          </p:cNvPr>
          <p:cNvSpPr>
            <a:spLocks noChangeArrowheads="1"/>
          </p:cNvSpPr>
          <p:nvPr/>
        </p:nvSpPr>
        <p:spPr bwMode="auto">
          <a:xfrm rot="1792560">
            <a:off x="8043863" y="4597400"/>
            <a:ext cx="25400" cy="1524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folHlink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56067" name="Line 511">
            <a:extLst>
              <a:ext uri="{FF2B5EF4-FFF2-40B4-BE49-F238E27FC236}">
                <a16:creationId xmlns:a16="http://schemas.microsoft.com/office/drawing/2014/main" xmlns="" id="{1B501336-78F4-66A9-33EB-D8EC4DC6584A}"/>
              </a:ext>
            </a:extLst>
          </p:cNvPr>
          <p:cNvSpPr>
            <a:spLocks noChangeShapeType="1"/>
          </p:cNvSpPr>
          <p:nvPr/>
        </p:nvSpPr>
        <p:spPr bwMode="auto">
          <a:xfrm rot="1792560">
            <a:off x="7243763" y="4495800"/>
            <a:ext cx="1062037" cy="127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68" name="Text Box 513">
            <a:extLst>
              <a:ext uri="{FF2B5EF4-FFF2-40B4-BE49-F238E27FC236}">
                <a16:creationId xmlns:a16="http://schemas.microsoft.com/office/drawing/2014/main" xmlns="" id="{FB8B7D70-FC36-6D26-7915-FCCC7FE76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588" y="1903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  <a:r>
              <a:rPr lang="en-US" altLang="en-US" sz="2800" baseline="-25000"/>
              <a:t>s</a:t>
            </a:r>
            <a:endParaRPr lang="en-US" altLang="en-US" sz="2000"/>
          </a:p>
        </p:txBody>
      </p:sp>
      <p:sp>
        <p:nvSpPr>
          <p:cNvPr id="256069" name="Text Box 514">
            <a:extLst>
              <a:ext uri="{FF2B5EF4-FFF2-40B4-BE49-F238E27FC236}">
                <a16:creationId xmlns:a16="http://schemas.microsoft.com/office/drawing/2014/main" xmlns="" id="{4A367306-EB87-9E9F-4753-1060FFB1C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2411413"/>
            <a:ext cx="676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  <a:r>
              <a:rPr lang="en-US" altLang="en-US" sz="2800" baseline="-25000"/>
              <a:t>s</a:t>
            </a:r>
            <a:endParaRPr lang="en-US" altLang="en-US" sz="2000"/>
          </a:p>
        </p:txBody>
      </p:sp>
      <p:sp>
        <p:nvSpPr>
          <p:cNvPr id="256070" name="Freeform 515">
            <a:extLst>
              <a:ext uri="{FF2B5EF4-FFF2-40B4-BE49-F238E27FC236}">
                <a16:creationId xmlns:a16="http://schemas.microsoft.com/office/drawing/2014/main" xmlns="" id="{B9CB666E-1181-D110-0119-EB4374F7AE83}"/>
              </a:ext>
            </a:extLst>
          </p:cNvPr>
          <p:cNvSpPr>
            <a:spLocks/>
          </p:cNvSpPr>
          <p:nvPr/>
        </p:nvSpPr>
        <p:spPr bwMode="auto">
          <a:xfrm>
            <a:off x="5710238" y="2771775"/>
            <a:ext cx="800100" cy="1381125"/>
          </a:xfrm>
          <a:custGeom>
            <a:avLst/>
            <a:gdLst>
              <a:gd name="T0" fmla="*/ 0 w 504"/>
              <a:gd name="T1" fmla="*/ 0 h 870"/>
              <a:gd name="T2" fmla="*/ 2147483647 w 504"/>
              <a:gd name="T3" fmla="*/ 2147483647 h 870"/>
              <a:gd name="T4" fmla="*/ 2147483647 w 504"/>
              <a:gd name="T5" fmla="*/ 2147483647 h 870"/>
              <a:gd name="T6" fmla="*/ 2147483647 w 504"/>
              <a:gd name="T7" fmla="*/ 2147483647 h 870"/>
              <a:gd name="T8" fmla="*/ 2147483647 w 504"/>
              <a:gd name="T9" fmla="*/ 2147483647 h 870"/>
              <a:gd name="T10" fmla="*/ 2147483647 w 504"/>
              <a:gd name="T11" fmla="*/ 2147483647 h 870"/>
              <a:gd name="T12" fmla="*/ 2147483647 w 504"/>
              <a:gd name="T13" fmla="*/ 2147483647 h 870"/>
              <a:gd name="T14" fmla="*/ 2147483647 w 504"/>
              <a:gd name="T15" fmla="*/ 2147483647 h 870"/>
              <a:gd name="T16" fmla="*/ 2147483647 w 504"/>
              <a:gd name="T17" fmla="*/ 2147483647 h 870"/>
              <a:gd name="T18" fmla="*/ 2147483647 w 504"/>
              <a:gd name="T19" fmla="*/ 2147483647 h 87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4"/>
              <a:gd name="T31" fmla="*/ 0 h 870"/>
              <a:gd name="T32" fmla="*/ 504 w 504"/>
              <a:gd name="T33" fmla="*/ 870 h 87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4" h="870">
                <a:moveTo>
                  <a:pt x="0" y="0"/>
                </a:moveTo>
                <a:cubicBezTo>
                  <a:pt x="21" y="11"/>
                  <a:pt x="79" y="44"/>
                  <a:pt x="129" y="63"/>
                </a:cubicBezTo>
                <a:cubicBezTo>
                  <a:pt x="179" y="82"/>
                  <a:pt x="255" y="102"/>
                  <a:pt x="299" y="112"/>
                </a:cubicBezTo>
                <a:cubicBezTo>
                  <a:pt x="343" y="122"/>
                  <a:pt x="362" y="116"/>
                  <a:pt x="392" y="121"/>
                </a:cubicBezTo>
                <a:cubicBezTo>
                  <a:pt x="417" y="124"/>
                  <a:pt x="469" y="100"/>
                  <a:pt x="479" y="145"/>
                </a:cubicBezTo>
                <a:cubicBezTo>
                  <a:pt x="490" y="191"/>
                  <a:pt x="504" y="700"/>
                  <a:pt x="490" y="772"/>
                </a:cubicBezTo>
                <a:cubicBezTo>
                  <a:pt x="477" y="845"/>
                  <a:pt x="447" y="842"/>
                  <a:pt x="406" y="839"/>
                </a:cubicBezTo>
                <a:cubicBezTo>
                  <a:pt x="365" y="836"/>
                  <a:pt x="323" y="835"/>
                  <a:pt x="286" y="833"/>
                </a:cubicBezTo>
                <a:cubicBezTo>
                  <a:pt x="250" y="831"/>
                  <a:pt x="226" y="822"/>
                  <a:pt x="192" y="828"/>
                </a:cubicBezTo>
                <a:cubicBezTo>
                  <a:pt x="158" y="834"/>
                  <a:pt x="107" y="861"/>
                  <a:pt x="84" y="870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71" name="Text Box 516">
            <a:extLst>
              <a:ext uri="{FF2B5EF4-FFF2-40B4-BE49-F238E27FC236}">
                <a16:creationId xmlns:a16="http://schemas.microsoft.com/office/drawing/2014/main" xmlns="" id="{37F4664F-E08B-91F0-34E6-4F8BAD899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9608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  <a:r>
              <a:rPr lang="en-US" altLang="en-US" sz="2800" baseline="-25000"/>
              <a:t>c</a:t>
            </a:r>
            <a:endParaRPr lang="en-US" altLang="en-US" sz="2000"/>
          </a:p>
        </p:txBody>
      </p:sp>
      <p:sp>
        <p:nvSpPr>
          <p:cNvPr id="256072" name="Freeform 517">
            <a:extLst>
              <a:ext uri="{FF2B5EF4-FFF2-40B4-BE49-F238E27FC236}">
                <a16:creationId xmlns:a16="http://schemas.microsoft.com/office/drawing/2014/main" xmlns="" id="{19E2759C-1CB5-C1CE-070A-D12227901F61}"/>
              </a:ext>
            </a:extLst>
          </p:cNvPr>
          <p:cNvSpPr>
            <a:spLocks/>
          </p:cNvSpPr>
          <p:nvPr/>
        </p:nvSpPr>
        <p:spPr bwMode="auto">
          <a:xfrm>
            <a:off x="6173788" y="2749550"/>
            <a:ext cx="431800" cy="1570038"/>
          </a:xfrm>
          <a:custGeom>
            <a:avLst/>
            <a:gdLst>
              <a:gd name="T0" fmla="*/ 0 w 272"/>
              <a:gd name="T1" fmla="*/ 0 h 989"/>
              <a:gd name="T2" fmla="*/ 2147483647 w 272"/>
              <a:gd name="T3" fmla="*/ 2147483647 h 989"/>
              <a:gd name="T4" fmla="*/ 2147483647 w 272"/>
              <a:gd name="T5" fmla="*/ 2147483647 h 989"/>
              <a:gd name="T6" fmla="*/ 2147483647 w 272"/>
              <a:gd name="T7" fmla="*/ 2147483647 h 989"/>
              <a:gd name="T8" fmla="*/ 2147483647 w 272"/>
              <a:gd name="T9" fmla="*/ 2147483647 h 989"/>
              <a:gd name="T10" fmla="*/ 2147483647 w 272"/>
              <a:gd name="T11" fmla="*/ 2147483647 h 989"/>
              <a:gd name="T12" fmla="*/ 2147483647 w 272"/>
              <a:gd name="T13" fmla="*/ 2147483647 h 9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2"/>
              <a:gd name="T22" fmla="*/ 0 h 989"/>
              <a:gd name="T23" fmla="*/ 272 w 272"/>
              <a:gd name="T24" fmla="*/ 989 h 9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2" h="989">
                <a:moveTo>
                  <a:pt x="0" y="0"/>
                </a:moveTo>
                <a:cubicBezTo>
                  <a:pt x="15" y="13"/>
                  <a:pt x="49" y="56"/>
                  <a:pt x="92" y="80"/>
                </a:cubicBezTo>
                <a:cubicBezTo>
                  <a:pt x="231" y="84"/>
                  <a:pt x="204" y="89"/>
                  <a:pt x="257" y="147"/>
                </a:cubicBezTo>
                <a:cubicBezTo>
                  <a:pt x="270" y="295"/>
                  <a:pt x="272" y="652"/>
                  <a:pt x="268" y="774"/>
                </a:cubicBezTo>
                <a:cubicBezTo>
                  <a:pt x="268" y="895"/>
                  <a:pt x="261" y="853"/>
                  <a:pt x="257" y="875"/>
                </a:cubicBezTo>
                <a:cubicBezTo>
                  <a:pt x="251" y="894"/>
                  <a:pt x="257" y="889"/>
                  <a:pt x="242" y="908"/>
                </a:cubicBezTo>
                <a:cubicBezTo>
                  <a:pt x="227" y="927"/>
                  <a:pt x="183" y="972"/>
                  <a:pt x="167" y="98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73" name="Freeform 518">
            <a:extLst>
              <a:ext uri="{FF2B5EF4-FFF2-40B4-BE49-F238E27FC236}">
                <a16:creationId xmlns:a16="http://schemas.microsoft.com/office/drawing/2014/main" xmlns="" id="{FEDFC398-D897-ABB1-12E9-0B7128FA87E0}"/>
              </a:ext>
            </a:extLst>
          </p:cNvPr>
          <p:cNvSpPr>
            <a:spLocks/>
          </p:cNvSpPr>
          <p:nvPr/>
        </p:nvSpPr>
        <p:spPr bwMode="auto">
          <a:xfrm>
            <a:off x="6757988" y="2733675"/>
            <a:ext cx="638175" cy="1538288"/>
          </a:xfrm>
          <a:custGeom>
            <a:avLst/>
            <a:gdLst>
              <a:gd name="T0" fmla="*/ 2147483647 w 402"/>
              <a:gd name="T1" fmla="*/ 0 h 969"/>
              <a:gd name="T2" fmla="*/ 2147483647 w 402"/>
              <a:gd name="T3" fmla="*/ 2147483647 h 969"/>
              <a:gd name="T4" fmla="*/ 2147483647 w 402"/>
              <a:gd name="T5" fmla="*/ 2147483647 h 969"/>
              <a:gd name="T6" fmla="*/ 2147483647 w 402"/>
              <a:gd name="T7" fmla="*/ 2147483647 h 969"/>
              <a:gd name="T8" fmla="*/ 2147483647 w 402"/>
              <a:gd name="T9" fmla="*/ 2147483647 h 969"/>
              <a:gd name="T10" fmla="*/ 2147483647 w 402"/>
              <a:gd name="T11" fmla="*/ 2147483647 h 969"/>
              <a:gd name="T12" fmla="*/ 2147483647 w 402"/>
              <a:gd name="T13" fmla="*/ 2147483647 h 969"/>
              <a:gd name="T14" fmla="*/ 2147483647 w 402"/>
              <a:gd name="T15" fmla="*/ 2147483647 h 969"/>
              <a:gd name="T16" fmla="*/ 2147483647 w 402"/>
              <a:gd name="T17" fmla="*/ 2147483647 h 9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2"/>
              <a:gd name="T28" fmla="*/ 0 h 969"/>
              <a:gd name="T29" fmla="*/ 402 w 402"/>
              <a:gd name="T30" fmla="*/ 969 h 9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2" h="969">
                <a:moveTo>
                  <a:pt x="306" y="0"/>
                </a:moveTo>
                <a:cubicBezTo>
                  <a:pt x="295" y="5"/>
                  <a:pt x="262" y="24"/>
                  <a:pt x="240" y="36"/>
                </a:cubicBezTo>
                <a:cubicBezTo>
                  <a:pt x="218" y="48"/>
                  <a:pt x="199" y="58"/>
                  <a:pt x="174" y="72"/>
                </a:cubicBezTo>
                <a:cubicBezTo>
                  <a:pt x="149" y="86"/>
                  <a:pt x="115" y="101"/>
                  <a:pt x="90" y="119"/>
                </a:cubicBezTo>
                <a:cubicBezTo>
                  <a:pt x="64" y="136"/>
                  <a:pt x="72" y="127"/>
                  <a:pt x="25" y="178"/>
                </a:cubicBezTo>
                <a:cubicBezTo>
                  <a:pt x="14" y="223"/>
                  <a:pt x="0" y="732"/>
                  <a:pt x="14" y="804"/>
                </a:cubicBezTo>
                <a:cubicBezTo>
                  <a:pt x="27" y="877"/>
                  <a:pt x="53" y="854"/>
                  <a:pt x="98" y="871"/>
                </a:cubicBezTo>
                <a:cubicBezTo>
                  <a:pt x="144" y="888"/>
                  <a:pt x="209" y="884"/>
                  <a:pt x="261" y="900"/>
                </a:cubicBezTo>
                <a:cubicBezTo>
                  <a:pt x="312" y="916"/>
                  <a:pt x="373" y="955"/>
                  <a:pt x="402" y="969"/>
                </a:cubicBez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6074" name="Text Box 519">
            <a:extLst>
              <a:ext uri="{FF2B5EF4-FFF2-40B4-BE49-F238E27FC236}">
                <a16:creationId xmlns:a16="http://schemas.microsoft.com/office/drawing/2014/main" xmlns="" id="{362C380A-B027-0669-54E9-659F59E8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4498975"/>
            <a:ext cx="676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  <a:r>
              <a:rPr lang="en-US" altLang="en-US" sz="2800" baseline="-25000"/>
              <a:t>c</a:t>
            </a:r>
            <a:endParaRPr lang="en-US" altLang="en-US" sz="2000"/>
          </a:p>
        </p:txBody>
      </p:sp>
      <p:sp>
        <p:nvSpPr>
          <p:cNvPr id="256075" name="Text Box 520">
            <a:extLst>
              <a:ext uri="{FF2B5EF4-FFF2-40B4-BE49-F238E27FC236}">
                <a16:creationId xmlns:a16="http://schemas.microsoft.com/office/drawing/2014/main" xmlns="" id="{1D52DFB4-8421-A329-BB15-22F140E28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0800" y="3986213"/>
            <a:ext cx="674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  <a:r>
              <a:rPr lang="en-US" altLang="en-US" sz="2800" baseline="-25000"/>
              <a:t>c</a:t>
            </a:r>
            <a:endParaRPr lang="en-US" altLang="en-US" sz="2000"/>
          </a:p>
        </p:txBody>
      </p:sp>
      <p:sp>
        <p:nvSpPr>
          <p:cNvPr id="256076" name="Text Box 521">
            <a:extLst>
              <a:ext uri="{FF2B5EF4-FFF2-40B4-BE49-F238E27FC236}">
                <a16:creationId xmlns:a16="http://schemas.microsoft.com/office/drawing/2014/main" xmlns="" id="{553F6983-23C8-85FB-2484-BA141F502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3357563"/>
            <a:ext cx="676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2000"/>
              <a:t>R</a:t>
            </a:r>
          </a:p>
        </p:txBody>
      </p:sp>
      <p:grpSp>
        <p:nvGrpSpPr>
          <p:cNvPr id="256077" name="Group 81">
            <a:extLst>
              <a:ext uri="{FF2B5EF4-FFF2-40B4-BE49-F238E27FC236}">
                <a16:creationId xmlns:a16="http://schemas.microsoft.com/office/drawing/2014/main" xmlns="" id="{4B3714ED-F01B-F96B-D7F2-B2E443C18277}"/>
              </a:ext>
            </a:extLst>
          </p:cNvPr>
          <p:cNvGrpSpPr>
            <a:grpSpLocks/>
          </p:cNvGrpSpPr>
          <p:nvPr/>
        </p:nvGrpSpPr>
        <p:grpSpPr bwMode="auto">
          <a:xfrm>
            <a:off x="4576763" y="1784350"/>
            <a:ext cx="352425" cy="660400"/>
            <a:chOff x="4140" y="429"/>
            <a:chExt cx="1425" cy="2396"/>
          </a:xfrm>
        </p:grpSpPr>
        <p:sp>
          <p:nvSpPr>
            <p:cNvPr id="256078" name="Freeform 82">
              <a:extLst>
                <a:ext uri="{FF2B5EF4-FFF2-40B4-BE49-F238E27FC236}">
                  <a16:creationId xmlns:a16="http://schemas.microsoft.com/office/drawing/2014/main" xmlns="" id="{A52EB75C-E64E-FC18-DCB9-5D394115E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79" name="Rectangle 83">
              <a:extLst>
                <a:ext uri="{FF2B5EF4-FFF2-40B4-BE49-F238E27FC236}">
                  <a16:creationId xmlns:a16="http://schemas.microsoft.com/office/drawing/2014/main" xmlns="" id="{209F7A86-5D4A-14F2-8F84-00F02D5CB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80" name="Freeform 84">
              <a:extLst>
                <a:ext uri="{FF2B5EF4-FFF2-40B4-BE49-F238E27FC236}">
                  <a16:creationId xmlns:a16="http://schemas.microsoft.com/office/drawing/2014/main" xmlns="" id="{51B40857-8660-AD11-C4EA-520519BB0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81" name="Freeform 85">
              <a:extLst>
                <a:ext uri="{FF2B5EF4-FFF2-40B4-BE49-F238E27FC236}">
                  <a16:creationId xmlns:a16="http://schemas.microsoft.com/office/drawing/2014/main" xmlns="" id="{E097D322-F54E-8E5D-A502-45B732894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82" name="Rectangle 86">
              <a:extLst>
                <a:ext uri="{FF2B5EF4-FFF2-40B4-BE49-F238E27FC236}">
                  <a16:creationId xmlns:a16="http://schemas.microsoft.com/office/drawing/2014/main" xmlns="" id="{54CB3183-B0B6-66B9-6ED2-C5C418690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083" name="Group 87">
              <a:extLst>
                <a:ext uri="{FF2B5EF4-FFF2-40B4-BE49-F238E27FC236}">
                  <a16:creationId xmlns:a16="http://schemas.microsoft.com/office/drawing/2014/main" xmlns="" id="{B4B0C427-790B-82C3-7BD8-6C74126046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108" name="AutoShape 88">
                <a:extLst>
                  <a:ext uri="{FF2B5EF4-FFF2-40B4-BE49-F238E27FC236}">
                    <a16:creationId xmlns:a16="http://schemas.microsoft.com/office/drawing/2014/main" xmlns="" id="{C09540C7-440E-2E17-CBC0-6B6DC2F26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09" name="AutoShape 89">
                <a:extLst>
                  <a:ext uri="{FF2B5EF4-FFF2-40B4-BE49-F238E27FC236}">
                    <a16:creationId xmlns:a16="http://schemas.microsoft.com/office/drawing/2014/main" xmlns="" id="{F9723F79-8A2C-E00C-2631-6C83A6FCB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084" name="Rectangle 90">
              <a:extLst>
                <a:ext uri="{FF2B5EF4-FFF2-40B4-BE49-F238E27FC236}">
                  <a16:creationId xmlns:a16="http://schemas.microsoft.com/office/drawing/2014/main" xmlns="" id="{99B461A0-D133-1AC6-177C-27A789C0A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085" name="Group 91">
              <a:extLst>
                <a:ext uri="{FF2B5EF4-FFF2-40B4-BE49-F238E27FC236}">
                  <a16:creationId xmlns:a16="http://schemas.microsoft.com/office/drawing/2014/main" xmlns="" id="{891E7B8E-C814-163E-292B-AF63558C6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106" name="AutoShape 92">
                <a:extLst>
                  <a:ext uri="{FF2B5EF4-FFF2-40B4-BE49-F238E27FC236}">
                    <a16:creationId xmlns:a16="http://schemas.microsoft.com/office/drawing/2014/main" xmlns="" id="{F4DCBEE6-016B-F609-CBD2-2AE1E3CE8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07" name="AutoShape 93">
                <a:extLst>
                  <a:ext uri="{FF2B5EF4-FFF2-40B4-BE49-F238E27FC236}">
                    <a16:creationId xmlns:a16="http://schemas.microsoft.com/office/drawing/2014/main" xmlns="" id="{D02FC810-E7CA-69EE-1B66-5342C8EBD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086" name="Rectangle 94">
              <a:extLst>
                <a:ext uri="{FF2B5EF4-FFF2-40B4-BE49-F238E27FC236}">
                  <a16:creationId xmlns:a16="http://schemas.microsoft.com/office/drawing/2014/main" xmlns="" id="{A4BF9FB1-B71D-D3E7-F19A-79D862059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87" name="Rectangle 95">
              <a:extLst>
                <a:ext uri="{FF2B5EF4-FFF2-40B4-BE49-F238E27FC236}">
                  <a16:creationId xmlns:a16="http://schemas.microsoft.com/office/drawing/2014/main" xmlns="" id="{63FAF95A-5B4D-22F8-2524-231D6788F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088" name="Group 96">
              <a:extLst>
                <a:ext uri="{FF2B5EF4-FFF2-40B4-BE49-F238E27FC236}">
                  <a16:creationId xmlns:a16="http://schemas.microsoft.com/office/drawing/2014/main" xmlns="" id="{E4EA856E-7BD3-5B21-5B1A-B83F7C2ED3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104" name="AutoShape 97">
                <a:extLst>
                  <a:ext uri="{FF2B5EF4-FFF2-40B4-BE49-F238E27FC236}">
                    <a16:creationId xmlns:a16="http://schemas.microsoft.com/office/drawing/2014/main" xmlns="" id="{AB3D10C4-471E-3EDB-DD35-87C0AAF32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05" name="AutoShape 98">
                <a:extLst>
                  <a:ext uri="{FF2B5EF4-FFF2-40B4-BE49-F238E27FC236}">
                    <a16:creationId xmlns:a16="http://schemas.microsoft.com/office/drawing/2014/main" xmlns="" id="{C4F012FD-CE2C-C7BE-8B64-EAEBD743D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089" name="Freeform 99">
              <a:extLst>
                <a:ext uri="{FF2B5EF4-FFF2-40B4-BE49-F238E27FC236}">
                  <a16:creationId xmlns:a16="http://schemas.microsoft.com/office/drawing/2014/main" xmlns="" id="{EB6A8455-7F3C-76AC-0E83-4835426D6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56090" name="Group 100">
              <a:extLst>
                <a:ext uri="{FF2B5EF4-FFF2-40B4-BE49-F238E27FC236}">
                  <a16:creationId xmlns:a16="http://schemas.microsoft.com/office/drawing/2014/main" xmlns="" id="{916C90BA-DF40-4343-93C0-81EF5C71C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6102" name="AutoShape 101">
                <a:extLst>
                  <a:ext uri="{FF2B5EF4-FFF2-40B4-BE49-F238E27FC236}">
                    <a16:creationId xmlns:a16="http://schemas.microsoft.com/office/drawing/2014/main" xmlns="" id="{B5D3B8B3-CCBD-53AD-295D-3CA01CF50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03" name="AutoShape 102">
                <a:extLst>
                  <a:ext uri="{FF2B5EF4-FFF2-40B4-BE49-F238E27FC236}">
                    <a16:creationId xmlns:a16="http://schemas.microsoft.com/office/drawing/2014/main" xmlns="" id="{627C1DFA-7B14-2566-D4B7-35DB36362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091" name="Rectangle 103">
              <a:extLst>
                <a:ext uri="{FF2B5EF4-FFF2-40B4-BE49-F238E27FC236}">
                  <a16:creationId xmlns:a16="http://schemas.microsoft.com/office/drawing/2014/main" xmlns="" id="{971BD1A1-859F-1678-621F-2205665A2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92" name="Freeform 104">
              <a:extLst>
                <a:ext uri="{FF2B5EF4-FFF2-40B4-BE49-F238E27FC236}">
                  <a16:creationId xmlns:a16="http://schemas.microsoft.com/office/drawing/2014/main" xmlns="" id="{290A6BF5-5DF6-58AF-0C2F-237D43E55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93" name="Freeform 105">
              <a:extLst>
                <a:ext uri="{FF2B5EF4-FFF2-40B4-BE49-F238E27FC236}">
                  <a16:creationId xmlns:a16="http://schemas.microsoft.com/office/drawing/2014/main" xmlns="" id="{45E40EE1-28AD-1393-D55B-6D25BBE81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94" name="Oval 106">
              <a:extLst>
                <a:ext uri="{FF2B5EF4-FFF2-40B4-BE49-F238E27FC236}">
                  <a16:creationId xmlns:a16="http://schemas.microsoft.com/office/drawing/2014/main" xmlns="" id="{1263491E-FBA5-6C01-C9B6-303DF7DAE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95" name="Freeform 107">
              <a:extLst>
                <a:ext uri="{FF2B5EF4-FFF2-40B4-BE49-F238E27FC236}">
                  <a16:creationId xmlns:a16="http://schemas.microsoft.com/office/drawing/2014/main" xmlns="" id="{7154E243-D9DE-19CD-EB6A-C37B6C63E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096" name="AutoShape 108">
              <a:extLst>
                <a:ext uri="{FF2B5EF4-FFF2-40B4-BE49-F238E27FC236}">
                  <a16:creationId xmlns:a16="http://schemas.microsoft.com/office/drawing/2014/main" xmlns="" id="{E87DABEA-4B24-BAAB-1697-E7BB0F229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97" name="AutoShape 109">
              <a:extLst>
                <a:ext uri="{FF2B5EF4-FFF2-40B4-BE49-F238E27FC236}">
                  <a16:creationId xmlns:a16="http://schemas.microsoft.com/office/drawing/2014/main" xmlns="" id="{7F8BEFBB-7D03-AB18-65B6-2E48B1DC7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98" name="Oval 110">
              <a:extLst>
                <a:ext uri="{FF2B5EF4-FFF2-40B4-BE49-F238E27FC236}">
                  <a16:creationId xmlns:a16="http://schemas.microsoft.com/office/drawing/2014/main" xmlns="" id="{E27BC071-1C2B-A36A-B0FC-0CA202165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099" name="Oval 111">
              <a:extLst>
                <a:ext uri="{FF2B5EF4-FFF2-40B4-BE49-F238E27FC236}">
                  <a16:creationId xmlns:a16="http://schemas.microsoft.com/office/drawing/2014/main" xmlns="" id="{E263BBAF-5D62-C16F-F301-20C2C3DDC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56100" name="Oval 112">
              <a:extLst>
                <a:ext uri="{FF2B5EF4-FFF2-40B4-BE49-F238E27FC236}">
                  <a16:creationId xmlns:a16="http://schemas.microsoft.com/office/drawing/2014/main" xmlns="" id="{FBDE4F02-6CC2-3330-A4F6-FA9CD6C14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01" name="Rectangle 113">
              <a:extLst>
                <a:ext uri="{FF2B5EF4-FFF2-40B4-BE49-F238E27FC236}">
                  <a16:creationId xmlns:a16="http://schemas.microsoft.com/office/drawing/2014/main" xmlns="" id="{59F474E5-E7F9-5F26-2EC7-7EA103393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56110" name="Group 114">
            <a:extLst>
              <a:ext uri="{FF2B5EF4-FFF2-40B4-BE49-F238E27FC236}">
                <a16:creationId xmlns:a16="http://schemas.microsoft.com/office/drawing/2014/main" xmlns="" id="{35BF8D0C-DF44-1585-5493-7050D79454AF}"/>
              </a:ext>
            </a:extLst>
          </p:cNvPr>
          <p:cNvGrpSpPr>
            <a:grpSpLocks/>
          </p:cNvGrpSpPr>
          <p:nvPr/>
        </p:nvGrpSpPr>
        <p:grpSpPr bwMode="auto">
          <a:xfrm>
            <a:off x="5151438" y="1444625"/>
            <a:ext cx="352425" cy="660400"/>
            <a:chOff x="4140" y="429"/>
            <a:chExt cx="1425" cy="2396"/>
          </a:xfrm>
        </p:grpSpPr>
        <p:sp>
          <p:nvSpPr>
            <p:cNvPr id="256111" name="Freeform 115">
              <a:extLst>
                <a:ext uri="{FF2B5EF4-FFF2-40B4-BE49-F238E27FC236}">
                  <a16:creationId xmlns:a16="http://schemas.microsoft.com/office/drawing/2014/main" xmlns="" id="{D7A5E224-3850-8C97-88D4-7BDD76D38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12" name="Rectangle 116">
              <a:extLst>
                <a:ext uri="{FF2B5EF4-FFF2-40B4-BE49-F238E27FC236}">
                  <a16:creationId xmlns:a16="http://schemas.microsoft.com/office/drawing/2014/main" xmlns="" id="{BF44A6BF-0338-E6AF-3028-037E1B0FD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13" name="Freeform 117">
              <a:extLst>
                <a:ext uri="{FF2B5EF4-FFF2-40B4-BE49-F238E27FC236}">
                  <a16:creationId xmlns:a16="http://schemas.microsoft.com/office/drawing/2014/main" xmlns="" id="{ED165036-630C-33F0-685F-6967B5766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14" name="Freeform 118">
              <a:extLst>
                <a:ext uri="{FF2B5EF4-FFF2-40B4-BE49-F238E27FC236}">
                  <a16:creationId xmlns:a16="http://schemas.microsoft.com/office/drawing/2014/main" xmlns="" id="{F275EB2E-C10C-98FF-40DF-92EF8FF6D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15" name="Rectangle 119">
              <a:extLst>
                <a:ext uri="{FF2B5EF4-FFF2-40B4-BE49-F238E27FC236}">
                  <a16:creationId xmlns:a16="http://schemas.microsoft.com/office/drawing/2014/main" xmlns="" id="{9DBB4DC2-1EDF-CFB4-3B92-B1523219B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116" name="Group 120">
              <a:extLst>
                <a:ext uri="{FF2B5EF4-FFF2-40B4-BE49-F238E27FC236}">
                  <a16:creationId xmlns:a16="http://schemas.microsoft.com/office/drawing/2014/main" xmlns="" id="{137A8FDE-927C-D05A-2FAD-2BFD298EC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141" name="AutoShape 121">
                <a:extLst>
                  <a:ext uri="{FF2B5EF4-FFF2-40B4-BE49-F238E27FC236}">
                    <a16:creationId xmlns:a16="http://schemas.microsoft.com/office/drawing/2014/main" xmlns="" id="{C752B480-40B4-A5AC-4DEB-6C9E54EFD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42" name="AutoShape 122">
                <a:extLst>
                  <a:ext uri="{FF2B5EF4-FFF2-40B4-BE49-F238E27FC236}">
                    <a16:creationId xmlns:a16="http://schemas.microsoft.com/office/drawing/2014/main" xmlns="" id="{D46BAF47-DD50-5DE9-154D-1239BAFE2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17" name="Rectangle 123">
              <a:extLst>
                <a:ext uri="{FF2B5EF4-FFF2-40B4-BE49-F238E27FC236}">
                  <a16:creationId xmlns:a16="http://schemas.microsoft.com/office/drawing/2014/main" xmlns="" id="{0C3BCDE2-BA60-E1F8-2085-57D32CDFB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118" name="Group 124">
              <a:extLst>
                <a:ext uri="{FF2B5EF4-FFF2-40B4-BE49-F238E27FC236}">
                  <a16:creationId xmlns:a16="http://schemas.microsoft.com/office/drawing/2014/main" xmlns="" id="{9F05C105-C28A-E6CF-85FE-D50F526764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139" name="AutoShape 125">
                <a:extLst>
                  <a:ext uri="{FF2B5EF4-FFF2-40B4-BE49-F238E27FC236}">
                    <a16:creationId xmlns:a16="http://schemas.microsoft.com/office/drawing/2014/main" xmlns="" id="{F89C5E20-06F5-2CA7-0CA8-E70B0FBC6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40" name="AutoShape 126">
                <a:extLst>
                  <a:ext uri="{FF2B5EF4-FFF2-40B4-BE49-F238E27FC236}">
                    <a16:creationId xmlns:a16="http://schemas.microsoft.com/office/drawing/2014/main" xmlns="" id="{57A4BB51-C525-74A8-D38B-9723C3F74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19" name="Rectangle 127">
              <a:extLst>
                <a:ext uri="{FF2B5EF4-FFF2-40B4-BE49-F238E27FC236}">
                  <a16:creationId xmlns:a16="http://schemas.microsoft.com/office/drawing/2014/main" xmlns="" id="{A60BCFFD-FD93-5AAC-6C3E-998A1E3D0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20" name="Rectangle 128">
              <a:extLst>
                <a:ext uri="{FF2B5EF4-FFF2-40B4-BE49-F238E27FC236}">
                  <a16:creationId xmlns:a16="http://schemas.microsoft.com/office/drawing/2014/main" xmlns="" id="{D0EF551A-0497-2351-1A77-6AA080BFD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121" name="Group 129">
              <a:extLst>
                <a:ext uri="{FF2B5EF4-FFF2-40B4-BE49-F238E27FC236}">
                  <a16:creationId xmlns:a16="http://schemas.microsoft.com/office/drawing/2014/main" xmlns="" id="{81B00D48-04EA-F0CF-6B9B-E9B700FA6F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137" name="AutoShape 130">
                <a:extLst>
                  <a:ext uri="{FF2B5EF4-FFF2-40B4-BE49-F238E27FC236}">
                    <a16:creationId xmlns:a16="http://schemas.microsoft.com/office/drawing/2014/main" xmlns="" id="{CAB82104-137C-BCB0-4BF7-7C20E078DA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38" name="AutoShape 131">
                <a:extLst>
                  <a:ext uri="{FF2B5EF4-FFF2-40B4-BE49-F238E27FC236}">
                    <a16:creationId xmlns:a16="http://schemas.microsoft.com/office/drawing/2014/main" xmlns="" id="{3A387E18-8C94-2251-BDD5-A55F2E3FB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22" name="Freeform 132">
              <a:extLst>
                <a:ext uri="{FF2B5EF4-FFF2-40B4-BE49-F238E27FC236}">
                  <a16:creationId xmlns:a16="http://schemas.microsoft.com/office/drawing/2014/main" xmlns="" id="{6DB1E928-C001-51D7-2264-72C0CE252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56123" name="Group 133">
              <a:extLst>
                <a:ext uri="{FF2B5EF4-FFF2-40B4-BE49-F238E27FC236}">
                  <a16:creationId xmlns:a16="http://schemas.microsoft.com/office/drawing/2014/main" xmlns="" id="{8902105A-AFD7-F20A-B3AA-8468CDF776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6135" name="AutoShape 134">
                <a:extLst>
                  <a:ext uri="{FF2B5EF4-FFF2-40B4-BE49-F238E27FC236}">
                    <a16:creationId xmlns:a16="http://schemas.microsoft.com/office/drawing/2014/main" xmlns="" id="{DB238E5C-5590-C53F-407E-5C2021843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36" name="AutoShape 135">
                <a:extLst>
                  <a:ext uri="{FF2B5EF4-FFF2-40B4-BE49-F238E27FC236}">
                    <a16:creationId xmlns:a16="http://schemas.microsoft.com/office/drawing/2014/main" xmlns="" id="{444D1491-3CAB-DA12-4DD3-B2A98C8CB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24" name="Rectangle 136">
              <a:extLst>
                <a:ext uri="{FF2B5EF4-FFF2-40B4-BE49-F238E27FC236}">
                  <a16:creationId xmlns:a16="http://schemas.microsoft.com/office/drawing/2014/main" xmlns="" id="{E546A7C8-0D99-F8F7-02DD-BAE9C367E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25" name="Freeform 137">
              <a:extLst>
                <a:ext uri="{FF2B5EF4-FFF2-40B4-BE49-F238E27FC236}">
                  <a16:creationId xmlns:a16="http://schemas.microsoft.com/office/drawing/2014/main" xmlns="" id="{A4168721-BF24-73F4-8B03-43EBE3796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26" name="Freeform 138">
              <a:extLst>
                <a:ext uri="{FF2B5EF4-FFF2-40B4-BE49-F238E27FC236}">
                  <a16:creationId xmlns:a16="http://schemas.microsoft.com/office/drawing/2014/main" xmlns="" id="{ABACCE7C-5F43-A06D-8CBE-72DBFE1AE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27" name="Oval 139">
              <a:extLst>
                <a:ext uri="{FF2B5EF4-FFF2-40B4-BE49-F238E27FC236}">
                  <a16:creationId xmlns:a16="http://schemas.microsoft.com/office/drawing/2014/main" xmlns="" id="{D722EC79-6EA6-3856-A1D2-1E8606526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28" name="Freeform 140">
              <a:extLst>
                <a:ext uri="{FF2B5EF4-FFF2-40B4-BE49-F238E27FC236}">
                  <a16:creationId xmlns:a16="http://schemas.microsoft.com/office/drawing/2014/main" xmlns="" id="{90938B75-8160-748D-9F55-31C95EC01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29" name="AutoShape 141">
              <a:extLst>
                <a:ext uri="{FF2B5EF4-FFF2-40B4-BE49-F238E27FC236}">
                  <a16:creationId xmlns:a16="http://schemas.microsoft.com/office/drawing/2014/main" xmlns="" id="{5082474A-D19C-E77D-6675-42A8CDDD8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30" name="AutoShape 142">
              <a:extLst>
                <a:ext uri="{FF2B5EF4-FFF2-40B4-BE49-F238E27FC236}">
                  <a16:creationId xmlns:a16="http://schemas.microsoft.com/office/drawing/2014/main" xmlns="" id="{89DB776E-4028-AC0B-26D6-D95797BC4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31" name="Oval 143">
              <a:extLst>
                <a:ext uri="{FF2B5EF4-FFF2-40B4-BE49-F238E27FC236}">
                  <a16:creationId xmlns:a16="http://schemas.microsoft.com/office/drawing/2014/main" xmlns="" id="{2D7B913F-DAFB-DDD8-C048-3CF24C6D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32" name="Oval 144">
              <a:extLst>
                <a:ext uri="{FF2B5EF4-FFF2-40B4-BE49-F238E27FC236}">
                  <a16:creationId xmlns:a16="http://schemas.microsoft.com/office/drawing/2014/main" xmlns="" id="{37CD2189-E4E2-7701-2AF6-48A2CA089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56133" name="Oval 145">
              <a:extLst>
                <a:ext uri="{FF2B5EF4-FFF2-40B4-BE49-F238E27FC236}">
                  <a16:creationId xmlns:a16="http://schemas.microsoft.com/office/drawing/2014/main" xmlns="" id="{85A17738-5FFA-F87B-5A4F-E2EE59664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34" name="Rectangle 146">
              <a:extLst>
                <a:ext uri="{FF2B5EF4-FFF2-40B4-BE49-F238E27FC236}">
                  <a16:creationId xmlns:a16="http://schemas.microsoft.com/office/drawing/2014/main" xmlns="" id="{050458EB-58DB-176B-6434-93B04CC46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56143" name="Group 147">
            <a:extLst>
              <a:ext uri="{FF2B5EF4-FFF2-40B4-BE49-F238E27FC236}">
                <a16:creationId xmlns:a16="http://schemas.microsoft.com/office/drawing/2014/main" xmlns="" id="{3B5E3FD4-59EC-9832-7C31-C8436A12BD8C}"/>
              </a:ext>
            </a:extLst>
          </p:cNvPr>
          <p:cNvGrpSpPr>
            <a:grpSpLocks/>
          </p:cNvGrpSpPr>
          <p:nvPr/>
        </p:nvGrpSpPr>
        <p:grpSpPr bwMode="auto">
          <a:xfrm>
            <a:off x="8002588" y="1700213"/>
            <a:ext cx="352425" cy="660400"/>
            <a:chOff x="4140" y="429"/>
            <a:chExt cx="1425" cy="2396"/>
          </a:xfrm>
        </p:grpSpPr>
        <p:sp>
          <p:nvSpPr>
            <p:cNvPr id="256144" name="Freeform 148">
              <a:extLst>
                <a:ext uri="{FF2B5EF4-FFF2-40B4-BE49-F238E27FC236}">
                  <a16:creationId xmlns:a16="http://schemas.microsoft.com/office/drawing/2014/main" xmlns="" id="{4F057EC2-2E24-F3CB-660D-C00C6E171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45" name="Rectangle 149">
              <a:extLst>
                <a:ext uri="{FF2B5EF4-FFF2-40B4-BE49-F238E27FC236}">
                  <a16:creationId xmlns:a16="http://schemas.microsoft.com/office/drawing/2014/main" xmlns="" id="{7AA8E8C7-F3F8-4EB5-5A97-8A0490E96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6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46" name="Freeform 150">
              <a:extLst>
                <a:ext uri="{FF2B5EF4-FFF2-40B4-BE49-F238E27FC236}">
                  <a16:creationId xmlns:a16="http://schemas.microsoft.com/office/drawing/2014/main" xmlns="" id="{FB751E6D-18E5-64BA-81FD-E9F5B4DE0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47" name="Freeform 151">
              <a:extLst>
                <a:ext uri="{FF2B5EF4-FFF2-40B4-BE49-F238E27FC236}">
                  <a16:creationId xmlns:a16="http://schemas.microsoft.com/office/drawing/2014/main" xmlns="" id="{CCA94578-4173-667B-A7B3-D83B2B884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48" name="Rectangle 152">
              <a:extLst>
                <a:ext uri="{FF2B5EF4-FFF2-40B4-BE49-F238E27FC236}">
                  <a16:creationId xmlns:a16="http://schemas.microsoft.com/office/drawing/2014/main" xmlns="" id="{E4CB2671-CF9B-FB75-F4FB-8C2284CEA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694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149" name="Group 153">
              <a:extLst>
                <a:ext uri="{FF2B5EF4-FFF2-40B4-BE49-F238E27FC236}">
                  <a16:creationId xmlns:a16="http://schemas.microsoft.com/office/drawing/2014/main" xmlns="" id="{4E7476A5-61D3-E744-A966-8D5BDE83D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6174" name="AutoShape 154">
                <a:extLst>
                  <a:ext uri="{FF2B5EF4-FFF2-40B4-BE49-F238E27FC236}">
                    <a16:creationId xmlns:a16="http://schemas.microsoft.com/office/drawing/2014/main" xmlns="" id="{5CAB2FE9-3090-CD4C-9E66-697D61B94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0"/>
                <a:ext cx="721" cy="14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75" name="AutoShape 155">
                <a:extLst>
                  <a:ext uri="{FF2B5EF4-FFF2-40B4-BE49-F238E27FC236}">
                    <a16:creationId xmlns:a16="http://schemas.microsoft.com/office/drawing/2014/main" xmlns="" id="{9BE63A3B-B3D3-40F4-32ED-5D5749844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2"/>
                <a:ext cx="689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50" name="Rectangle 156">
              <a:extLst>
                <a:ext uri="{FF2B5EF4-FFF2-40B4-BE49-F238E27FC236}">
                  <a16:creationId xmlns:a16="http://schemas.microsoft.com/office/drawing/2014/main" xmlns="" id="{EBB07345-625B-9D11-A75C-151377045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16"/>
              <a:ext cx="597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151" name="Group 157">
              <a:extLst>
                <a:ext uri="{FF2B5EF4-FFF2-40B4-BE49-F238E27FC236}">
                  <a16:creationId xmlns:a16="http://schemas.microsoft.com/office/drawing/2014/main" xmlns="" id="{CBEA8263-F3C0-A6B5-D6CE-0D611DB528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6172" name="AutoShape 158">
                <a:extLst>
                  <a:ext uri="{FF2B5EF4-FFF2-40B4-BE49-F238E27FC236}">
                    <a16:creationId xmlns:a16="http://schemas.microsoft.com/office/drawing/2014/main" xmlns="" id="{DECE88FF-A566-9183-938A-287A189FF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1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73" name="AutoShape 159">
                <a:extLst>
                  <a:ext uri="{FF2B5EF4-FFF2-40B4-BE49-F238E27FC236}">
                    <a16:creationId xmlns:a16="http://schemas.microsoft.com/office/drawing/2014/main" xmlns="" id="{A09A25C0-F762-3E50-FCD3-7920A3D56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5"/>
                <a:ext cx="68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52" name="Rectangle 160">
              <a:extLst>
                <a:ext uri="{FF2B5EF4-FFF2-40B4-BE49-F238E27FC236}">
                  <a16:creationId xmlns:a16="http://schemas.microsoft.com/office/drawing/2014/main" xmlns="" id="{A9AAEC3C-426D-B434-3388-A66451F87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53" name="Rectangle 161">
              <a:extLst>
                <a:ext uri="{FF2B5EF4-FFF2-40B4-BE49-F238E27FC236}">
                  <a16:creationId xmlns:a16="http://schemas.microsoft.com/office/drawing/2014/main" xmlns="" id="{A792227C-2E12-54F6-4634-AB320AC9B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6"/>
              <a:ext cx="597" cy="4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56154" name="Group 162">
              <a:extLst>
                <a:ext uri="{FF2B5EF4-FFF2-40B4-BE49-F238E27FC236}">
                  <a16:creationId xmlns:a16="http://schemas.microsoft.com/office/drawing/2014/main" xmlns="" id="{1161DB7B-077A-3048-E56E-1A08058AC2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56170" name="AutoShape 163">
                <a:extLst>
                  <a:ext uri="{FF2B5EF4-FFF2-40B4-BE49-F238E27FC236}">
                    <a16:creationId xmlns:a16="http://schemas.microsoft.com/office/drawing/2014/main" xmlns="" id="{B90838A9-9741-F869-4C98-64FF537FA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0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71" name="AutoShape 164">
                <a:extLst>
                  <a:ext uri="{FF2B5EF4-FFF2-40B4-BE49-F238E27FC236}">
                    <a16:creationId xmlns:a16="http://schemas.microsoft.com/office/drawing/2014/main" xmlns="" id="{CF27DD1F-9781-EDEB-0C31-7F7225EB70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4"/>
                <a:ext cx="688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55" name="Freeform 165">
              <a:extLst>
                <a:ext uri="{FF2B5EF4-FFF2-40B4-BE49-F238E27FC236}">
                  <a16:creationId xmlns:a16="http://schemas.microsoft.com/office/drawing/2014/main" xmlns="" id="{4607178D-2B05-764A-9E05-40EBDD0DF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256156" name="Group 166">
              <a:extLst>
                <a:ext uri="{FF2B5EF4-FFF2-40B4-BE49-F238E27FC236}">
                  <a16:creationId xmlns:a16="http://schemas.microsoft.com/office/drawing/2014/main" xmlns="" id="{E6AC4694-0025-8374-4F7C-003FA1763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6168" name="AutoShape 167">
                <a:extLst>
                  <a:ext uri="{FF2B5EF4-FFF2-40B4-BE49-F238E27FC236}">
                    <a16:creationId xmlns:a16="http://schemas.microsoft.com/office/drawing/2014/main" xmlns="" id="{BD92FC50-B917-8576-1D58-69FEDC52C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56169" name="AutoShape 168">
                <a:extLst>
                  <a:ext uri="{FF2B5EF4-FFF2-40B4-BE49-F238E27FC236}">
                    <a16:creationId xmlns:a16="http://schemas.microsoft.com/office/drawing/2014/main" xmlns="" id="{4FCBE92D-61B8-BF77-665C-5599F5772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6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56157" name="Rectangle 169">
              <a:extLst>
                <a:ext uri="{FF2B5EF4-FFF2-40B4-BE49-F238E27FC236}">
                  <a16:creationId xmlns:a16="http://schemas.microsoft.com/office/drawing/2014/main" xmlns="" id="{6153A586-CACE-4C11-A356-17258289F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58" name="Freeform 170">
              <a:extLst>
                <a:ext uri="{FF2B5EF4-FFF2-40B4-BE49-F238E27FC236}">
                  <a16:creationId xmlns:a16="http://schemas.microsoft.com/office/drawing/2014/main" xmlns="" id="{BFC4F564-1D0C-FD6B-8578-0467DC264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59" name="Freeform 171">
              <a:extLst>
                <a:ext uri="{FF2B5EF4-FFF2-40B4-BE49-F238E27FC236}">
                  <a16:creationId xmlns:a16="http://schemas.microsoft.com/office/drawing/2014/main" xmlns="" id="{D937D4A3-6C42-40A9-848D-123C380C5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60" name="Oval 172">
              <a:extLst>
                <a:ext uri="{FF2B5EF4-FFF2-40B4-BE49-F238E27FC236}">
                  <a16:creationId xmlns:a16="http://schemas.microsoft.com/office/drawing/2014/main" xmlns="" id="{649FA161-8EF7-87E7-5B59-E28B23E47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2612"/>
              <a:ext cx="45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61" name="Freeform 173">
              <a:extLst>
                <a:ext uri="{FF2B5EF4-FFF2-40B4-BE49-F238E27FC236}">
                  <a16:creationId xmlns:a16="http://schemas.microsoft.com/office/drawing/2014/main" xmlns="" id="{B0BFD8CC-B93F-7712-71D8-D78C6C0B9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6162" name="AutoShape 174">
              <a:extLst>
                <a:ext uri="{FF2B5EF4-FFF2-40B4-BE49-F238E27FC236}">
                  <a16:creationId xmlns:a16="http://schemas.microsoft.com/office/drawing/2014/main" xmlns="" id="{79F6F408-3A6C-144E-105A-F7525E908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63" name="AutoShape 175">
              <a:extLst>
                <a:ext uri="{FF2B5EF4-FFF2-40B4-BE49-F238E27FC236}">
                  <a16:creationId xmlns:a16="http://schemas.microsoft.com/office/drawing/2014/main" xmlns="" id="{B90B3CF7-BAC2-81B1-23BA-F4FB2812B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0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64" name="Oval 176">
              <a:extLst>
                <a:ext uri="{FF2B5EF4-FFF2-40B4-BE49-F238E27FC236}">
                  <a16:creationId xmlns:a16="http://schemas.microsoft.com/office/drawing/2014/main" xmlns="" id="{61A17E84-51B8-B7B6-D059-2C258BE2E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65" name="Oval 177">
              <a:extLst>
                <a:ext uri="{FF2B5EF4-FFF2-40B4-BE49-F238E27FC236}">
                  <a16:creationId xmlns:a16="http://schemas.microsoft.com/office/drawing/2014/main" xmlns="" id="{923ACE21-D429-CA0D-1AEB-9C53EA9B1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56166" name="Oval 178">
              <a:extLst>
                <a:ext uri="{FF2B5EF4-FFF2-40B4-BE49-F238E27FC236}">
                  <a16:creationId xmlns:a16="http://schemas.microsoft.com/office/drawing/2014/main" xmlns="" id="{8C3E5289-891A-E635-FDBF-E41F35950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56167" name="Rectangle 179">
              <a:extLst>
                <a:ext uri="{FF2B5EF4-FFF2-40B4-BE49-F238E27FC236}">
                  <a16:creationId xmlns:a16="http://schemas.microsoft.com/office/drawing/2014/main" xmlns="" id="{0460B7CF-B575-160A-7091-B5346ABCB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4"/>
              <a:ext cx="83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56176" name="Group 180">
            <a:extLst>
              <a:ext uri="{FF2B5EF4-FFF2-40B4-BE49-F238E27FC236}">
                <a16:creationId xmlns:a16="http://schemas.microsoft.com/office/drawing/2014/main" xmlns="" id="{760FCDC5-9576-1D5E-5352-9CBFA923C5F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1813" y="4489450"/>
            <a:ext cx="803275" cy="771525"/>
            <a:chOff x="-44" y="1473"/>
            <a:chExt cx="981" cy="1105"/>
          </a:xfrm>
        </p:grpSpPr>
        <p:pic>
          <p:nvPicPr>
            <p:cNvPr id="256177" name="Picture 181" descr="desktop_computer_stylized_medium">
              <a:extLst>
                <a:ext uri="{FF2B5EF4-FFF2-40B4-BE49-F238E27FC236}">
                  <a16:creationId xmlns:a16="http://schemas.microsoft.com/office/drawing/2014/main" xmlns="" id="{8BA8D4C6-23C2-509E-3B75-A6E5E5EF4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78" name="Freeform 182">
              <a:extLst>
                <a:ext uri="{FF2B5EF4-FFF2-40B4-BE49-F238E27FC236}">
                  <a16:creationId xmlns:a16="http://schemas.microsoft.com/office/drawing/2014/main" xmlns="" id="{B945D90F-E12C-C991-DBBC-4C9788F5BB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256179" name="Group 183">
            <a:extLst>
              <a:ext uri="{FF2B5EF4-FFF2-40B4-BE49-F238E27FC236}">
                <a16:creationId xmlns:a16="http://schemas.microsoft.com/office/drawing/2014/main" xmlns="" id="{5217AEB6-0B9C-5608-1C6D-B596458BD227}"/>
              </a:ext>
            </a:extLst>
          </p:cNvPr>
          <p:cNvGrpSpPr>
            <a:grpSpLocks/>
          </p:cNvGrpSpPr>
          <p:nvPr/>
        </p:nvGrpSpPr>
        <p:grpSpPr bwMode="auto">
          <a:xfrm>
            <a:off x="4237038" y="4470400"/>
            <a:ext cx="803275" cy="771525"/>
            <a:chOff x="-44" y="1473"/>
            <a:chExt cx="981" cy="1105"/>
          </a:xfrm>
        </p:grpSpPr>
        <p:pic>
          <p:nvPicPr>
            <p:cNvPr id="256180" name="Picture 184" descr="desktop_computer_stylized_medium">
              <a:extLst>
                <a:ext uri="{FF2B5EF4-FFF2-40B4-BE49-F238E27FC236}">
                  <a16:creationId xmlns:a16="http://schemas.microsoft.com/office/drawing/2014/main" xmlns="" id="{BE823ED6-684D-F0D2-5569-39412DDF4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81" name="Freeform 185">
              <a:extLst>
                <a:ext uri="{FF2B5EF4-FFF2-40B4-BE49-F238E27FC236}">
                  <a16:creationId xmlns:a16="http://schemas.microsoft.com/office/drawing/2014/main" xmlns="" id="{FA9945EC-D3FF-41CE-38F7-3758506D7C1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256182" name="Group 186">
            <a:extLst>
              <a:ext uri="{FF2B5EF4-FFF2-40B4-BE49-F238E27FC236}">
                <a16:creationId xmlns:a16="http://schemas.microsoft.com/office/drawing/2014/main" xmlns="" id="{920A945B-0758-78AF-FC5C-02C307D92E98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4919663"/>
            <a:ext cx="803275" cy="771525"/>
            <a:chOff x="-44" y="1473"/>
            <a:chExt cx="981" cy="1105"/>
          </a:xfrm>
        </p:grpSpPr>
        <p:pic>
          <p:nvPicPr>
            <p:cNvPr id="256183" name="Picture 187" descr="desktop_computer_stylized_medium">
              <a:extLst>
                <a:ext uri="{FF2B5EF4-FFF2-40B4-BE49-F238E27FC236}">
                  <a16:creationId xmlns:a16="http://schemas.microsoft.com/office/drawing/2014/main" xmlns="" id="{DA5BF7FF-2FD4-CDB4-F483-4DE4480BEF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84" name="Freeform 188">
              <a:extLst>
                <a:ext uri="{FF2B5EF4-FFF2-40B4-BE49-F238E27FC236}">
                  <a16:creationId xmlns:a16="http://schemas.microsoft.com/office/drawing/2014/main" xmlns="" id="{0D06EFE4-C53D-9B6F-80B1-4CB48DC8D27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46579572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7CBE50-058A-857A-3C08-0E351610D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9A9C0396-F477-172C-B6E3-245941880A9F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Protocol Hierarchies</a:t>
            </a:r>
            <a:endParaRPr kumimoji="0" lang="en-AU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25DE25E-E6B0-3102-3A0D-F58110927EC0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8229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reduce their design complexity, most n/</a:t>
            </a:r>
            <a:r>
              <a:rPr kumimoji="0" lang="en-US" altLang="en-US" sz="280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ws</a:t>
            </a: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 organized as a series of layers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contents &amp; functions of each layer differ from network to network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entities comprising the corresponding layers on different machines are called peers.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is the peers that communicate using the protocol.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686389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66B753-0028-D5BF-2B3B-8832F8E1F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3">
            <a:extLst>
              <a:ext uri="{FF2B5EF4-FFF2-40B4-BE49-F238E27FC236}">
                <a16:creationId xmlns:a16="http://schemas.microsoft.com/office/drawing/2014/main" xmlns="" id="{92DB948D-8B49-3B8C-876B-733FD4FF3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4179" y="1456246"/>
            <a:ext cx="6307592" cy="505422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2591947050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17EA6B7-0EDC-5A2F-862D-05F2DD4FB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9E7F8DDF-926F-2252-1D00-2972A2516710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Design Issues for layers</a:t>
            </a:r>
            <a:endParaRPr kumimoji="0" lang="en-AU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D55A0F12-FA57-4CE2-7188-BEC4B7A0FB9F}"/>
              </a:ext>
            </a:extLst>
          </p:cNvPr>
          <p:cNvSpPr txBox="1">
            <a:spLocks/>
          </p:cNvSpPr>
          <p:nvPr/>
        </p:nvSpPr>
        <p:spPr>
          <a:xfrm>
            <a:off x="457200" y="1447800"/>
            <a:ext cx="82296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Addressing – unique address for each system (How to identify senders &amp; receivers)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Error Control – error detection and error correction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Flow Control – fast sender/slow receiver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Multiplexing – same connection may be used for multiple conversations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Routing – when there are multiple paths between source &amp; a destination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484272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AD52F9-E51A-8010-5CE3-4EE8E281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247FC9D2-1C61-FE7C-5507-F802184BDF32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Reference Models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C0266745-E2D8-0BBF-D91B-E54B1421CA2F}"/>
              </a:ext>
            </a:extLst>
          </p:cNvPr>
          <p:cNvSpPr txBox="1">
            <a:spLocks/>
          </p:cNvSpPr>
          <p:nvPr/>
        </p:nvSpPr>
        <p:spPr>
          <a:xfrm>
            <a:off x="663575" y="1619250"/>
            <a:ext cx="8480425" cy="4933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OSI Reference 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TCP/IP Reference Model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Comparison of OSI and TCP/IP</a:t>
            </a:r>
          </a:p>
        </p:txBody>
      </p:sp>
    </p:spTree>
    <p:extLst>
      <p:ext uri="{BB962C8B-B14F-4D97-AF65-F5344CB8AC3E}">
        <p14:creationId xmlns:p14="http://schemas.microsoft.com/office/powerpoint/2010/main" val="383520445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3B1671-97E0-EBE2-3D50-E0927157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E1FC9BD4-092F-A74B-AA59-2CA0DA139628}"/>
              </a:ext>
            </a:extLst>
          </p:cNvPr>
          <p:cNvSpPr txBox="1">
            <a:spLocks/>
          </p:cNvSpPr>
          <p:nvPr/>
        </p:nvSpPr>
        <p:spPr>
          <a:xfrm>
            <a:off x="142406" y="439837"/>
            <a:ext cx="8229600" cy="8683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OSI Reference Model</a:t>
            </a:r>
          </a:p>
        </p:txBody>
      </p:sp>
      <p:pic>
        <p:nvPicPr>
          <p:cNvPr id="3" name="Picture 4" descr="1-20">
            <a:extLst>
              <a:ext uri="{FF2B5EF4-FFF2-40B4-BE49-F238E27FC236}">
                <a16:creationId xmlns:a16="http://schemas.microsoft.com/office/drawing/2014/main" xmlns="" id="{5349304D-06A1-4C5A-8778-EC6002FE0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786" y="1412776"/>
            <a:ext cx="6613071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221809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4A40362-6813-475E-2E79-055143B81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200E7D79-4F8D-C3EC-4967-440A6873ADDF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TCP/IP Reference Model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3" name="Picture 4" descr="1-22">
            <a:extLst>
              <a:ext uri="{FF2B5EF4-FFF2-40B4-BE49-F238E27FC236}">
                <a16:creationId xmlns:a16="http://schemas.microsoft.com/office/drawing/2014/main" xmlns="" id="{EB8C4B85-A50E-9750-AE0B-B17B3262D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2" y="1335541"/>
            <a:ext cx="7844376" cy="32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4C18A72-7CB0-5B26-0D5A-0AC863AB4319}"/>
              </a:ext>
            </a:extLst>
          </p:cNvPr>
          <p:cNvSpPr txBox="1"/>
          <p:nvPr/>
        </p:nvSpPr>
        <p:spPr>
          <a:xfrm>
            <a:off x="601662" y="4786338"/>
            <a:ext cx="3034167" cy="16004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nb-NO" sz="1400" dirty="0"/>
              <a:t>TELNET - </a:t>
            </a:r>
            <a:r>
              <a:rPr lang="nb-NO" sz="1400" dirty="0">
                <a:effectLst/>
              </a:rPr>
              <a:t>Teletype Network</a:t>
            </a:r>
          </a:p>
          <a:p>
            <a:r>
              <a:rPr lang="nb-NO" sz="1400" dirty="0"/>
              <a:t>FTP - File Transfer Protocol</a:t>
            </a:r>
          </a:p>
          <a:p>
            <a:r>
              <a:rPr lang="nb-NO" sz="1400" dirty="0"/>
              <a:t>SMTP – Simple Mali Transfer Protocol</a:t>
            </a:r>
          </a:p>
          <a:p>
            <a:r>
              <a:rPr lang="nb-NO" sz="1400" dirty="0"/>
              <a:t>DNS – Domain Name System</a:t>
            </a:r>
          </a:p>
          <a:p>
            <a:r>
              <a:rPr lang="nb-NO" sz="1400" dirty="0"/>
              <a:t>TCP – Transmission Control Protocol</a:t>
            </a:r>
          </a:p>
          <a:p>
            <a:r>
              <a:rPr lang="nb-NO" sz="1400" dirty="0"/>
              <a:t>UDP – User Datagram Protocol</a:t>
            </a:r>
          </a:p>
          <a:p>
            <a:r>
              <a:rPr lang="nb-NO" sz="1400" dirty="0"/>
              <a:t>IP – Internet Protocol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46F07E6-D66C-3E0E-D14C-3B998B61A937}"/>
              </a:ext>
            </a:extLst>
          </p:cNvPr>
          <p:cNvSpPr txBox="1"/>
          <p:nvPr/>
        </p:nvSpPr>
        <p:spPr>
          <a:xfrm>
            <a:off x="4095750" y="4786338"/>
            <a:ext cx="4601936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400" i="0" dirty="0">
                <a:solidFill>
                  <a:srgbClr val="0A0A0A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ARPANET - 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Research Projects Agency Network</a:t>
            </a:r>
          </a:p>
          <a:p>
            <a:r>
              <a:rPr lang="en-US" sz="1400" dirty="0"/>
              <a:t>SATNET – Atlantic Packet Satellite Network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881272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02741A0-4E1D-F566-5F14-A091CB97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D0B2FEEE-FE26-5091-947B-781263C748CB}"/>
              </a:ext>
            </a:extLst>
          </p:cNvPr>
          <p:cNvSpPr txBox="1">
            <a:spLocks/>
          </p:cNvSpPr>
          <p:nvPr/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Comparision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pic>
        <p:nvPicPr>
          <p:cNvPr id="3" name="Picture 4" descr="1-21">
            <a:extLst>
              <a:ext uri="{FF2B5EF4-FFF2-40B4-BE49-F238E27FC236}">
                <a16:creationId xmlns:a16="http://schemas.microsoft.com/office/drawing/2014/main" xmlns="" id="{09478014-20D1-163F-EBBA-0B142D361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65263"/>
            <a:ext cx="7148513" cy="424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6459067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1DDAE480-3148-7BBD-2738-C6B061FF268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/>
                </a:solidFill>
                <a:cs typeface="Times New Roman" pitchFamily="18" charset="0"/>
              </a:rPr>
              <a:t>Example: </a:t>
            </a:r>
            <a:r>
              <a:rPr lang="en-US" sz="2400" dirty="0">
                <a:solidFill>
                  <a:schemeClr val="accent2"/>
                </a:solidFill>
                <a:cs typeface="Times New Roman" pitchFamily="18" charset="0"/>
              </a:rPr>
              <a:t>TCP/IP’s 5-Layer Network Model </a:t>
            </a:r>
            <a:endParaRPr lang="en-US" sz="4000" dirty="0"/>
          </a:p>
        </p:txBody>
      </p:sp>
      <p:pic>
        <p:nvPicPr>
          <p:cNvPr id="3" name="Picture 3" descr="05">
            <a:extLst>
              <a:ext uri="{FF2B5EF4-FFF2-40B4-BE49-F238E27FC236}">
                <a16:creationId xmlns:a16="http://schemas.microsoft.com/office/drawing/2014/main" xmlns="" id="{1F64AE21-6039-B362-33E1-92A74517F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8057" y="1761431"/>
            <a:ext cx="6487885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1216513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5466AF62-5DEE-B56D-FFB3-8F039D0EE49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Encapsulation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20FBA55-4DB5-2365-FDFF-4B491486D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4784"/>
            <a:ext cx="8208912" cy="489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716695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4C7676-AADF-955E-77B2-A125C229C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114E5161-0E81-EF37-222C-53FC36D49C45}"/>
              </a:ext>
            </a:extLst>
          </p:cNvPr>
          <p:cNvSpPr txBox="1">
            <a:spLocks/>
          </p:cNvSpPr>
          <p:nvPr/>
        </p:nvSpPr>
        <p:spPr>
          <a:xfrm>
            <a:off x="592111" y="3429000"/>
            <a:ext cx="8229600" cy="12029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rgbClr val="C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 Script MT" panose="03060802040406070304" pitchFamily="66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48709922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4E153A-CA54-CE64-6D38-ED8C67C6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xmlns="" id="{65C83299-1C9C-90FC-1D5C-2412D5E44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24444" r="27368" b="15557"/>
          <a:stretch>
            <a:fillRect/>
          </a:stretch>
        </p:blipFill>
        <p:spPr>
          <a:xfrm>
            <a:off x="1424941" y="1899406"/>
            <a:ext cx="6850283" cy="3362142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xmlns="" id="{3CAF243A-7D8B-514D-6053-DE84F3517D22}"/>
              </a:ext>
            </a:extLst>
          </p:cNvPr>
          <p:cNvSpPr txBox="1">
            <a:spLocks/>
          </p:cNvSpPr>
          <p:nvPr/>
        </p:nvSpPr>
        <p:spPr>
          <a:xfrm>
            <a:off x="0" y="695387"/>
            <a:ext cx="9144000" cy="57877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the session before leaving </a:t>
            </a:r>
          </a:p>
        </p:txBody>
      </p:sp>
    </p:spTree>
    <p:extLst>
      <p:ext uri="{BB962C8B-B14F-4D97-AF65-F5344CB8AC3E}">
        <p14:creationId xmlns:p14="http://schemas.microsoft.com/office/powerpoint/2010/main" val="133804930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002533A2C464CBD7F5B3D09DA59C7" ma:contentTypeVersion="28" ma:contentTypeDescription="Create a new document." ma:contentTypeScope="" ma:versionID="1685237c5012c7d90733e3feefc4a729">
  <xsd:schema xmlns:xsd="http://www.w3.org/2001/XMLSchema" xmlns:xs="http://www.w3.org/2001/XMLSchema" xmlns:p="http://schemas.microsoft.com/office/2006/metadata/properties" xmlns:ns2="6fdd37d2-8c27-4924-b2e6-c1d2ce638cc3" targetNamespace="http://schemas.microsoft.com/office/2006/metadata/properties" ma:root="true" ma:fieldsID="c68d5ebc5661ba923e8f5fcf6ca981fc" ns2:_="">
    <xsd:import namespace="6fdd37d2-8c27-4924-b2e6-c1d2ce638c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d37d2-8c27-4924-b2e6-c1d2ce638c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as_Teacher_Only_SectionGroup xmlns="6fdd37d2-8c27-4924-b2e6-c1d2ce638cc3" xsi:nil="true"/>
    <NotebookType xmlns="6fdd37d2-8c27-4924-b2e6-c1d2ce638cc3" xsi:nil="true"/>
    <LMS_Mappings xmlns="6fdd37d2-8c27-4924-b2e6-c1d2ce638cc3" xsi:nil="true"/>
    <Teams_Channel_Section_Location xmlns="6fdd37d2-8c27-4924-b2e6-c1d2ce638cc3" xsi:nil="true"/>
    <FolderType xmlns="6fdd37d2-8c27-4924-b2e6-c1d2ce638cc3" xsi:nil="true"/>
    <CultureName xmlns="6fdd37d2-8c27-4924-b2e6-c1d2ce638cc3" xsi:nil="true"/>
    <Owner xmlns="6fdd37d2-8c27-4924-b2e6-c1d2ce638cc3">
      <UserInfo>
        <DisplayName/>
        <AccountId xsi:nil="true"/>
        <AccountType/>
      </UserInfo>
    </Owner>
    <Invited_Students xmlns="6fdd37d2-8c27-4924-b2e6-c1d2ce638cc3" xsi:nil="true"/>
    <Math_Settings xmlns="6fdd37d2-8c27-4924-b2e6-c1d2ce638cc3" xsi:nil="true"/>
    <Templates xmlns="6fdd37d2-8c27-4924-b2e6-c1d2ce638cc3" xsi:nil="true"/>
    <AppVersion xmlns="6fdd37d2-8c27-4924-b2e6-c1d2ce638cc3" xsi:nil="true"/>
    <Self_Registration_Enabled xmlns="6fdd37d2-8c27-4924-b2e6-c1d2ce638cc3" xsi:nil="true"/>
    <Distribution_Groups xmlns="6fdd37d2-8c27-4924-b2e6-c1d2ce638cc3" xsi:nil="true"/>
    <TeamsChannelId xmlns="6fdd37d2-8c27-4924-b2e6-c1d2ce638cc3" xsi:nil="true"/>
    <Invited_Teachers xmlns="6fdd37d2-8c27-4924-b2e6-c1d2ce638cc3" xsi:nil="true"/>
    <IsNotebookLocked xmlns="6fdd37d2-8c27-4924-b2e6-c1d2ce638cc3" xsi:nil="true"/>
    <Teachers xmlns="6fdd37d2-8c27-4924-b2e6-c1d2ce638cc3">
      <UserInfo>
        <DisplayName/>
        <AccountId xsi:nil="true"/>
        <AccountType/>
      </UserInfo>
    </Teachers>
    <Students xmlns="6fdd37d2-8c27-4924-b2e6-c1d2ce638cc3">
      <UserInfo>
        <DisplayName/>
        <AccountId xsi:nil="true"/>
        <AccountType/>
      </UserInfo>
    </Students>
    <Student_Groups xmlns="6fdd37d2-8c27-4924-b2e6-c1d2ce638cc3">
      <UserInfo>
        <DisplayName/>
        <AccountId xsi:nil="true"/>
        <AccountType/>
      </UserInfo>
    </Student_Groups>
    <DefaultSectionNames xmlns="6fdd37d2-8c27-4924-b2e6-c1d2ce638cc3" xsi:nil="true"/>
    <Is_Collaboration_Space_Locked xmlns="6fdd37d2-8c27-4924-b2e6-c1d2ce638cc3" xsi:nil="true"/>
  </documentManagement>
</p:properties>
</file>

<file path=customXml/itemProps1.xml><?xml version="1.0" encoding="utf-8"?>
<ds:datastoreItem xmlns:ds="http://schemas.openxmlformats.org/officeDocument/2006/customXml" ds:itemID="{AD3BB083-45D9-47AE-ACD8-B16924E68199}"/>
</file>

<file path=customXml/itemProps2.xml><?xml version="1.0" encoding="utf-8"?>
<ds:datastoreItem xmlns:ds="http://schemas.openxmlformats.org/officeDocument/2006/customXml" ds:itemID="{E21F319D-DCB2-4C17-AA11-58B809394FEA}"/>
</file>

<file path=customXml/itemProps3.xml><?xml version="1.0" encoding="utf-8"?>
<ds:datastoreItem xmlns:ds="http://schemas.openxmlformats.org/officeDocument/2006/customXml" ds:itemID="{3EABE06E-83BE-4B19-994A-2DFD435DB399}"/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2223</Words>
  <Application>Microsoft Office PowerPoint</Application>
  <PresentationFormat>On-screen Show (4:3)</PresentationFormat>
  <Paragraphs>433</Paragraphs>
  <Slides>55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4" baseType="lpstr">
      <vt:lpstr>ＭＳ Ｐゴシック</vt:lpstr>
      <vt:lpstr>ＭＳ Ｐゴシック</vt:lpstr>
      <vt:lpstr>Arial</vt:lpstr>
      <vt:lpstr>Brush Script MT</vt:lpstr>
      <vt:lpstr>Calibri</vt:lpstr>
      <vt:lpstr>Comic Sans MS</vt:lpstr>
      <vt:lpstr>Courier</vt:lpstr>
      <vt:lpstr>FuturaLTPro-Book</vt:lpstr>
      <vt:lpstr>Georgia</vt:lpstr>
      <vt:lpstr>Helvetica</vt:lpstr>
      <vt:lpstr>Lucida Sans Unicode</vt:lpstr>
      <vt:lpstr>Times New Roman</vt:lpstr>
      <vt:lpstr>TimesLTPro-Roman</vt:lpstr>
      <vt:lpstr>Wingdings</vt:lpstr>
      <vt:lpstr>Wingdings 2</vt:lpstr>
      <vt:lpstr>Wingdings 3</vt:lpstr>
      <vt:lpstr>Office Theme</vt:lpstr>
      <vt:lpstr>Clip</vt:lpstr>
      <vt:lpstr>Equation</vt:lpstr>
      <vt:lpstr>Computer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Prabhu S</cp:lastModifiedBy>
  <cp:revision>61</cp:revision>
  <dcterms:modified xsi:type="dcterms:W3CDTF">2026-07-25T03:27:35Z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0x0101006F9002533A2C464CBD7F5B3D09DA59C7</vt:lpwstr>
  </property>
</Properties>
</file>