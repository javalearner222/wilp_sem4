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20.xml" ContentType="application/vnd.openxmlformats-officedocument.presentationml.slide+xml"/>
  <Override PartName="/ppt/slides/slide36.xml" ContentType="application/vnd.openxmlformats-officedocument.presentationml.slide+xml"/>
  <Override PartName="/ppt/slides/slide31.xml" ContentType="application/vnd.openxmlformats-officedocument.presentationml.slide+xml"/>
  <Override PartName="/ppt/slides/slide35.xml" ContentType="application/vnd.openxmlformats-officedocument.presentationml.slide+xml"/>
  <Override PartName="/ppt/slides/slide2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0.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notesSlides/notesSlide2.xml" ContentType="application/vnd.openxmlformats-officedocument.presentationml.notesSlide+xml"/>
  <Override PartName="/ppt/slideLayouts/slideLayout38.xml" ContentType="application/vnd.openxmlformats-officedocument.presentationml.slideLayout+xml"/>
  <Override PartName="/ppt/notesSlides/notesSlide16.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5.xml" ContentType="application/vnd.openxmlformats-officedocument.presentationml.notesSlide+xml"/>
  <Override PartName="/ppt/notesSlides/notesSlide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10.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26.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83" r:id="rId2"/>
    <p:sldMasterId id="2147483699" r:id="rId3"/>
  </p:sldMasterIdLst>
  <p:notesMasterIdLst>
    <p:notesMasterId r:id="rId43"/>
  </p:notesMasterIdLst>
  <p:sldIdLst>
    <p:sldId id="256" r:id="rId4"/>
    <p:sldId id="1547" r:id="rId5"/>
    <p:sldId id="260" r:id="rId6"/>
    <p:sldId id="257" r:id="rId7"/>
    <p:sldId id="686" r:id="rId8"/>
    <p:sldId id="943" r:id="rId9"/>
    <p:sldId id="509" r:id="rId10"/>
    <p:sldId id="995" r:id="rId11"/>
    <p:sldId id="996" r:id="rId12"/>
    <p:sldId id="997" r:id="rId13"/>
    <p:sldId id="998" r:id="rId14"/>
    <p:sldId id="999" r:id="rId15"/>
    <p:sldId id="1000" r:id="rId16"/>
    <p:sldId id="1024" r:id="rId17"/>
    <p:sldId id="1025" r:id="rId18"/>
    <p:sldId id="1001" r:id="rId19"/>
    <p:sldId id="1014" r:id="rId20"/>
    <p:sldId id="1002" r:id="rId21"/>
    <p:sldId id="1003" r:id="rId22"/>
    <p:sldId id="1004" r:id="rId23"/>
    <p:sldId id="1005" r:id="rId24"/>
    <p:sldId id="1006" r:id="rId25"/>
    <p:sldId id="1007" r:id="rId26"/>
    <p:sldId id="1008" r:id="rId27"/>
    <p:sldId id="1009" r:id="rId28"/>
    <p:sldId id="1022" r:id="rId29"/>
    <p:sldId id="1011" r:id="rId30"/>
    <p:sldId id="1012" r:id="rId31"/>
    <p:sldId id="1013" r:id="rId32"/>
    <p:sldId id="1015" r:id="rId33"/>
    <p:sldId id="1023" r:id="rId34"/>
    <p:sldId id="1010" r:id="rId35"/>
    <p:sldId id="1016" r:id="rId36"/>
    <p:sldId id="1018" r:id="rId37"/>
    <p:sldId id="1017" r:id="rId38"/>
    <p:sldId id="1019" r:id="rId39"/>
    <p:sldId id="1021" r:id="rId40"/>
    <p:sldId id="267" r:id="rId41"/>
    <p:sldId id="268"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72" autoAdjust="0"/>
    <p:restoredTop sz="94058" autoAdjust="0"/>
  </p:normalViewPr>
  <p:slideViewPr>
    <p:cSldViewPr>
      <p:cViewPr varScale="1">
        <p:scale>
          <a:sx n="74" d="100"/>
          <a:sy n="74" d="100"/>
        </p:scale>
        <p:origin x="1308" y="7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42" d="100"/>
          <a:sy n="42" d="100"/>
        </p:scale>
        <p:origin x="2820"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customXml" Target="../customXml/item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customXml" Target="../customXml/item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82D831-27D1-4804-BBE6-E7E773617FD4}" type="datetimeFigureOut">
              <a:rPr lang="en-IN" smtClean="0"/>
              <a:pPr/>
              <a:t>20-03-2026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C9D2F-5FCE-4B4F-80E6-E39EED6BD8E1}" type="slidenum">
              <a:rPr lang="en-IN" smtClean="0"/>
              <a:pPr/>
              <a:t>‹#›</a:t>
            </a:fld>
            <a:endParaRPr lang="en-IN"/>
          </a:p>
        </p:txBody>
      </p:sp>
    </p:spTree>
    <p:extLst>
      <p:ext uri="{BB962C8B-B14F-4D97-AF65-F5344CB8AC3E}">
        <p14:creationId xmlns:p14="http://schemas.microsoft.com/office/powerpoint/2010/main" val="229976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 xmlns:a16="http://schemas.microsoft.com/office/drawing/2014/main" id="{5F18E3B4-C726-F5FA-6CE2-503DC725EC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D517148-C306-4B61-A250-359F1BB26FCC}" type="slidenum">
              <a:rPr lang="en-US" altLang="x-none" sz="1200" b="0" baseline="0">
                <a:latin typeface="Times New Roman" panose="02020603050405020304" pitchFamily="18" charset="0"/>
              </a:rPr>
              <a:pPr/>
              <a:t>6</a:t>
            </a:fld>
            <a:endParaRPr lang="en-US" altLang="x-none" sz="1200" b="0" baseline="0">
              <a:latin typeface="Times New Roman" panose="02020603050405020304" pitchFamily="18" charset="0"/>
            </a:endParaRPr>
          </a:p>
        </p:txBody>
      </p:sp>
      <p:sp>
        <p:nvSpPr>
          <p:cNvPr id="107523" name="Rectangle 2">
            <a:extLst>
              <a:ext uri="{FF2B5EF4-FFF2-40B4-BE49-F238E27FC236}">
                <a16:creationId xmlns="" xmlns:a16="http://schemas.microsoft.com/office/drawing/2014/main" id="{BF73FE43-757C-6624-E4BA-908C4CCF4E8B}"/>
              </a:ext>
            </a:extLst>
          </p:cNvPr>
          <p:cNvSpPr>
            <a:spLocks noGrp="1" noRot="1" noChangeAspect="1" noChangeArrowheads="1" noTextEdit="1"/>
          </p:cNvSpPr>
          <p:nvPr>
            <p:ph type="sldImg"/>
          </p:nvPr>
        </p:nvSpPr>
        <p:spPr>
          <a:ln/>
        </p:spPr>
      </p:sp>
      <p:sp>
        <p:nvSpPr>
          <p:cNvPr id="107524" name="Rectangle 3">
            <a:extLst>
              <a:ext uri="{FF2B5EF4-FFF2-40B4-BE49-F238E27FC236}">
                <a16:creationId xmlns="" xmlns:a16="http://schemas.microsoft.com/office/drawing/2014/main" id="{D1809712-774A-499A-DAC4-FD5FBD0C53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x-none" altLang="x-none"/>
          </a:p>
        </p:txBody>
      </p:sp>
    </p:spTree>
    <p:extLst>
      <p:ext uri="{BB962C8B-B14F-4D97-AF65-F5344CB8AC3E}">
        <p14:creationId xmlns:p14="http://schemas.microsoft.com/office/powerpoint/2010/main" val="1344345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6A110D9-FFE7-63F6-9B3B-016708699DC6}"/>
            </a:ext>
          </a:extLst>
        </p:cNvPr>
        <p:cNvGrpSpPr/>
        <p:nvPr/>
      </p:nvGrpSpPr>
      <p:grpSpPr>
        <a:xfrm>
          <a:off x="0" y="0"/>
          <a:ext cx="0" cy="0"/>
          <a:chOff x="0" y="0"/>
          <a:chExt cx="0" cy="0"/>
        </a:xfrm>
      </p:grpSpPr>
      <p:sp>
        <p:nvSpPr>
          <p:cNvPr id="32770" name="Slide Image Placeholder 1">
            <a:extLst>
              <a:ext uri="{FF2B5EF4-FFF2-40B4-BE49-F238E27FC236}">
                <a16:creationId xmlns="" xmlns:a16="http://schemas.microsoft.com/office/drawing/2014/main" id="{383666A5-F96C-1E02-878D-2EBCE666FF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 xmlns:a16="http://schemas.microsoft.com/office/drawing/2014/main" id="{96F720D4-09B2-5705-8775-2BCD13BA6F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AU" altLang="en-US">
              <a:latin typeface="Arial" panose="020B0604020202020204" pitchFamily="34" charset="0"/>
              <a:ea typeface="ＭＳ Ｐゴシック" panose="020B0600070205080204" pitchFamily="34" charset="-128"/>
            </a:endParaRPr>
          </a:p>
        </p:txBody>
      </p:sp>
      <p:sp>
        <p:nvSpPr>
          <p:cNvPr id="32772" name="Slide Number Placeholder 3">
            <a:extLst>
              <a:ext uri="{FF2B5EF4-FFF2-40B4-BE49-F238E27FC236}">
                <a16:creationId xmlns="" xmlns:a16="http://schemas.microsoft.com/office/drawing/2014/main" id="{FBB797AC-2E9F-DFE1-02E8-5CE3F9DFE7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4C6B6EE-BB8C-4605-A4DD-9E546C098613}" type="slidenum">
              <a:rPr lang="en-US" altLang="en-US"/>
              <a:pPr eaLnBrk="1" hangingPunct="1"/>
              <a:t>7</a:t>
            </a:fld>
            <a:endParaRPr lang="en-US" altLang="en-US"/>
          </a:p>
        </p:txBody>
      </p:sp>
    </p:spTree>
    <p:extLst>
      <p:ext uri="{BB962C8B-B14F-4D97-AF65-F5344CB8AC3E}">
        <p14:creationId xmlns:p14="http://schemas.microsoft.com/office/powerpoint/2010/main" val="482494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p:cNvSpPr>
            <a:spLocks noGrp="1"/>
          </p:cNvSpPr>
          <p:nvPr>
            <p:ph type="sldNum" sz="quarter" idx="5"/>
          </p:nvPr>
        </p:nvSpPr>
        <p:spPr/>
        <p:txBody>
          <a:bodyPr/>
          <a:lstStyle/>
          <a:p>
            <a:fld id="{1EBC9D2F-5FCE-4B4F-80E6-E39EED6BD8E1}" type="slidenum">
              <a:rPr lang="en-IN" smtClean="0"/>
              <a:pPr/>
              <a:t>12</a:t>
            </a:fld>
            <a:endParaRPr lang="en-IN"/>
          </a:p>
        </p:txBody>
      </p:sp>
    </p:spTree>
    <p:extLst>
      <p:ext uri="{BB962C8B-B14F-4D97-AF65-F5344CB8AC3E}">
        <p14:creationId xmlns:p14="http://schemas.microsoft.com/office/powerpoint/2010/main" val="3559967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03F541-5310-87C1-A948-2BDAF7BB70F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8908928D-7F0F-C489-9D81-BA5E94046A8B}"/>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27F915C9-79A5-F174-D69C-C74C5CE1C775}"/>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CDCA65BA-CBD4-1138-8A8A-846C12674F8B}"/>
              </a:ext>
            </a:extLst>
          </p:cNvPr>
          <p:cNvSpPr>
            <a:spLocks noGrp="1"/>
          </p:cNvSpPr>
          <p:nvPr>
            <p:ph type="sldNum" sz="quarter" idx="5"/>
          </p:nvPr>
        </p:nvSpPr>
        <p:spPr/>
        <p:txBody>
          <a:bodyPr/>
          <a:lstStyle/>
          <a:p>
            <a:fld id="{1EBC9D2F-5FCE-4B4F-80E6-E39EED6BD8E1}" type="slidenum">
              <a:rPr lang="en-IN" smtClean="0"/>
              <a:pPr/>
              <a:t>13</a:t>
            </a:fld>
            <a:endParaRPr lang="en-IN"/>
          </a:p>
        </p:txBody>
      </p:sp>
    </p:spTree>
    <p:extLst>
      <p:ext uri="{BB962C8B-B14F-4D97-AF65-F5344CB8AC3E}">
        <p14:creationId xmlns:p14="http://schemas.microsoft.com/office/powerpoint/2010/main" val="3310221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477029C-68E3-364B-8CD3-83B1AFEDDF30}"/>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4A0505E6-3E68-55B3-AE22-F61971BEDA4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92F5E8A1-808A-4F0B-D754-22D8A19DB1EE}"/>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2737F042-AB7C-605C-1D6F-CBEE5878BDCB}"/>
              </a:ext>
            </a:extLst>
          </p:cNvPr>
          <p:cNvSpPr>
            <a:spLocks noGrp="1"/>
          </p:cNvSpPr>
          <p:nvPr>
            <p:ph type="sldNum" sz="quarter" idx="5"/>
          </p:nvPr>
        </p:nvSpPr>
        <p:spPr/>
        <p:txBody>
          <a:bodyPr/>
          <a:lstStyle/>
          <a:p>
            <a:fld id="{1EBC9D2F-5FCE-4B4F-80E6-E39EED6BD8E1}" type="slidenum">
              <a:rPr lang="en-IN" smtClean="0"/>
              <a:pPr/>
              <a:t>14</a:t>
            </a:fld>
            <a:endParaRPr lang="en-IN"/>
          </a:p>
        </p:txBody>
      </p:sp>
    </p:spTree>
    <p:extLst>
      <p:ext uri="{BB962C8B-B14F-4D97-AF65-F5344CB8AC3E}">
        <p14:creationId xmlns:p14="http://schemas.microsoft.com/office/powerpoint/2010/main" val="220006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5E1E9A7-D755-AC19-3DE9-1C60E240B62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8B280586-F022-3A58-02CF-C7BEBBA785A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D1B8FE96-00F7-1947-CE32-436656FC5317}"/>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B52F9B9D-D585-7A11-B926-3EDED22FAAA0}"/>
              </a:ext>
            </a:extLst>
          </p:cNvPr>
          <p:cNvSpPr>
            <a:spLocks noGrp="1"/>
          </p:cNvSpPr>
          <p:nvPr>
            <p:ph type="sldNum" sz="quarter" idx="5"/>
          </p:nvPr>
        </p:nvSpPr>
        <p:spPr/>
        <p:txBody>
          <a:bodyPr/>
          <a:lstStyle/>
          <a:p>
            <a:fld id="{1EBC9D2F-5FCE-4B4F-80E6-E39EED6BD8E1}" type="slidenum">
              <a:rPr lang="en-IN" smtClean="0"/>
              <a:pPr/>
              <a:t>16</a:t>
            </a:fld>
            <a:endParaRPr lang="en-IN"/>
          </a:p>
        </p:txBody>
      </p:sp>
    </p:spTree>
    <p:extLst>
      <p:ext uri="{BB962C8B-B14F-4D97-AF65-F5344CB8AC3E}">
        <p14:creationId xmlns:p14="http://schemas.microsoft.com/office/powerpoint/2010/main" val="352518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86D0425-F340-374F-27C2-748A9CDC32DD}"/>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D1AB290C-01DF-4FCF-4CBF-098A860F0BBB}"/>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A06C7E1A-70E9-D320-0B85-4D19B624D1B8}"/>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03AA4306-FC18-7D23-B5C0-8359D6B11502}"/>
              </a:ext>
            </a:extLst>
          </p:cNvPr>
          <p:cNvSpPr>
            <a:spLocks noGrp="1"/>
          </p:cNvSpPr>
          <p:nvPr>
            <p:ph type="sldNum" sz="quarter" idx="5"/>
          </p:nvPr>
        </p:nvSpPr>
        <p:spPr/>
        <p:txBody>
          <a:bodyPr/>
          <a:lstStyle/>
          <a:p>
            <a:fld id="{1EBC9D2F-5FCE-4B4F-80E6-E39EED6BD8E1}" type="slidenum">
              <a:rPr lang="en-IN" smtClean="0"/>
              <a:pPr/>
              <a:t>17</a:t>
            </a:fld>
            <a:endParaRPr lang="en-IN"/>
          </a:p>
        </p:txBody>
      </p:sp>
    </p:spTree>
    <p:extLst>
      <p:ext uri="{BB962C8B-B14F-4D97-AF65-F5344CB8AC3E}">
        <p14:creationId xmlns:p14="http://schemas.microsoft.com/office/powerpoint/2010/main" val="385233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B2F4755-B969-519C-B192-0FF253DD446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7395CCF-32B6-37D7-C29B-7BE32F851327}"/>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19B4BA4F-C8F5-34DB-7809-A9BF8883D898}"/>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5FF6D54C-E0E6-A04B-79A9-236380818538}"/>
              </a:ext>
            </a:extLst>
          </p:cNvPr>
          <p:cNvSpPr>
            <a:spLocks noGrp="1"/>
          </p:cNvSpPr>
          <p:nvPr>
            <p:ph type="sldNum" sz="quarter" idx="5"/>
          </p:nvPr>
        </p:nvSpPr>
        <p:spPr/>
        <p:txBody>
          <a:bodyPr/>
          <a:lstStyle/>
          <a:p>
            <a:fld id="{1EBC9D2F-5FCE-4B4F-80E6-E39EED6BD8E1}" type="slidenum">
              <a:rPr lang="en-IN" smtClean="0"/>
              <a:pPr/>
              <a:t>18</a:t>
            </a:fld>
            <a:endParaRPr lang="en-IN"/>
          </a:p>
        </p:txBody>
      </p:sp>
    </p:spTree>
    <p:extLst>
      <p:ext uri="{BB962C8B-B14F-4D97-AF65-F5344CB8AC3E}">
        <p14:creationId xmlns:p14="http://schemas.microsoft.com/office/powerpoint/2010/main" val="1107877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E0BCE65-3B30-7048-AB76-E9ED979563A3}"/>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EE7930F-79E0-CEA9-12C6-4A30BC31CB6E}"/>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B4118BFC-FD3F-06FB-0420-A304F4904444}"/>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E70465AD-C1B5-B33E-1DF8-AB31FF7F7D12}"/>
              </a:ext>
            </a:extLst>
          </p:cNvPr>
          <p:cNvSpPr>
            <a:spLocks noGrp="1"/>
          </p:cNvSpPr>
          <p:nvPr>
            <p:ph type="sldNum" sz="quarter" idx="5"/>
          </p:nvPr>
        </p:nvSpPr>
        <p:spPr/>
        <p:txBody>
          <a:bodyPr/>
          <a:lstStyle/>
          <a:p>
            <a:fld id="{1EBC9D2F-5FCE-4B4F-80E6-E39EED6BD8E1}" type="slidenum">
              <a:rPr lang="en-IN" smtClean="0"/>
              <a:pPr/>
              <a:t>19</a:t>
            </a:fld>
            <a:endParaRPr lang="en-IN"/>
          </a:p>
        </p:txBody>
      </p:sp>
    </p:spTree>
    <p:extLst>
      <p:ext uri="{BB962C8B-B14F-4D97-AF65-F5344CB8AC3E}">
        <p14:creationId xmlns:p14="http://schemas.microsoft.com/office/powerpoint/2010/main" val="1935892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884023F-01FE-B79C-3045-8EE512C37FB8}"/>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EF8D1593-A685-C5E1-F978-195580425EE0}"/>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848A863E-3F1A-E721-8408-0B049BF7BF99}"/>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10C45D07-2EB8-35A9-337B-B973848A40D4}"/>
              </a:ext>
            </a:extLst>
          </p:cNvPr>
          <p:cNvSpPr>
            <a:spLocks noGrp="1"/>
          </p:cNvSpPr>
          <p:nvPr>
            <p:ph type="sldNum" sz="quarter" idx="5"/>
          </p:nvPr>
        </p:nvSpPr>
        <p:spPr/>
        <p:txBody>
          <a:bodyPr/>
          <a:lstStyle/>
          <a:p>
            <a:fld id="{1EBC9D2F-5FCE-4B4F-80E6-E39EED6BD8E1}" type="slidenum">
              <a:rPr lang="en-IN" smtClean="0"/>
              <a:pPr/>
              <a:t>20</a:t>
            </a:fld>
            <a:endParaRPr lang="en-IN"/>
          </a:p>
        </p:txBody>
      </p:sp>
    </p:spTree>
    <p:extLst>
      <p:ext uri="{BB962C8B-B14F-4D97-AF65-F5344CB8AC3E}">
        <p14:creationId xmlns:p14="http://schemas.microsoft.com/office/powerpoint/2010/main" val="1014805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8F0B5D-B169-F6F2-FA0C-7E6E0ED8DA1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301C1B48-6099-8F31-192C-824D6F4F269E}"/>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DF4C8298-4D88-991A-166A-568F4A39994D}"/>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05810713-D25D-28EA-AC8F-F353F1A824A5}"/>
              </a:ext>
            </a:extLst>
          </p:cNvPr>
          <p:cNvSpPr>
            <a:spLocks noGrp="1"/>
          </p:cNvSpPr>
          <p:nvPr>
            <p:ph type="sldNum" sz="quarter" idx="5"/>
          </p:nvPr>
        </p:nvSpPr>
        <p:spPr/>
        <p:txBody>
          <a:bodyPr/>
          <a:lstStyle/>
          <a:p>
            <a:fld id="{1EBC9D2F-5FCE-4B4F-80E6-E39EED6BD8E1}" type="slidenum">
              <a:rPr lang="en-IN" smtClean="0"/>
              <a:pPr/>
              <a:t>21</a:t>
            </a:fld>
            <a:endParaRPr lang="en-IN"/>
          </a:p>
        </p:txBody>
      </p:sp>
    </p:spTree>
    <p:extLst>
      <p:ext uri="{BB962C8B-B14F-4D97-AF65-F5344CB8AC3E}">
        <p14:creationId xmlns:p14="http://schemas.microsoft.com/office/powerpoint/2010/main" val="3614834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C9770D4-4556-FFA1-15FD-F7437ECC8D6E}"/>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BA59FE2F-A198-3D67-0D8C-367B1EA718D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81659909-9C39-1F62-3E0D-69989A22DA1D}"/>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51C4DDF7-F40A-34FD-94A8-3EA199A3FE35}"/>
              </a:ext>
            </a:extLst>
          </p:cNvPr>
          <p:cNvSpPr>
            <a:spLocks noGrp="1"/>
          </p:cNvSpPr>
          <p:nvPr>
            <p:ph type="sldNum" sz="quarter" idx="5"/>
          </p:nvPr>
        </p:nvSpPr>
        <p:spPr/>
        <p:txBody>
          <a:bodyPr/>
          <a:lstStyle/>
          <a:p>
            <a:fld id="{1EBC9D2F-5FCE-4B4F-80E6-E39EED6BD8E1}" type="slidenum">
              <a:rPr lang="en-IN" smtClean="0"/>
              <a:pPr/>
              <a:t>22</a:t>
            </a:fld>
            <a:endParaRPr lang="en-IN"/>
          </a:p>
        </p:txBody>
      </p:sp>
    </p:spTree>
    <p:extLst>
      <p:ext uri="{BB962C8B-B14F-4D97-AF65-F5344CB8AC3E}">
        <p14:creationId xmlns:p14="http://schemas.microsoft.com/office/powerpoint/2010/main" val="866190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36542BF-8472-9A21-C82F-C9146796BC26}"/>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414A84D7-086E-B0C1-D8B6-DEFE61E0401C}"/>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CA30213E-5409-45CE-FDBD-EDAE3D355EF3}"/>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4421855A-B2AE-AAAF-E780-0D0EAA10488D}"/>
              </a:ext>
            </a:extLst>
          </p:cNvPr>
          <p:cNvSpPr>
            <a:spLocks noGrp="1"/>
          </p:cNvSpPr>
          <p:nvPr>
            <p:ph type="sldNum" sz="quarter" idx="5"/>
          </p:nvPr>
        </p:nvSpPr>
        <p:spPr/>
        <p:txBody>
          <a:bodyPr/>
          <a:lstStyle/>
          <a:p>
            <a:fld id="{1EBC9D2F-5FCE-4B4F-80E6-E39EED6BD8E1}" type="slidenum">
              <a:rPr lang="en-IN" smtClean="0"/>
              <a:pPr/>
              <a:t>23</a:t>
            </a:fld>
            <a:endParaRPr lang="en-IN"/>
          </a:p>
        </p:txBody>
      </p:sp>
    </p:spTree>
    <p:extLst>
      <p:ext uri="{BB962C8B-B14F-4D97-AF65-F5344CB8AC3E}">
        <p14:creationId xmlns:p14="http://schemas.microsoft.com/office/powerpoint/2010/main" val="2829707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6F142F4-C381-CCD7-52AE-1D0EBDFC5F0E}"/>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13C4247-50DB-ED99-81AD-27993B6F3BF8}"/>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FE538159-3404-ED6B-6E94-4AAFE0D18B05}"/>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D9993DE0-B363-1388-E97D-BF617078F7E9}"/>
              </a:ext>
            </a:extLst>
          </p:cNvPr>
          <p:cNvSpPr>
            <a:spLocks noGrp="1"/>
          </p:cNvSpPr>
          <p:nvPr>
            <p:ph type="sldNum" sz="quarter" idx="5"/>
          </p:nvPr>
        </p:nvSpPr>
        <p:spPr/>
        <p:txBody>
          <a:bodyPr/>
          <a:lstStyle/>
          <a:p>
            <a:fld id="{1EBC9D2F-5FCE-4B4F-80E6-E39EED6BD8E1}" type="slidenum">
              <a:rPr lang="en-IN" smtClean="0"/>
              <a:pPr/>
              <a:t>24</a:t>
            </a:fld>
            <a:endParaRPr lang="en-IN"/>
          </a:p>
        </p:txBody>
      </p:sp>
    </p:spTree>
    <p:extLst>
      <p:ext uri="{BB962C8B-B14F-4D97-AF65-F5344CB8AC3E}">
        <p14:creationId xmlns:p14="http://schemas.microsoft.com/office/powerpoint/2010/main" val="2182910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D5C942F-1CFF-ABF6-01BE-200D6F1C87D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703AC71-0A8C-DFF4-1FE7-80E08C3CF3A6}"/>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F6F1F1A6-830E-791C-5721-624C9886AD1A}"/>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FF2B1FD4-C1CB-694D-7201-6D99277E1094}"/>
              </a:ext>
            </a:extLst>
          </p:cNvPr>
          <p:cNvSpPr>
            <a:spLocks noGrp="1"/>
          </p:cNvSpPr>
          <p:nvPr>
            <p:ph type="sldNum" sz="quarter" idx="5"/>
          </p:nvPr>
        </p:nvSpPr>
        <p:spPr/>
        <p:txBody>
          <a:bodyPr/>
          <a:lstStyle/>
          <a:p>
            <a:fld id="{1EBC9D2F-5FCE-4B4F-80E6-E39EED6BD8E1}" type="slidenum">
              <a:rPr lang="en-IN" smtClean="0"/>
              <a:pPr/>
              <a:t>25</a:t>
            </a:fld>
            <a:endParaRPr lang="en-IN"/>
          </a:p>
        </p:txBody>
      </p:sp>
    </p:spTree>
    <p:extLst>
      <p:ext uri="{BB962C8B-B14F-4D97-AF65-F5344CB8AC3E}">
        <p14:creationId xmlns:p14="http://schemas.microsoft.com/office/powerpoint/2010/main" val="2097270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87A0960-E37D-D251-8D32-4AB8DDD24DCB}"/>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29D4EAA6-3A14-F003-C41A-64F3019B2231}"/>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A5875135-8E83-FF11-E907-40EEC3C88C21}"/>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4026525D-3CF8-FFF2-A34C-A724ADD316B1}"/>
              </a:ext>
            </a:extLst>
          </p:cNvPr>
          <p:cNvSpPr>
            <a:spLocks noGrp="1"/>
          </p:cNvSpPr>
          <p:nvPr>
            <p:ph type="sldNum" sz="quarter" idx="5"/>
          </p:nvPr>
        </p:nvSpPr>
        <p:spPr/>
        <p:txBody>
          <a:bodyPr/>
          <a:lstStyle/>
          <a:p>
            <a:fld id="{1EBC9D2F-5FCE-4B4F-80E6-E39EED6BD8E1}" type="slidenum">
              <a:rPr lang="en-IN" smtClean="0"/>
              <a:pPr/>
              <a:t>26</a:t>
            </a:fld>
            <a:endParaRPr lang="en-IN"/>
          </a:p>
        </p:txBody>
      </p:sp>
    </p:spTree>
    <p:extLst>
      <p:ext uri="{BB962C8B-B14F-4D97-AF65-F5344CB8AC3E}">
        <p14:creationId xmlns:p14="http://schemas.microsoft.com/office/powerpoint/2010/main" val="3883580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A45CB2A-1650-E550-C9EA-4F284D3DC6B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AD19213C-94B5-6057-9225-F10BB8BEEA3F}"/>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4E9D7D79-FD5F-0DD3-1C7F-5765235192B7}"/>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2B0C9F16-F96C-9C7C-4C3B-08BC0CDA8041}"/>
              </a:ext>
            </a:extLst>
          </p:cNvPr>
          <p:cNvSpPr>
            <a:spLocks noGrp="1"/>
          </p:cNvSpPr>
          <p:nvPr>
            <p:ph type="sldNum" sz="quarter" idx="5"/>
          </p:nvPr>
        </p:nvSpPr>
        <p:spPr/>
        <p:txBody>
          <a:bodyPr/>
          <a:lstStyle/>
          <a:p>
            <a:fld id="{1EBC9D2F-5FCE-4B4F-80E6-E39EED6BD8E1}" type="slidenum">
              <a:rPr lang="en-IN" smtClean="0"/>
              <a:pPr/>
              <a:t>27</a:t>
            </a:fld>
            <a:endParaRPr lang="en-IN"/>
          </a:p>
        </p:txBody>
      </p:sp>
    </p:spTree>
    <p:extLst>
      <p:ext uri="{BB962C8B-B14F-4D97-AF65-F5344CB8AC3E}">
        <p14:creationId xmlns:p14="http://schemas.microsoft.com/office/powerpoint/2010/main" val="3961729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6D71D26-D2F2-DDC3-D7C0-0AA0F63F4BE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36574E8-EF9E-0D2A-9094-38D8D9264DBC}"/>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C24F89B0-ABED-5334-D45B-DC69C34A9DC4}"/>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21D22338-5756-FE05-8A97-2A558348FC61}"/>
              </a:ext>
            </a:extLst>
          </p:cNvPr>
          <p:cNvSpPr>
            <a:spLocks noGrp="1"/>
          </p:cNvSpPr>
          <p:nvPr>
            <p:ph type="sldNum" sz="quarter" idx="5"/>
          </p:nvPr>
        </p:nvSpPr>
        <p:spPr/>
        <p:txBody>
          <a:bodyPr/>
          <a:lstStyle/>
          <a:p>
            <a:fld id="{1EBC9D2F-5FCE-4B4F-80E6-E39EED6BD8E1}" type="slidenum">
              <a:rPr lang="en-IN" smtClean="0"/>
              <a:pPr/>
              <a:t>28</a:t>
            </a:fld>
            <a:endParaRPr lang="en-IN"/>
          </a:p>
        </p:txBody>
      </p:sp>
    </p:spTree>
    <p:extLst>
      <p:ext uri="{BB962C8B-B14F-4D97-AF65-F5344CB8AC3E}">
        <p14:creationId xmlns:p14="http://schemas.microsoft.com/office/powerpoint/2010/main" val="4180210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6451D9E-DF62-441D-D0AD-388344BB62DB}"/>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8E9C669F-C958-B993-CA96-DBECFD7D360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7C9E619-AC27-B0DD-325C-93429CEE81E9}"/>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820091BA-ADC3-7A31-5CCA-C6C100E1ABB7}"/>
              </a:ext>
            </a:extLst>
          </p:cNvPr>
          <p:cNvSpPr>
            <a:spLocks noGrp="1"/>
          </p:cNvSpPr>
          <p:nvPr>
            <p:ph type="sldNum" sz="quarter" idx="5"/>
          </p:nvPr>
        </p:nvSpPr>
        <p:spPr/>
        <p:txBody>
          <a:bodyPr/>
          <a:lstStyle/>
          <a:p>
            <a:fld id="{1EBC9D2F-5FCE-4B4F-80E6-E39EED6BD8E1}" type="slidenum">
              <a:rPr lang="en-IN" smtClean="0"/>
              <a:pPr/>
              <a:t>29</a:t>
            </a:fld>
            <a:endParaRPr lang="en-IN"/>
          </a:p>
        </p:txBody>
      </p:sp>
    </p:spTree>
    <p:extLst>
      <p:ext uri="{BB962C8B-B14F-4D97-AF65-F5344CB8AC3E}">
        <p14:creationId xmlns:p14="http://schemas.microsoft.com/office/powerpoint/2010/main" val="19495512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57DDD80-AE70-43B7-3D64-1A901E5723E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29136FB4-6B70-6FF9-0875-0240C2601FB6}"/>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D04E0B05-EE10-A544-7B59-92C7C24AE689}"/>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688B7A7D-E0D4-2B5E-B051-9226F2B3F41C}"/>
              </a:ext>
            </a:extLst>
          </p:cNvPr>
          <p:cNvSpPr>
            <a:spLocks noGrp="1"/>
          </p:cNvSpPr>
          <p:nvPr>
            <p:ph type="sldNum" sz="quarter" idx="5"/>
          </p:nvPr>
        </p:nvSpPr>
        <p:spPr/>
        <p:txBody>
          <a:bodyPr/>
          <a:lstStyle/>
          <a:p>
            <a:fld id="{1EBC9D2F-5FCE-4B4F-80E6-E39EED6BD8E1}" type="slidenum">
              <a:rPr lang="en-IN" smtClean="0"/>
              <a:pPr/>
              <a:t>31</a:t>
            </a:fld>
            <a:endParaRPr lang="en-IN"/>
          </a:p>
        </p:txBody>
      </p:sp>
    </p:spTree>
    <p:extLst>
      <p:ext uri="{BB962C8B-B14F-4D97-AF65-F5344CB8AC3E}">
        <p14:creationId xmlns:p14="http://schemas.microsoft.com/office/powerpoint/2010/main" val="7779472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EB2561B-AE7E-BC13-2469-0047EC6A85E7}"/>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398F0F20-AEF4-C704-2976-8426AA000092}"/>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28EEFB8-B1ED-733D-7CCE-62E86027C9D1}"/>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C2E0501F-2074-C2E2-DE1F-410E699A89B9}"/>
              </a:ext>
            </a:extLst>
          </p:cNvPr>
          <p:cNvSpPr>
            <a:spLocks noGrp="1"/>
          </p:cNvSpPr>
          <p:nvPr>
            <p:ph type="sldNum" sz="quarter" idx="5"/>
          </p:nvPr>
        </p:nvSpPr>
        <p:spPr/>
        <p:txBody>
          <a:bodyPr/>
          <a:lstStyle/>
          <a:p>
            <a:fld id="{1EBC9D2F-5FCE-4B4F-80E6-E39EED6BD8E1}" type="slidenum">
              <a:rPr lang="en-IN" smtClean="0"/>
              <a:pPr/>
              <a:t>32</a:t>
            </a:fld>
            <a:endParaRPr lang="en-IN"/>
          </a:p>
        </p:txBody>
      </p:sp>
    </p:spTree>
    <p:extLst>
      <p:ext uri="{BB962C8B-B14F-4D97-AF65-F5344CB8AC3E}">
        <p14:creationId xmlns:p14="http://schemas.microsoft.com/office/powerpoint/2010/main" val="1205480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0F3D0A7-DF2A-1A1A-6F30-A00CDD92767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A9B80BD-8ECE-20FC-2C4C-9370A51C56F3}"/>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B37992F2-37B5-634F-24FB-8ACF27833611}"/>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B4C9FF87-B3C8-AE6E-D37B-06A4E252585D}"/>
              </a:ext>
            </a:extLst>
          </p:cNvPr>
          <p:cNvSpPr>
            <a:spLocks noGrp="1"/>
          </p:cNvSpPr>
          <p:nvPr>
            <p:ph type="sldNum" sz="quarter" idx="5"/>
          </p:nvPr>
        </p:nvSpPr>
        <p:spPr/>
        <p:txBody>
          <a:bodyPr/>
          <a:lstStyle/>
          <a:p>
            <a:fld id="{1EBC9D2F-5FCE-4B4F-80E6-E39EED6BD8E1}" type="slidenum">
              <a:rPr lang="en-IN" smtClean="0"/>
              <a:pPr/>
              <a:t>33</a:t>
            </a:fld>
            <a:endParaRPr lang="en-IN"/>
          </a:p>
        </p:txBody>
      </p:sp>
    </p:spTree>
    <p:extLst>
      <p:ext uri="{BB962C8B-B14F-4D97-AF65-F5344CB8AC3E}">
        <p14:creationId xmlns:p14="http://schemas.microsoft.com/office/powerpoint/2010/main" val="32855625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1B34776-17A8-5EBF-1382-4C2C42D3E52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EB30A165-2B64-89B8-C0D1-60FF3BFE74A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E4BBE935-560C-781C-2913-4181F345F03F}"/>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6CBC57F4-1BF9-5CF6-7B12-12514CF87005}"/>
              </a:ext>
            </a:extLst>
          </p:cNvPr>
          <p:cNvSpPr>
            <a:spLocks noGrp="1"/>
          </p:cNvSpPr>
          <p:nvPr>
            <p:ph type="sldNum" sz="quarter" idx="5"/>
          </p:nvPr>
        </p:nvSpPr>
        <p:spPr/>
        <p:txBody>
          <a:bodyPr/>
          <a:lstStyle/>
          <a:p>
            <a:fld id="{1EBC9D2F-5FCE-4B4F-80E6-E39EED6BD8E1}" type="slidenum">
              <a:rPr lang="en-IN" smtClean="0"/>
              <a:pPr/>
              <a:t>34</a:t>
            </a:fld>
            <a:endParaRPr lang="en-IN"/>
          </a:p>
        </p:txBody>
      </p:sp>
    </p:spTree>
    <p:extLst>
      <p:ext uri="{BB962C8B-B14F-4D97-AF65-F5344CB8AC3E}">
        <p14:creationId xmlns:p14="http://schemas.microsoft.com/office/powerpoint/2010/main" val="17483461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32CFB85-3CB6-35C5-912F-763731CFF00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8F8889B0-CEC8-EE10-7532-9B9D1EBBDDEC}"/>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69AF97E2-7DBA-CBD6-29C9-9D8049463B6F}"/>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CB08713A-3B56-8312-6607-B67972D521BF}"/>
              </a:ext>
            </a:extLst>
          </p:cNvPr>
          <p:cNvSpPr>
            <a:spLocks noGrp="1"/>
          </p:cNvSpPr>
          <p:nvPr>
            <p:ph type="sldNum" sz="quarter" idx="5"/>
          </p:nvPr>
        </p:nvSpPr>
        <p:spPr/>
        <p:txBody>
          <a:bodyPr/>
          <a:lstStyle/>
          <a:p>
            <a:fld id="{1EBC9D2F-5FCE-4B4F-80E6-E39EED6BD8E1}" type="slidenum">
              <a:rPr lang="en-IN" smtClean="0"/>
              <a:pPr/>
              <a:t>35</a:t>
            </a:fld>
            <a:endParaRPr lang="en-IN"/>
          </a:p>
        </p:txBody>
      </p:sp>
    </p:spTree>
    <p:extLst>
      <p:ext uri="{BB962C8B-B14F-4D97-AF65-F5344CB8AC3E}">
        <p14:creationId xmlns:p14="http://schemas.microsoft.com/office/powerpoint/2010/main" val="11074091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5E592F-4BD1-42E3-0D6A-CD4B2E17C50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001339E-3785-9FE0-A3E9-1FE38E3F27A6}"/>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D49A867B-73A6-1F0D-7C29-063F9BAE18C8}"/>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90932909-80A6-CF5A-195B-57AAA39F7B09}"/>
              </a:ext>
            </a:extLst>
          </p:cNvPr>
          <p:cNvSpPr>
            <a:spLocks noGrp="1"/>
          </p:cNvSpPr>
          <p:nvPr>
            <p:ph type="sldNum" sz="quarter" idx="5"/>
          </p:nvPr>
        </p:nvSpPr>
        <p:spPr/>
        <p:txBody>
          <a:bodyPr/>
          <a:lstStyle/>
          <a:p>
            <a:fld id="{1EBC9D2F-5FCE-4B4F-80E6-E39EED6BD8E1}" type="slidenum">
              <a:rPr lang="en-IN" smtClean="0"/>
              <a:pPr/>
              <a:t>36</a:t>
            </a:fld>
            <a:endParaRPr lang="en-IN"/>
          </a:p>
        </p:txBody>
      </p:sp>
    </p:spTree>
    <p:extLst>
      <p:ext uri="{BB962C8B-B14F-4D97-AF65-F5344CB8AC3E}">
        <p14:creationId xmlns:p14="http://schemas.microsoft.com/office/powerpoint/2010/main" val="4271835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C7D95BC-94F1-03CD-02AE-CB9F2DEEA496}"/>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0B6964F6-5527-BF45-816E-32646F6253AF}"/>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F91BB720-942A-6D14-3D37-0EDF33CF1BC9}"/>
              </a:ext>
            </a:extLst>
          </p:cNvPr>
          <p:cNvSpPr>
            <a:spLocks noGrp="1"/>
          </p:cNvSpPr>
          <p:nvPr>
            <p:ph type="body" idx="1"/>
          </p:nvPr>
        </p:nvSpPr>
        <p:spPr/>
        <p:txBody>
          <a:bodyPr/>
          <a:lstStyle/>
          <a:p>
            <a:pPr lvl="1" algn="just">
              <a:lnSpc>
                <a:spcPct val="120000"/>
              </a:lnSpc>
              <a:buFont typeface="Arial" panose="020B0604020202020204" pitchFamily="34" charset="0"/>
              <a:buChar char="ꟷ"/>
            </a:pPr>
            <a:r>
              <a:rPr lang="en-US" sz="1200" dirty="0"/>
              <a:t>If the network gets congested, TCP slows down, creating uneven data flow.  </a:t>
            </a:r>
          </a:p>
          <a:p>
            <a:pPr marL="457200" lvl="1" indent="0" algn="just">
              <a:buNone/>
            </a:pPr>
            <a:endParaRPr lang="en-US" sz="800" dirty="0"/>
          </a:p>
          <a:p>
            <a:endParaRPr lang="en-IN" dirty="0"/>
          </a:p>
        </p:txBody>
      </p:sp>
      <p:sp>
        <p:nvSpPr>
          <p:cNvPr id="4" name="Slide Number Placeholder 3">
            <a:extLst>
              <a:ext uri="{FF2B5EF4-FFF2-40B4-BE49-F238E27FC236}">
                <a16:creationId xmlns="" xmlns:a16="http://schemas.microsoft.com/office/drawing/2014/main" id="{D5EA8800-5293-914C-3E70-A498D8586DCF}"/>
              </a:ext>
            </a:extLst>
          </p:cNvPr>
          <p:cNvSpPr>
            <a:spLocks noGrp="1"/>
          </p:cNvSpPr>
          <p:nvPr>
            <p:ph type="sldNum" sz="quarter" idx="5"/>
          </p:nvPr>
        </p:nvSpPr>
        <p:spPr/>
        <p:txBody>
          <a:bodyPr/>
          <a:lstStyle/>
          <a:p>
            <a:fld id="{1EBC9D2F-5FCE-4B4F-80E6-E39EED6BD8E1}" type="slidenum">
              <a:rPr lang="en-IN" smtClean="0"/>
              <a:pPr/>
              <a:t>37</a:t>
            </a:fld>
            <a:endParaRPr lang="en-IN"/>
          </a:p>
        </p:txBody>
      </p:sp>
    </p:spTree>
    <p:extLst>
      <p:ext uri="{BB962C8B-B14F-4D97-AF65-F5344CB8AC3E}">
        <p14:creationId xmlns:p14="http://schemas.microsoft.com/office/powerpoint/2010/main" val="3468722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4.jpe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4.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4.jpe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4.jpe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4.jpe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4.jpe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4.jpe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DC25553-E41D-478F-B036-AD983B02CE51}" type="datetime2">
              <a:rPr lang="en-US" smtClean="0"/>
              <a:pPr/>
              <a:t>Friday, March 20, 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a:t>SS ZG516 -Computer Organization and Software Systems</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CFA4A718-69E9-4CD3-9BE8-8B896F43C290}" type="datetime2">
              <a:rPr lang="en-US" smtClean="0"/>
              <a:pPr/>
              <a:t>Friday, March 20, 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8EFFEBEF-673B-4F72-A5CC-97880EDC4D0C}" type="datetime2">
              <a:rPr lang="en-US" smtClean="0"/>
              <a:pPr/>
              <a:t>Friday, March 20, 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C8458CDD-4E5F-4B1E-ACB2-BF3947381A85}" type="datetime2">
              <a:rPr lang="en-US" smtClean="0"/>
              <a:pPr/>
              <a:t>Friday, March 20, 2026</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F8C51C9C-EFAD-42B9-A190-A5CB4D5730A2}" type="datetime2">
              <a:rPr lang="en-US" smtClean="0"/>
              <a:pPr/>
              <a:t>Friday, March 20, 2026</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pic>
        <p:nvPicPr>
          <p:cNvPr id="6" name="Graphic 5">
            <a:extLst>
              <a:ext uri="{FF2B5EF4-FFF2-40B4-BE49-F238E27FC236}">
                <a16:creationId xmlns="" xmlns:a16="http://schemas.microsoft.com/office/drawing/2014/main" id="{6D747554-F68B-F9F6-DAD7-1219D4C170D1}"/>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7" name="Graphic 6">
            <a:extLst>
              <a:ext uri="{FF2B5EF4-FFF2-40B4-BE49-F238E27FC236}">
                <a16:creationId xmlns="" xmlns:a16="http://schemas.microsoft.com/office/drawing/2014/main" id="{DB8DF367-B984-A589-FAD6-6A23A47CFCFF}"/>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8" name="Graphic 7">
            <a:extLst>
              <a:ext uri="{FF2B5EF4-FFF2-40B4-BE49-F238E27FC236}">
                <a16:creationId xmlns="" xmlns:a16="http://schemas.microsoft.com/office/drawing/2014/main" id="{0BC6A7FD-4CEE-29BE-1682-A55100FF9FD5}"/>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9" name="Graphic 8">
            <a:extLst>
              <a:ext uri="{FF2B5EF4-FFF2-40B4-BE49-F238E27FC236}">
                <a16:creationId xmlns="" xmlns:a16="http://schemas.microsoft.com/office/drawing/2014/main" id="{797971AF-6E40-6715-CF36-72BD91EAB747}"/>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10" name="Graphic 9">
            <a:extLst>
              <a:ext uri="{FF2B5EF4-FFF2-40B4-BE49-F238E27FC236}">
                <a16:creationId xmlns="" xmlns:a16="http://schemas.microsoft.com/office/drawing/2014/main" id="{48CDCB1A-F86B-3CB0-79FA-2E5552423411}"/>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pic>
        <p:nvPicPr>
          <p:cNvPr id="11" name="Graphic 10">
            <a:extLst>
              <a:ext uri="{FF2B5EF4-FFF2-40B4-BE49-F238E27FC236}">
                <a16:creationId xmlns="" xmlns:a16="http://schemas.microsoft.com/office/drawing/2014/main" id="{4BA5C6AB-0214-5FEC-F06F-081B3D499A30}"/>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3810002" y="2493406"/>
            <a:ext cx="1523997" cy="152399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0AE8D950-EF7D-432A-92D9-58ABFDE9C56D}" type="datetime2">
              <a:rPr lang="en-US" smtClean="0"/>
              <a:pPr/>
              <a:t>Friday, March 20, 2026</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E6D472A-F793-42E2-9940-8F4E1AA9AE6E}" type="datetime2">
              <a:rPr lang="en-US" smtClean="0"/>
              <a:pPr/>
              <a:t>Friday, March 20, 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C4046C54-9AF9-4FCF-BA5B-8A21990272B2}" type="datetime2">
              <a:rPr lang="en-US" smtClean="0"/>
              <a:pPr/>
              <a:t>Friday, March 20, 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7016244-885E-428C-A51A-B0235F93288B}" type="datetime2">
              <a:rPr lang="en-US" smtClean="0"/>
              <a:pPr/>
              <a:t>Friday, March 20, 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13ED624-F496-4FF7-9C52-0E0E2B22A426}" type="datetime2">
              <a:rPr lang="en-US" smtClean="0"/>
              <a:pPr/>
              <a:t>Friday, March 20, 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grpSp>
        <p:nvGrpSpPr>
          <p:cNvPr id="2" name="Group 4"/>
          <p:cNvGrpSpPr>
            <a:grpSpLocks/>
          </p:cNvGrpSpPr>
          <p:nvPr userDrawn="1"/>
        </p:nvGrpSpPr>
        <p:grpSpPr bwMode="auto">
          <a:xfrm>
            <a:off x="0" y="914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spcBef>
                  <a:spcPct val="0"/>
                </a:spcBef>
                <a:defRPr/>
              </a:pPr>
              <a:endParaRPr lang="en-US" sz="1800" dirty="0">
                <a:solidFill>
                  <a:srgbClr val="FFFFFF"/>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spcBef>
                  <a:spcPct val="0"/>
                </a:spcBef>
                <a:defRPr/>
              </a:pPr>
              <a:endParaRPr lang="en-US" sz="1800" dirty="0">
                <a:solidFill>
                  <a:srgbClr val="FFFFFF"/>
                </a:solidFill>
              </a:endParaRPr>
            </a:p>
          </p:txBody>
        </p:sp>
        <p:sp>
          <p:nvSpPr>
            <p:cNvPr id="8" name="Rectangle 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spcBef>
                  <a:spcPct val="0"/>
                </a:spcBef>
                <a:defRPr/>
              </a:pPr>
              <a:endParaRPr lang="en-US" sz="1800" dirty="0">
                <a:solidFill>
                  <a:srgbClr val="FFFFFF"/>
                </a:solidFill>
              </a:endParaRPr>
            </a:p>
          </p:txBody>
        </p:sp>
      </p:grpSp>
      <p:sp>
        <p:nvSpPr>
          <p:cNvPr id="3" name="Content Placeholder 16"/>
          <p:cNvSpPr>
            <a:spLocks noGrp="1"/>
          </p:cNvSpPr>
          <p:nvPr>
            <p:ph sz="quarter" idx="10"/>
          </p:nvPr>
        </p:nvSpPr>
        <p:spPr>
          <a:xfrm>
            <a:off x="245444" y="155608"/>
            <a:ext cx="6537960" cy="777240"/>
          </a:xfrm>
          <a:prstGeom prst="rect">
            <a:avLst/>
          </a:prstGeom>
        </p:spPr>
        <p:txBody>
          <a:bodyPr lIns="0" tIns="0" rIns="0" bIns="0" anchor="ctr">
            <a:noAutofit/>
          </a:bodyPr>
          <a:lstStyle>
            <a:lvl1pPr marL="0" indent="0" algn="l">
              <a:lnSpc>
                <a:spcPct val="100000"/>
              </a:lnSpc>
              <a:spcBef>
                <a:spcPts val="0"/>
              </a:spcBef>
              <a:buNone/>
              <a:defRPr sz="2200" b="1" spc="225" baseline="0">
                <a:solidFill>
                  <a:srgbClr val="FF0000"/>
                </a:solidFill>
                <a:effectLst/>
                <a:latin typeface="Arial" pitchFamily="34" charset="0"/>
                <a:cs typeface="Arial" pitchFamily="34" charset="0"/>
              </a:defRPr>
            </a:lvl1pPr>
          </a:lstStyle>
          <a:p>
            <a:pPr lvl="0"/>
            <a:r>
              <a:rPr lang="en-US"/>
              <a:t>Click to edit Master text styles</a:t>
            </a:r>
          </a:p>
        </p:txBody>
      </p:sp>
      <p:sp>
        <p:nvSpPr>
          <p:cNvPr id="4" name="Content Placeholder 2"/>
          <p:cNvSpPr>
            <a:spLocks noGrp="1"/>
          </p:cNvSpPr>
          <p:nvPr>
            <p:ph idx="1"/>
          </p:nvPr>
        </p:nvSpPr>
        <p:spPr>
          <a:xfrm>
            <a:off x="274320" y="1005840"/>
            <a:ext cx="8503920" cy="5486400"/>
          </a:xfrm>
          <a:prstGeom prst="rect">
            <a:avLst/>
          </a:prstGeom>
        </p:spPr>
        <p:txBody>
          <a:bodyPr lIns="0" rIns="0"/>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dirty="0"/>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Title and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 xmlns:a16="http://schemas.microsoft.com/office/drawing/2014/main" id="{63D8738E-0221-4D62-B029-49DE045C1179}"/>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 xmlns:a16="http://schemas.microsoft.com/office/drawing/2014/main" id="{6FB9BF06-D4F4-462B-8CAF-F7AA8C4CBC1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 xmlns:a16="http://schemas.microsoft.com/office/drawing/2014/main" id="{E7369A73-8C94-4131-B664-BDA73406BED4}"/>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 xmlns:a16="http://schemas.microsoft.com/office/drawing/2014/main" id="{940D2137-4506-475E-BDBD-01C8F9AB32A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26" name="Graphic 25">
              <a:extLst>
                <a:ext uri="{FF2B5EF4-FFF2-40B4-BE49-F238E27FC236}">
                  <a16:creationId xmlns="" xmlns:a16="http://schemas.microsoft.com/office/drawing/2014/main" id="{C9477889-6CB3-410D-8BC9-E4C3C6185923}"/>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27" name="Graphic 26">
              <a:extLst>
                <a:ext uri="{FF2B5EF4-FFF2-40B4-BE49-F238E27FC236}">
                  <a16:creationId xmlns="" xmlns:a16="http://schemas.microsoft.com/office/drawing/2014/main" id="{5359F3D2-27DE-4C2B-9063-2466CC0C13CD}"/>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grpSp>
          <p:nvGrpSpPr>
            <p:cNvPr id="28" name="Group 27">
              <a:extLst>
                <a:ext uri="{FF2B5EF4-FFF2-40B4-BE49-F238E27FC236}">
                  <a16:creationId xmlns="" xmlns:a16="http://schemas.microsoft.com/office/drawing/2014/main" id="{9E9826F6-77EC-4995-BFD7-0318A680BA1A}"/>
                </a:ext>
              </a:extLst>
            </p:cNvPr>
            <p:cNvGrpSpPr/>
            <p:nvPr userDrawn="1"/>
          </p:nvGrpSpPr>
          <p:grpSpPr>
            <a:xfrm>
              <a:off x="0" y="0"/>
              <a:ext cx="9144001" cy="6857673"/>
              <a:chOff x="0" y="0"/>
              <a:chExt cx="9144001" cy="6857673"/>
            </a:xfrm>
          </p:grpSpPr>
          <p:grpSp>
            <p:nvGrpSpPr>
              <p:cNvPr id="46" name="Group 6">
                <a:extLst>
                  <a:ext uri="{FF2B5EF4-FFF2-40B4-BE49-F238E27FC236}">
                    <a16:creationId xmlns=""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7">
                  <a:extLst>
                    <a:ext uri="{FF2B5EF4-FFF2-40B4-BE49-F238E27FC236}">
                      <a16:creationId xmlns=""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8">
                  <a:extLst>
                    <a:ext uri="{FF2B5EF4-FFF2-40B4-BE49-F238E27FC236}">
                      <a16:creationId xmlns=""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7" name="Group 10">
                <a:extLst>
                  <a:ext uri="{FF2B5EF4-FFF2-40B4-BE49-F238E27FC236}">
                    <a16:creationId xmlns=""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1" name="Rectangle 11">
                  <a:extLst>
                    <a:ext uri="{FF2B5EF4-FFF2-40B4-BE49-F238E27FC236}">
                      <a16:creationId xmlns=""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2" name="Rectangle 12">
                  <a:extLst>
                    <a:ext uri="{FF2B5EF4-FFF2-40B4-BE49-F238E27FC236}">
                      <a16:creationId xmlns=""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48" name="Picture 14" descr="Picture 14">
                <a:extLst>
                  <a:ext uri="{FF2B5EF4-FFF2-40B4-BE49-F238E27FC236}">
                    <a16:creationId xmlns="" xmlns:a16="http://schemas.microsoft.com/office/drawing/2014/main" id="{5DC18BF1-5331-4F2F-A174-787311906D18}"/>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 xmlns:a16="http://schemas.microsoft.com/office/drawing/2014/main" id="{BA5796A7-03C0-4F17-B86D-A3B33F3BC2CE}"/>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29" name="Graphic 28">
              <a:extLst>
                <a:ext uri="{FF2B5EF4-FFF2-40B4-BE49-F238E27FC236}">
                  <a16:creationId xmlns="" xmlns:a16="http://schemas.microsoft.com/office/drawing/2014/main" id="{8C31F058-777D-4D47-AD29-CC17547B0262}"/>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3810002" y="2493406"/>
              <a:ext cx="1523997" cy="1523997"/>
            </a:xfrm>
            <a:prstGeom prst="rect">
              <a:avLst/>
            </a:prstGeom>
          </p:spPr>
        </p:pic>
      </p:grpSp>
      <p:sp>
        <p:nvSpPr>
          <p:cNvPr id="100"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58495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1AC68D-457B-4EB0-8349-28F8608E53D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74DBDB28-6D03-4D62-9999-ED3CE530CFFE}"/>
              </a:ext>
            </a:extLst>
          </p:cNvPr>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890CA45F-0ECF-4179-A8F3-CF02E292710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 xmlns:a16="http://schemas.microsoft.com/office/drawing/2014/main" id="{AABFC597-6ED3-473C-8E00-570EEA6D7C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1820D15-1338-4FA4-81B8-62DCDE69E588}"/>
              </a:ext>
            </a:extLst>
          </p:cNvPr>
          <p:cNvSpPr>
            <a:spLocks noGrp="1"/>
          </p:cNvSpPr>
          <p:nvPr>
            <p:ph type="sldNum" sz="quarter" idx="12"/>
          </p:nvPr>
        </p:nvSpPr>
        <p:spPr/>
        <p:txBody>
          <a:bodyPr/>
          <a:lstStyle/>
          <a:p>
            <a:fld id="{37B21C89-4E4A-406B-8392-F67A056F84AA}" type="slidenum">
              <a:rPr lang="en-IN" smtClean="0"/>
              <a:t>‹#›</a:t>
            </a:fld>
            <a:endParaRPr lang="en-IN"/>
          </a:p>
        </p:txBody>
      </p:sp>
    </p:spTree>
    <p:extLst>
      <p:ext uri="{BB962C8B-B14F-4D97-AF65-F5344CB8AC3E}">
        <p14:creationId xmlns:p14="http://schemas.microsoft.com/office/powerpoint/2010/main" val="1741851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129044-241A-4B49-AA71-29622874E4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956BF08-5525-44E1-9CBC-08F4DB382A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3032EA1-BDF6-47D5-83C1-17F10E9FC5C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 xmlns:a16="http://schemas.microsoft.com/office/drawing/2014/main" id="{7362C8C8-E692-417E-939F-5D54D7150C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D26E870-228C-40FA-96BF-E5EAA547A616}"/>
              </a:ext>
            </a:extLst>
          </p:cNvPr>
          <p:cNvSpPr>
            <a:spLocks noGrp="1"/>
          </p:cNvSpPr>
          <p:nvPr>
            <p:ph type="sldNum" sz="quarter" idx="12"/>
          </p:nvPr>
        </p:nvSpPr>
        <p:spPr/>
        <p:txBody>
          <a:bodyPr/>
          <a:lstStyle/>
          <a:p>
            <a:fld id="{37B21C89-4E4A-406B-8392-F67A056F84AA}" type="slidenum">
              <a:rPr lang="en-IN" smtClean="0"/>
              <a:t>‹#›</a:t>
            </a:fld>
            <a:endParaRPr lang="en-IN"/>
          </a:p>
        </p:txBody>
      </p:sp>
    </p:spTree>
    <p:extLst>
      <p:ext uri="{BB962C8B-B14F-4D97-AF65-F5344CB8AC3E}">
        <p14:creationId xmlns:p14="http://schemas.microsoft.com/office/powerpoint/2010/main" val="3532579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FFE598-368F-4BAF-8459-9D2DD6DC4B76}"/>
              </a:ext>
            </a:extLst>
          </p:cNvPr>
          <p:cNvSpPr>
            <a:spLocks noGrp="1"/>
          </p:cNvSpPr>
          <p:nvPr>
            <p:ph type="title"/>
          </p:nvPr>
        </p:nvSpPr>
        <p:spPr>
          <a:xfrm>
            <a:off x="623888" y="1709740"/>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B0ED5C5-FE6F-4DE5-808A-1DC288741179}"/>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667EA050-88EF-4E74-9B6A-9DBD30B2641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 xmlns:a16="http://schemas.microsoft.com/office/drawing/2014/main" id="{F65ABF41-748C-4D7D-89DB-B28F128963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6EF4CFF-2C80-4B1F-8301-6FD056ABD492}"/>
              </a:ext>
            </a:extLst>
          </p:cNvPr>
          <p:cNvSpPr>
            <a:spLocks noGrp="1"/>
          </p:cNvSpPr>
          <p:nvPr>
            <p:ph type="sldNum" sz="quarter" idx="12"/>
          </p:nvPr>
        </p:nvSpPr>
        <p:spPr/>
        <p:txBody>
          <a:bodyPr/>
          <a:lstStyle/>
          <a:p>
            <a:fld id="{37B21C89-4E4A-406B-8392-F67A056F84AA}" type="slidenum">
              <a:rPr lang="en-IN" smtClean="0"/>
              <a:t>‹#›</a:t>
            </a:fld>
            <a:endParaRPr lang="en-IN"/>
          </a:p>
        </p:txBody>
      </p:sp>
    </p:spTree>
    <p:extLst>
      <p:ext uri="{BB962C8B-B14F-4D97-AF65-F5344CB8AC3E}">
        <p14:creationId xmlns:p14="http://schemas.microsoft.com/office/powerpoint/2010/main" val="3052876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A699B8-99C5-412F-8417-9C5920635B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702F8A2-2B55-4D26-B5B4-91F3E6410FC0}"/>
              </a:ext>
            </a:extLst>
          </p:cNvPr>
          <p:cNvSpPr>
            <a:spLocks noGrp="1"/>
          </p:cNvSpPr>
          <p:nvPr>
            <p:ph sz="half" idx="1"/>
          </p:nvPr>
        </p:nvSpPr>
        <p:spPr>
          <a:xfrm>
            <a:off x="628650" y="1825625"/>
            <a:ext cx="38862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8374EA15-1FFC-4439-8E00-3F41E10D2582}"/>
              </a:ext>
            </a:extLst>
          </p:cNvPr>
          <p:cNvSpPr>
            <a:spLocks noGrp="1"/>
          </p:cNvSpPr>
          <p:nvPr>
            <p:ph sz="half" idx="2"/>
          </p:nvPr>
        </p:nvSpPr>
        <p:spPr>
          <a:xfrm>
            <a:off x="4629150" y="1825625"/>
            <a:ext cx="38862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66885A66-6587-4159-B995-66D9D8AD1EB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 xmlns:a16="http://schemas.microsoft.com/office/drawing/2014/main" id="{DA250D78-2958-4FD0-9FB6-7C2803665C46}"/>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6261116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1FADC9-3DFF-4B64-8515-E2DB00795044}"/>
              </a:ext>
            </a:extLst>
          </p:cNvPr>
          <p:cNvSpPr>
            <a:spLocks noGrp="1"/>
          </p:cNvSpPr>
          <p:nvPr>
            <p:ph type="title"/>
          </p:nvPr>
        </p:nvSpPr>
        <p:spPr>
          <a:xfrm>
            <a:off x="629841"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C27E80FF-9B8F-4423-A75A-7B1373EE203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72DF7B69-9360-452F-AD9A-F64EB5ED6AB9}"/>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0D548944-61FB-4CC1-AA32-54593DC6D71A}"/>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5BC2F6F-452B-412E-AC68-5DEC3BFB3B4D}"/>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2FC04886-CF78-4E91-9538-612E745278C1}"/>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 xmlns:a16="http://schemas.microsoft.com/office/drawing/2014/main" id="{74EF4EA3-9E30-45F9-88D2-1BBDEBCB2D21}"/>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42863965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210C51-8D30-4EE6-A7DC-49370F95A8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288B016C-D836-49DE-A7A8-7FF54E820409}"/>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 xmlns:a16="http://schemas.microsoft.com/office/drawing/2014/main" id="{E91790BF-9870-4AE2-B899-648B9736C0F3}"/>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8221291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AE68A3D-EE19-4B90-8E3C-D6620D33698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 xmlns:a16="http://schemas.microsoft.com/office/drawing/2014/main" id="{81DE1B44-FB6B-4D81-9F50-34BECB1D5761}"/>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42660043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B1CB4-6396-4D24-BE77-A04473461E3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AA58F8B-9FC1-4CA5-92FF-3A7B12BEFD8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8D27F549-A937-4E7A-A987-D9FB149B1672}"/>
              </a:ext>
            </a:extLst>
          </p:cNvPr>
          <p:cNvSpPr>
            <a:spLocks noGrp="1"/>
          </p:cNvSpPr>
          <p:nvPr>
            <p:ph type="body" sz="half" idx="2"/>
          </p:nvPr>
        </p:nvSpPr>
        <p:spPr>
          <a:xfrm>
            <a:off x="629841" y="2057401"/>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 xmlns:a16="http://schemas.microsoft.com/office/drawing/2014/main" id="{2DCC5333-FCB4-4EA2-BD6A-03644F0EDF7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 xmlns:a16="http://schemas.microsoft.com/office/drawing/2014/main" id="{BB95B3CF-6AB7-4541-90C4-3B68C8FC7663}"/>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15158906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0A88944-BD39-468F-B01D-7BC9565EF67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67B6C8D0-A64C-4ED5-844B-E99968AD1A7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 xmlns:a16="http://schemas.microsoft.com/office/drawing/2014/main" id="{C649E219-18AC-4B43-B226-31768284209A}"/>
              </a:ext>
            </a:extLst>
          </p:cNvPr>
          <p:cNvSpPr>
            <a:spLocks noGrp="1"/>
          </p:cNvSpPr>
          <p:nvPr>
            <p:ph type="body" sz="half" idx="2"/>
          </p:nvPr>
        </p:nvSpPr>
        <p:spPr>
          <a:xfrm>
            <a:off x="629841" y="2057401"/>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 xmlns:a16="http://schemas.microsoft.com/office/drawing/2014/main" id="{98552A45-41DB-44BE-A633-0A8297758029}"/>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 xmlns:a16="http://schemas.microsoft.com/office/drawing/2014/main" id="{F7B37505-4B21-4668-B749-3CD1715A5BE2}"/>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15686519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8056C4-2765-4D17-8460-E3B998941E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A0181CB3-32F0-4496-B213-50DE6B4478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0528562-AF09-4AE8-84CC-AC006E7789C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 xmlns:a16="http://schemas.microsoft.com/office/drawing/2014/main" id="{F77EE95F-09D7-46BB-B9B6-ED427A7CEB96}"/>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4442415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FFA46257-E188-4C8C-9090-F6B8779B0436}"/>
              </a:ext>
            </a:extLst>
          </p:cNvPr>
          <p:cNvSpPr>
            <a:spLocks noGrp="1"/>
          </p:cNvSpPr>
          <p:nvPr>
            <p:ph type="title" orient="vert"/>
          </p:nvPr>
        </p:nvSpPr>
        <p:spPr>
          <a:xfrm>
            <a:off x="6543676" y="365126"/>
            <a:ext cx="1971675" cy="5811839"/>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3B368D73-3B3D-4E98-AE84-9B4A8312F7EB}"/>
              </a:ext>
            </a:extLst>
          </p:cNvPr>
          <p:cNvSpPr>
            <a:spLocks noGrp="1"/>
          </p:cNvSpPr>
          <p:nvPr>
            <p:ph type="body" orient="vert" idx="1"/>
          </p:nvPr>
        </p:nvSpPr>
        <p:spPr>
          <a:xfrm>
            <a:off x="628651" y="365126"/>
            <a:ext cx="5800725"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3898B74-BE35-4ED9-8C0D-AB9E7107C95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 xmlns:a16="http://schemas.microsoft.com/office/drawing/2014/main" id="{D240DEA6-0D1A-4F24-8409-32793E90A778}"/>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1185098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grpSp>
        <p:nvGrpSpPr>
          <p:cNvPr id="5" name="Group 11"/>
          <p:cNvGrpSpPr>
            <a:grpSpLocks/>
          </p:cNvGrpSpPr>
          <p:nvPr userDrawn="1"/>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2" y="1"/>
            <a:ext cx="2193925" cy="692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1"/>
            <a:ext cx="7010400" cy="4603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p:cNvGrpSpPr>
            <a:grpSpLocks/>
          </p:cNvGrpSpPr>
          <p:nvPr userDrawn="1"/>
        </p:nvGrpSpPr>
        <p:grpSpPr bwMode="auto">
          <a:xfrm>
            <a:off x="0" y="1295401"/>
            <a:ext cx="7010400" cy="4603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657338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8A3767B4-AB52-97DB-868B-0ADC105B2775}"/>
              </a:ext>
            </a:extLst>
          </p:cNvPr>
          <p:cNvSpPr txBox="1"/>
          <p:nvPr/>
        </p:nvSpPr>
        <p:spPr>
          <a:xfrm>
            <a:off x="3276600" y="6596066"/>
            <a:ext cx="5867400" cy="187615"/>
          </a:xfrm>
          <a:prstGeom prst="rect">
            <a:avLst/>
          </a:prstGeom>
          <a:noFill/>
        </p:spPr>
        <p:txBody>
          <a:bodyPr>
            <a:spAutoFit/>
          </a:bodyPr>
          <a:lstStyle/>
          <a:p>
            <a:pPr algn="r">
              <a:defRPr/>
            </a:pPr>
            <a:r>
              <a:rPr lang="en-US" sz="619" b="1" dirty="0">
                <a:solidFill>
                  <a:srgbClr val="101141"/>
                </a:solidFill>
                <a:latin typeface="Arial" panose="020B0604020202020204"/>
                <a:cs typeface="Arial" panose="020B0604020202020204"/>
              </a:rPr>
              <a:t>BITS </a:t>
            </a:r>
            <a:r>
              <a:rPr lang="en-US" sz="619" dirty="0">
                <a:solidFill>
                  <a:srgbClr val="101141"/>
                </a:solidFill>
                <a:latin typeface="Arial" panose="020B0604020202020204"/>
                <a:cs typeface="Arial" panose="020B0604020202020204"/>
              </a:rPr>
              <a:t>Pilani, Pilani Campus</a:t>
            </a:r>
          </a:p>
        </p:txBody>
      </p:sp>
      <p:grpSp>
        <p:nvGrpSpPr>
          <p:cNvPr id="4" name="Group 11">
            <a:extLst>
              <a:ext uri="{FF2B5EF4-FFF2-40B4-BE49-F238E27FC236}">
                <a16:creationId xmlns="" xmlns:a16="http://schemas.microsoft.com/office/drawing/2014/main" id="{D53B34A8-0D61-F94D-6658-E372B624D1E3}"/>
              </a:ext>
            </a:extLst>
          </p:cNvPr>
          <p:cNvGrpSpPr>
            <a:grpSpLocks/>
          </p:cNvGrpSpPr>
          <p:nvPr/>
        </p:nvGrpSpPr>
        <p:grpSpPr bwMode="auto">
          <a:xfrm>
            <a:off x="2084388" y="6550027"/>
            <a:ext cx="7059612" cy="49213"/>
            <a:chOff x="2083888" y="6550671"/>
            <a:chExt cx="7060112" cy="48665"/>
          </a:xfrm>
        </p:grpSpPr>
        <p:sp>
          <p:nvSpPr>
            <p:cNvPr id="5" name="Rectangle 4">
              <a:extLst>
                <a:ext uri="{FF2B5EF4-FFF2-40B4-BE49-F238E27FC236}">
                  <a16:creationId xmlns="" xmlns:a16="http://schemas.microsoft.com/office/drawing/2014/main" id="{083C1FF3-223D-D196-8F91-0C0F3EA0863C}"/>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6" name="Rectangle 5">
              <a:extLst>
                <a:ext uri="{FF2B5EF4-FFF2-40B4-BE49-F238E27FC236}">
                  <a16:creationId xmlns="" xmlns:a16="http://schemas.microsoft.com/office/drawing/2014/main" id="{7B744F7F-4651-793A-5732-F50EF06918EF}"/>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7" name="Rectangle 6">
              <a:extLst>
                <a:ext uri="{FF2B5EF4-FFF2-40B4-BE49-F238E27FC236}">
                  <a16:creationId xmlns="" xmlns:a16="http://schemas.microsoft.com/office/drawing/2014/main" id="{3C477641-1E9D-E30D-B181-37D02FDD292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pic>
        <p:nvPicPr>
          <p:cNvPr id="8" name="Picture 11" descr="Picture 7.png">
            <a:extLst>
              <a:ext uri="{FF2B5EF4-FFF2-40B4-BE49-F238E27FC236}">
                <a16:creationId xmlns="" xmlns:a16="http://schemas.microsoft.com/office/drawing/2014/main" id="{97259A23-A641-FB0C-BC74-37332053B2B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2" y="1"/>
            <a:ext cx="2193925" cy="692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 xmlns:a16="http://schemas.microsoft.com/office/drawing/2014/main" id="{9E0C1B94-82C2-5DD5-B490-266791DAF886}"/>
              </a:ext>
            </a:extLst>
          </p:cNvPr>
          <p:cNvGrpSpPr>
            <a:grpSpLocks/>
          </p:cNvGrpSpPr>
          <p:nvPr/>
        </p:nvGrpSpPr>
        <p:grpSpPr bwMode="auto">
          <a:xfrm>
            <a:off x="2133600" y="6553201"/>
            <a:ext cx="7010400" cy="46039"/>
            <a:chOff x="1905000" y="6553200"/>
            <a:chExt cx="7010400" cy="45719"/>
          </a:xfrm>
        </p:grpSpPr>
        <p:sp>
          <p:nvSpPr>
            <p:cNvPr id="10" name="Rectangle 9">
              <a:extLst>
                <a:ext uri="{FF2B5EF4-FFF2-40B4-BE49-F238E27FC236}">
                  <a16:creationId xmlns="" xmlns:a16="http://schemas.microsoft.com/office/drawing/2014/main" id="{9F720400-26CF-D2DC-6C4C-2B45A327999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1" name="Rectangle 10">
              <a:extLst>
                <a:ext uri="{FF2B5EF4-FFF2-40B4-BE49-F238E27FC236}">
                  <a16:creationId xmlns="" xmlns:a16="http://schemas.microsoft.com/office/drawing/2014/main" id="{1EB7E4CE-2A0F-8349-D6C7-69B8AD5712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2" name="Rectangle 11">
              <a:extLst>
                <a:ext uri="{FF2B5EF4-FFF2-40B4-BE49-F238E27FC236}">
                  <a16:creationId xmlns="" xmlns:a16="http://schemas.microsoft.com/office/drawing/2014/main" id="{7FD90075-DE4A-617E-1F44-CC1E6517620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grpSp>
        <p:nvGrpSpPr>
          <p:cNvPr id="13" name="Group 22">
            <a:extLst>
              <a:ext uri="{FF2B5EF4-FFF2-40B4-BE49-F238E27FC236}">
                <a16:creationId xmlns="" xmlns:a16="http://schemas.microsoft.com/office/drawing/2014/main" id="{C0086D47-2149-6DDE-D807-14849A95CE69}"/>
              </a:ext>
            </a:extLst>
          </p:cNvPr>
          <p:cNvGrpSpPr>
            <a:grpSpLocks/>
          </p:cNvGrpSpPr>
          <p:nvPr/>
        </p:nvGrpSpPr>
        <p:grpSpPr bwMode="auto">
          <a:xfrm>
            <a:off x="0" y="1295401"/>
            <a:ext cx="7010400" cy="46039"/>
            <a:chOff x="1905000" y="6553200"/>
            <a:chExt cx="7010400" cy="45719"/>
          </a:xfrm>
        </p:grpSpPr>
        <p:sp>
          <p:nvSpPr>
            <p:cNvPr id="14" name="Rectangle 13">
              <a:extLst>
                <a:ext uri="{FF2B5EF4-FFF2-40B4-BE49-F238E27FC236}">
                  <a16:creationId xmlns="" xmlns:a16="http://schemas.microsoft.com/office/drawing/2014/main" id="{7316EFD5-8FC9-2939-8ADD-EF3DA674F11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5" name="Rectangle 14">
              <a:extLst>
                <a:ext uri="{FF2B5EF4-FFF2-40B4-BE49-F238E27FC236}">
                  <a16:creationId xmlns="" xmlns:a16="http://schemas.microsoft.com/office/drawing/2014/main" id="{81D64989-6811-D3DC-10E8-8D7B51CEDD0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6" name="Rectangle 15">
              <a:extLst>
                <a:ext uri="{FF2B5EF4-FFF2-40B4-BE49-F238E27FC236}">
                  <a16:creationId xmlns="" xmlns:a16="http://schemas.microsoft.com/office/drawing/2014/main" id="{697419B5-7B46-C0F5-2683-9DB043E89DB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sp>
        <p:nvSpPr>
          <p:cNvPr id="3" name="Content Placeholder 2"/>
          <p:cNvSpPr>
            <a:spLocks noGrp="1"/>
          </p:cNvSpPr>
          <p:nvPr>
            <p:ph idx="1"/>
          </p:nvPr>
        </p:nvSpPr>
        <p:spPr>
          <a:xfrm>
            <a:off x="304801" y="1493837"/>
            <a:ext cx="8518526" cy="4906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350">
                <a:latin typeface="Arial" panose="020B0604020202020204" pitchFamily="34" charset="0"/>
                <a:cs typeface="Arial" panose="020B0604020202020204"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anose="020B0604020202020204" pitchFamily="34" charset="0"/>
              <a:buChar char="–"/>
              <a:defRPr sz="900">
                <a:latin typeface="Arial" panose="020B0604020202020204" pitchFamily="34" charset="0"/>
                <a:cs typeface="Arial" panose="020B0604020202020204" pitchFamily="34" charset="0"/>
              </a:defRPr>
            </a:lvl2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1"/>
            <a:ext cx="6324600" cy="1082676"/>
          </a:xfrm>
        </p:spPr>
        <p:txBody>
          <a:bodyPr anchor="ctr">
            <a:normAutofit/>
          </a:bodyPr>
          <a:lstStyle>
            <a:lvl1pPr marL="0">
              <a:lnSpc>
                <a:spcPts val="2025"/>
              </a:lnSpc>
              <a:spcBef>
                <a:spcPts val="0"/>
              </a:spcBef>
              <a:buNone/>
              <a:defRPr sz="2025" b="1" spc="-85" baseline="0">
                <a:solidFill>
                  <a:srgbClr val="FF0000"/>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17" name="Footer Placeholder 4">
            <a:extLst>
              <a:ext uri="{FF2B5EF4-FFF2-40B4-BE49-F238E27FC236}">
                <a16:creationId xmlns="" xmlns:a16="http://schemas.microsoft.com/office/drawing/2014/main" id="{7F62397A-7720-6902-D87D-83F75699E168}"/>
              </a:ext>
            </a:extLst>
          </p:cNvPr>
          <p:cNvSpPr>
            <a:spLocks noGrp="1"/>
          </p:cNvSpPr>
          <p:nvPr>
            <p:ph type="ftr" sz="quarter" idx="11"/>
          </p:nvPr>
        </p:nvSpPr>
        <p:spPr>
          <a:xfrm>
            <a:off x="304800" y="6629400"/>
            <a:ext cx="4038600" cy="228600"/>
          </a:xfrm>
        </p:spPr>
        <p:txBody>
          <a:bodyPr/>
          <a:lstStyle>
            <a:lvl1pPr algn="l">
              <a:defRPr/>
            </a:lvl1pPr>
          </a:lstStyle>
          <a:p>
            <a:pPr>
              <a:defRPr/>
            </a:pPr>
            <a:endParaRPr lang="en-US" dirty="0"/>
          </a:p>
        </p:txBody>
      </p:sp>
      <p:sp>
        <p:nvSpPr>
          <p:cNvPr id="18" name="Slide Number Placeholder 5">
            <a:extLst>
              <a:ext uri="{FF2B5EF4-FFF2-40B4-BE49-F238E27FC236}">
                <a16:creationId xmlns="" xmlns:a16="http://schemas.microsoft.com/office/drawing/2014/main" id="{D95EBA3B-2C3A-83C0-6E1A-C21276ECBD6B}"/>
              </a:ext>
            </a:extLst>
          </p:cNvPr>
          <p:cNvSpPr>
            <a:spLocks noGrp="1"/>
          </p:cNvSpPr>
          <p:nvPr>
            <p:ph type="sldNum" sz="quarter" idx="12"/>
          </p:nvPr>
        </p:nvSpPr>
        <p:spPr>
          <a:xfrm>
            <a:off x="5581650" y="6596065"/>
            <a:ext cx="2133600" cy="261937"/>
          </a:xfrm>
        </p:spPr>
        <p:txBody>
          <a:bodyPr/>
          <a:lstStyle>
            <a:lvl1pPr>
              <a:defRPr/>
            </a:lvl1pPr>
          </a:lstStyle>
          <a:p>
            <a:pPr>
              <a:defRPr/>
            </a:pPr>
            <a:fld id="{7D73CF5B-AF6F-4DC3-9E62-6ACC0963616B}" type="slidenum">
              <a:rPr lang="en-US"/>
              <a:pPr>
                <a:defRPr/>
              </a:pPr>
              <a:t>‹#›</a:t>
            </a:fld>
            <a:endParaRPr lang="en-US"/>
          </a:p>
        </p:txBody>
      </p:sp>
    </p:spTree>
    <p:extLst>
      <p:ext uri="{BB962C8B-B14F-4D97-AF65-F5344CB8AC3E}">
        <p14:creationId xmlns:p14="http://schemas.microsoft.com/office/powerpoint/2010/main" val="4994980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3352800"/>
            <a:ext cx="8686800" cy="2743200"/>
          </a:xfrm>
          <a:prstGeom prst="rect">
            <a:avLst/>
          </a:prstGeom>
          <a:solidFill>
            <a:srgbClr val="101141"/>
          </a:solidFill>
          <a:ln w="12700">
            <a:miter lim="400000"/>
          </a:ln>
        </p:spPr>
        <p:txBody>
          <a:bodyPr lIns="34289" rIns="34289" anchor="ctr"/>
          <a:lstStyle/>
          <a:p>
            <a:pPr algn="ctr">
              <a:defRPr>
                <a:solidFill>
                  <a:srgbClr val="FFFFFF"/>
                </a:solidFill>
                <a:latin typeface="+mj-lt"/>
                <a:ea typeface="+mj-ea"/>
                <a:cs typeface="+mj-cs"/>
                <a:sym typeface="Arial"/>
              </a:defRPr>
            </a:pPr>
            <a:endParaRPr sz="1350"/>
          </a:p>
        </p:txBody>
      </p:sp>
      <p:sp>
        <p:nvSpPr>
          <p:cNvPr id="27" name="Rectangle 3"/>
          <p:cNvSpPr/>
          <p:nvPr/>
        </p:nvSpPr>
        <p:spPr>
          <a:xfrm>
            <a:off x="2895600" y="6096000"/>
            <a:ext cx="2895600" cy="7620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28" name="Rectangle 4"/>
          <p:cNvSpPr/>
          <p:nvPr/>
        </p:nvSpPr>
        <p:spPr>
          <a:xfrm>
            <a:off x="0" y="6096000"/>
            <a:ext cx="2895600" cy="7620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29" name="Rectangle 5"/>
          <p:cNvSpPr/>
          <p:nvPr/>
        </p:nvSpPr>
        <p:spPr>
          <a:xfrm>
            <a:off x="5791200" y="6096000"/>
            <a:ext cx="2895600" cy="7620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pic>
        <p:nvPicPr>
          <p:cNvPr id="30" name="Picture 10" descr="Picture 10"/>
          <p:cNvPicPr>
            <a:picLocks noChangeAspect="1"/>
          </p:cNvPicPr>
          <p:nvPr/>
        </p:nvPicPr>
        <p:blipFill>
          <a:blip r:embed="rId3"/>
          <a:srcRect t="2" b="28592"/>
          <a:stretch>
            <a:fillRect/>
          </a:stretch>
        </p:blipFill>
        <p:spPr>
          <a:xfrm>
            <a:off x="76200" y="3352801"/>
            <a:ext cx="2057400" cy="1979615"/>
          </a:xfrm>
          <a:prstGeom prst="rect">
            <a:avLst/>
          </a:prstGeom>
          <a:ln w="12700">
            <a:miter lim="400000"/>
          </a:ln>
        </p:spPr>
      </p:pic>
      <p:sp>
        <p:nvSpPr>
          <p:cNvPr id="31" name="TextBox 8"/>
          <p:cNvSpPr txBox="1"/>
          <p:nvPr/>
        </p:nvSpPr>
        <p:spPr>
          <a:xfrm>
            <a:off x="-30481" y="5257801"/>
            <a:ext cx="2118362" cy="42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p>
            <a:pPr algn="ctr">
              <a:defRPr sz="2900" b="1" spc="-150">
                <a:solidFill>
                  <a:srgbClr val="FFFFFF"/>
                </a:solidFill>
                <a:latin typeface="+mj-lt"/>
                <a:ea typeface="+mj-ea"/>
                <a:cs typeface="+mj-cs"/>
                <a:sym typeface="Arial"/>
              </a:defRPr>
            </a:pPr>
            <a:r>
              <a:rPr sz="2175" dirty="0"/>
              <a:t>BITS</a:t>
            </a:r>
            <a:r>
              <a:rPr sz="2175" b="0" dirty="0"/>
              <a:t> </a:t>
            </a:r>
            <a:r>
              <a:rPr sz="2175" b="0" dirty="0" err="1"/>
              <a:t>Pilani</a:t>
            </a:r>
            <a:endParaRPr sz="2175" b="0" dirty="0"/>
          </a:p>
        </p:txBody>
      </p:sp>
      <p:sp>
        <p:nvSpPr>
          <p:cNvPr id="33" name="Body Level One…"/>
          <p:cNvSpPr txBox="1">
            <a:spLocks noGrp="1"/>
          </p:cNvSpPr>
          <p:nvPr>
            <p:ph type="body" sz="quarter" idx="1"/>
          </p:nvPr>
        </p:nvSpPr>
        <p:spPr>
          <a:xfrm>
            <a:off x="2514600" y="5410200"/>
            <a:ext cx="6019800" cy="533400"/>
          </a:xfrm>
          <a:prstGeom prst="rect">
            <a:avLst/>
          </a:prstGeom>
        </p:spPr>
        <p:txBody>
          <a:bodyPr anchor="b">
            <a:normAutofit/>
          </a:bodyPr>
          <a:lstStyle>
            <a:lvl1pPr marL="0" indent="0" algn="r">
              <a:lnSpc>
                <a:spcPts val="1350"/>
              </a:lnSpc>
              <a:spcBef>
                <a:spcPts val="0"/>
              </a:spcBef>
              <a:buSzTx/>
              <a:buFontTx/>
              <a:buNone/>
              <a:defRPr sz="1350">
                <a:solidFill>
                  <a:srgbClr val="FFFFFF"/>
                </a:solidFill>
              </a:defRPr>
            </a:lvl1pPr>
            <a:lvl2pPr marL="480672" indent="-137772" algn="r">
              <a:lnSpc>
                <a:spcPts val="1350"/>
              </a:lnSpc>
              <a:spcBef>
                <a:spcPts val="0"/>
              </a:spcBef>
              <a:buFontTx/>
              <a:defRPr sz="1350">
                <a:solidFill>
                  <a:srgbClr val="FFFFFF"/>
                </a:solidFill>
              </a:defRPr>
            </a:lvl2pPr>
            <a:lvl3pPr marL="814388" indent="-128588" algn="r">
              <a:lnSpc>
                <a:spcPts val="1350"/>
              </a:lnSpc>
              <a:spcBef>
                <a:spcPts val="0"/>
              </a:spcBef>
              <a:buFontTx/>
              <a:defRPr sz="1350">
                <a:solidFill>
                  <a:srgbClr val="FFFFFF"/>
                </a:solidFill>
              </a:defRPr>
            </a:lvl3pPr>
            <a:lvl4pPr marL="1183004" indent="-154304" algn="r">
              <a:lnSpc>
                <a:spcPts val="1350"/>
              </a:lnSpc>
              <a:spcBef>
                <a:spcPts val="0"/>
              </a:spcBef>
              <a:buFontTx/>
              <a:defRPr sz="1350">
                <a:solidFill>
                  <a:srgbClr val="FFFFFF"/>
                </a:solidFill>
              </a:defRPr>
            </a:lvl4pPr>
            <a:lvl5pPr marL="1525904" indent="-154304" algn="r">
              <a:lnSpc>
                <a:spcPts val="1350"/>
              </a:lnSpc>
              <a:spcBef>
                <a:spcPts val="0"/>
              </a:spcBef>
              <a:buFontTx/>
              <a:defRPr sz="135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3810000"/>
            <a:ext cx="6019800" cy="1524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896117177"/>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2_Title and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 xmlns:a16="http://schemas.microsoft.com/office/drawing/2014/main" id="{63D8738E-0221-4D62-B029-49DE045C1179}"/>
              </a:ext>
            </a:extLst>
          </p:cNvPr>
          <p:cNvGrpSpPr/>
          <p:nvPr userDrawn="1"/>
        </p:nvGrpSpPr>
        <p:grpSpPr>
          <a:xfrm>
            <a:off x="-59470" y="-641100"/>
            <a:ext cx="9267429" cy="8253819"/>
            <a:chOff x="-59470" y="-641099"/>
            <a:chExt cx="9267429" cy="8253818"/>
          </a:xfrm>
        </p:grpSpPr>
        <p:pic>
          <p:nvPicPr>
            <p:cNvPr id="23" name="Graphic 22">
              <a:extLst>
                <a:ext uri="{FF2B5EF4-FFF2-40B4-BE49-F238E27FC236}">
                  <a16:creationId xmlns="" xmlns:a16="http://schemas.microsoft.com/office/drawing/2014/main" id="{6FB9BF06-D4F4-462B-8CAF-F7AA8C4CBC1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 xmlns:a16="http://schemas.microsoft.com/office/drawing/2014/main" id="{E7369A73-8C94-4131-B664-BDA73406BED4}"/>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 xmlns:a16="http://schemas.microsoft.com/office/drawing/2014/main" id="{940D2137-4506-475E-BDBD-01C8F9AB32A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26" name="Graphic 25">
              <a:extLst>
                <a:ext uri="{FF2B5EF4-FFF2-40B4-BE49-F238E27FC236}">
                  <a16:creationId xmlns="" xmlns:a16="http://schemas.microsoft.com/office/drawing/2014/main" id="{C9477889-6CB3-410D-8BC9-E4C3C6185923}"/>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27" name="Graphic 26">
              <a:extLst>
                <a:ext uri="{FF2B5EF4-FFF2-40B4-BE49-F238E27FC236}">
                  <a16:creationId xmlns="" xmlns:a16="http://schemas.microsoft.com/office/drawing/2014/main" id="{5359F3D2-27DE-4C2B-9063-2466CC0C13CD}"/>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grpSp>
          <p:nvGrpSpPr>
            <p:cNvPr id="28" name="Group 27">
              <a:extLst>
                <a:ext uri="{FF2B5EF4-FFF2-40B4-BE49-F238E27FC236}">
                  <a16:creationId xmlns="" xmlns:a16="http://schemas.microsoft.com/office/drawing/2014/main" id="{9E9826F6-77EC-4995-BFD7-0318A680BA1A}"/>
                </a:ext>
              </a:extLst>
            </p:cNvPr>
            <p:cNvGrpSpPr/>
            <p:nvPr userDrawn="1"/>
          </p:nvGrpSpPr>
          <p:grpSpPr>
            <a:xfrm>
              <a:off x="0" y="0"/>
              <a:ext cx="9144001" cy="6815354"/>
              <a:chOff x="0" y="0"/>
              <a:chExt cx="9144001" cy="6815354"/>
            </a:xfrm>
          </p:grpSpPr>
          <p:grpSp>
            <p:nvGrpSpPr>
              <p:cNvPr id="46" name="Group 6">
                <a:extLst>
                  <a:ext uri="{FF2B5EF4-FFF2-40B4-BE49-F238E27FC236}">
                    <a16:creationId xmlns=""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7">
                  <a:extLst>
                    <a:ext uri="{FF2B5EF4-FFF2-40B4-BE49-F238E27FC236}">
                      <a16:creationId xmlns=""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8">
                  <a:extLst>
                    <a:ext uri="{FF2B5EF4-FFF2-40B4-BE49-F238E27FC236}">
                      <a16:creationId xmlns=""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7" name="Group 10">
                <a:extLst>
                  <a:ext uri="{FF2B5EF4-FFF2-40B4-BE49-F238E27FC236}">
                    <a16:creationId xmlns=""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1" name="Rectangle 11">
                  <a:extLst>
                    <a:ext uri="{FF2B5EF4-FFF2-40B4-BE49-F238E27FC236}">
                      <a16:creationId xmlns=""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2" name="Rectangle 12">
                  <a:extLst>
                    <a:ext uri="{FF2B5EF4-FFF2-40B4-BE49-F238E27FC236}">
                      <a16:creationId xmlns=""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48" name="Picture 14" descr="Picture 14">
                <a:extLst>
                  <a:ext uri="{FF2B5EF4-FFF2-40B4-BE49-F238E27FC236}">
                    <a16:creationId xmlns="" xmlns:a16="http://schemas.microsoft.com/office/drawing/2014/main" id="{5DC18BF1-5331-4F2F-A174-787311906D18}"/>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 xmlns:a16="http://schemas.microsoft.com/office/drawing/2014/main" id="{BA5796A7-03C0-4F17-B86D-A3B33F3BC2CE}"/>
                  </a:ext>
                </a:extLst>
              </p:cNvPr>
              <p:cNvSpPr txBox="1"/>
              <p:nvPr userDrawn="1"/>
            </p:nvSpPr>
            <p:spPr>
              <a:xfrm>
                <a:off x="3322319" y="6596063"/>
                <a:ext cx="5775962" cy="219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29" name="Graphic 28">
              <a:extLst>
                <a:ext uri="{FF2B5EF4-FFF2-40B4-BE49-F238E27FC236}">
                  <a16:creationId xmlns="" xmlns:a16="http://schemas.microsoft.com/office/drawing/2014/main" id="{8C31F058-777D-4D47-AD29-CC17547B0262}"/>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3810002" y="2493406"/>
              <a:ext cx="1523997" cy="1523997"/>
            </a:xfrm>
            <a:prstGeom prst="rect">
              <a:avLst/>
            </a:prstGeom>
          </p:spPr>
        </p:pic>
      </p:grpSp>
      <p:sp>
        <p:nvSpPr>
          <p:cNvPr id="100"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514350">
              <a:lnSpc>
                <a:spcPts val="2700"/>
              </a:lnSpc>
              <a:spcBef>
                <a:spcPts val="0"/>
              </a:spcBef>
              <a:buSzTx/>
              <a:buFontTx/>
              <a:buNone/>
              <a:defRPr sz="2700" b="1" spc="-113"/>
            </a:lvl1pPr>
            <a:lvl2pPr marL="618444" indent="-275544">
              <a:lnSpc>
                <a:spcPts val="2700"/>
              </a:lnSpc>
              <a:spcBef>
                <a:spcPts val="0"/>
              </a:spcBef>
              <a:buFontTx/>
              <a:defRPr sz="2700" b="1" spc="-113"/>
            </a:lvl2pPr>
            <a:lvl3pPr marL="942975" indent="-257175">
              <a:lnSpc>
                <a:spcPts val="2700"/>
              </a:lnSpc>
              <a:spcBef>
                <a:spcPts val="0"/>
              </a:spcBef>
              <a:buFontTx/>
              <a:defRPr sz="2700" b="1" spc="-113"/>
            </a:lvl3pPr>
            <a:lvl4pPr marL="1337309" indent="-308609">
              <a:lnSpc>
                <a:spcPts val="2700"/>
              </a:lnSpc>
              <a:spcBef>
                <a:spcPts val="0"/>
              </a:spcBef>
              <a:buFontTx/>
              <a:defRPr sz="2700" b="1" spc="-113"/>
            </a:lvl4pPr>
            <a:lvl5pPr marL="1680209" indent="-308609">
              <a:lnSpc>
                <a:spcPts val="2700"/>
              </a:lnSpc>
              <a:spcBef>
                <a:spcPts val="0"/>
              </a:spcBef>
              <a:buFontTx/>
              <a:defRPr sz="2700" b="1" spc="-113"/>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84332750"/>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 xmlns:a16="http://schemas.microsoft.com/office/drawing/2014/main" id="{4F1635D6-F918-E4B0-D8DF-45976B43E5CC}"/>
              </a:ext>
            </a:extLst>
          </p:cNvPr>
          <p:cNvSpPr/>
          <p:nvPr userDrawn="1"/>
        </p:nvSpPr>
        <p:spPr>
          <a:xfrm>
            <a:off x="0" y="3352800"/>
            <a:ext cx="8686800" cy="2743200"/>
          </a:xfrm>
          <a:prstGeom prst="rect">
            <a:avLst/>
          </a:prstGeom>
          <a:solidFill>
            <a:srgbClr val="101141"/>
          </a:solidFill>
          <a:ln w="12700">
            <a:miter lim="400000"/>
          </a:ln>
        </p:spPr>
        <p:txBody>
          <a:bodyPr lIns="34289" rIns="34289" anchor="ctr"/>
          <a:lstStyle/>
          <a:p>
            <a:pPr algn="ctr">
              <a:defRPr>
                <a:solidFill>
                  <a:srgbClr val="FFFFFF"/>
                </a:solidFill>
                <a:latin typeface="+mj-lt"/>
                <a:ea typeface="+mj-ea"/>
                <a:cs typeface="+mj-cs"/>
                <a:sym typeface="Arial"/>
              </a:defRPr>
            </a:pPr>
            <a:endParaRPr sz="1350"/>
          </a:p>
        </p:txBody>
      </p:sp>
      <p:sp>
        <p:nvSpPr>
          <p:cNvPr id="6" name="Rectangle 3">
            <a:extLst>
              <a:ext uri="{FF2B5EF4-FFF2-40B4-BE49-F238E27FC236}">
                <a16:creationId xmlns="" xmlns:a16="http://schemas.microsoft.com/office/drawing/2014/main" id="{509FF428-FD03-A3ED-E874-F7399C457B5A}"/>
              </a:ext>
            </a:extLst>
          </p:cNvPr>
          <p:cNvSpPr/>
          <p:nvPr userDrawn="1"/>
        </p:nvSpPr>
        <p:spPr>
          <a:xfrm>
            <a:off x="2895600" y="6096000"/>
            <a:ext cx="2895600" cy="7620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7" name="Rectangle 4">
            <a:extLst>
              <a:ext uri="{FF2B5EF4-FFF2-40B4-BE49-F238E27FC236}">
                <a16:creationId xmlns="" xmlns:a16="http://schemas.microsoft.com/office/drawing/2014/main" id="{A493EE98-E537-385E-2051-74DF0B3608DF}"/>
              </a:ext>
            </a:extLst>
          </p:cNvPr>
          <p:cNvSpPr/>
          <p:nvPr userDrawn="1"/>
        </p:nvSpPr>
        <p:spPr>
          <a:xfrm>
            <a:off x="0" y="6096000"/>
            <a:ext cx="2895600" cy="7620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8" name="Rectangle 5">
            <a:extLst>
              <a:ext uri="{FF2B5EF4-FFF2-40B4-BE49-F238E27FC236}">
                <a16:creationId xmlns="" xmlns:a16="http://schemas.microsoft.com/office/drawing/2014/main" id="{DE4627D7-A115-550F-D7B3-42FC43297FF1}"/>
              </a:ext>
            </a:extLst>
          </p:cNvPr>
          <p:cNvSpPr/>
          <p:nvPr userDrawn="1"/>
        </p:nvSpPr>
        <p:spPr>
          <a:xfrm>
            <a:off x="5791200" y="6096000"/>
            <a:ext cx="2895600" cy="7620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pic>
        <p:nvPicPr>
          <p:cNvPr id="9" name="Picture 10" descr="Picture 10">
            <a:extLst>
              <a:ext uri="{FF2B5EF4-FFF2-40B4-BE49-F238E27FC236}">
                <a16:creationId xmlns="" xmlns:a16="http://schemas.microsoft.com/office/drawing/2014/main" id="{D695F453-58E4-7D66-AB7F-98878BD64651}"/>
              </a:ext>
            </a:extLst>
          </p:cNvPr>
          <p:cNvPicPr>
            <a:picLocks noChangeAspect="1"/>
          </p:cNvPicPr>
          <p:nvPr userDrawn="1"/>
        </p:nvPicPr>
        <p:blipFill>
          <a:blip r:embed="rId2"/>
          <a:srcRect t="2" b="28592"/>
          <a:stretch>
            <a:fillRect/>
          </a:stretch>
        </p:blipFill>
        <p:spPr>
          <a:xfrm>
            <a:off x="76200" y="3352801"/>
            <a:ext cx="2057400" cy="1979615"/>
          </a:xfrm>
          <a:prstGeom prst="rect">
            <a:avLst/>
          </a:prstGeom>
          <a:ln w="12700">
            <a:miter lim="400000"/>
          </a:ln>
        </p:spPr>
      </p:pic>
      <p:sp>
        <p:nvSpPr>
          <p:cNvPr id="10" name="TextBox 8">
            <a:extLst>
              <a:ext uri="{FF2B5EF4-FFF2-40B4-BE49-F238E27FC236}">
                <a16:creationId xmlns="" xmlns:a16="http://schemas.microsoft.com/office/drawing/2014/main" id="{93711A98-B303-E78D-34AC-04374950E07A}"/>
              </a:ext>
            </a:extLst>
          </p:cNvPr>
          <p:cNvSpPr txBox="1"/>
          <p:nvPr userDrawn="1"/>
        </p:nvSpPr>
        <p:spPr>
          <a:xfrm>
            <a:off x="-30481" y="5257801"/>
            <a:ext cx="2118362" cy="42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p>
            <a:pPr algn="ctr">
              <a:defRPr sz="2900" b="1" spc="-150">
                <a:solidFill>
                  <a:srgbClr val="FFFFFF"/>
                </a:solidFill>
                <a:latin typeface="+mj-lt"/>
                <a:ea typeface="+mj-ea"/>
                <a:cs typeface="+mj-cs"/>
                <a:sym typeface="Arial"/>
              </a:defRPr>
            </a:pPr>
            <a:r>
              <a:rPr sz="2175" dirty="0"/>
              <a:t>BITS</a:t>
            </a:r>
            <a:r>
              <a:rPr sz="2175" b="0" dirty="0"/>
              <a:t> </a:t>
            </a:r>
            <a:r>
              <a:rPr sz="2175" b="0" dirty="0" err="1"/>
              <a:t>Pilani</a:t>
            </a:r>
            <a:endParaRPr sz="2175" b="0" dirty="0"/>
          </a:p>
        </p:txBody>
      </p:sp>
      <p:sp>
        <p:nvSpPr>
          <p:cNvPr id="18" name="Title Text"/>
          <p:cNvSpPr txBox="1">
            <a:spLocks noGrp="1"/>
          </p:cNvSpPr>
          <p:nvPr>
            <p:ph type="title"/>
          </p:nvPr>
        </p:nvSpPr>
        <p:spPr>
          <a:xfrm>
            <a:off x="2667000" y="3898061"/>
            <a:ext cx="6019800" cy="1524000"/>
          </a:xfrm>
          <a:prstGeom prst="rect">
            <a:avLst/>
          </a:prstGeom>
        </p:spPr>
        <p:txBody>
          <a:bodyPr/>
          <a:lstStyle/>
          <a:p>
            <a:r>
              <a:t>Title Text</a:t>
            </a:r>
          </a:p>
        </p:txBody>
      </p:sp>
    </p:spTree>
    <p:extLst>
      <p:ext uri="{BB962C8B-B14F-4D97-AF65-F5344CB8AC3E}">
        <p14:creationId xmlns:p14="http://schemas.microsoft.com/office/powerpoint/2010/main" val="3690455306"/>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3352800"/>
            <a:ext cx="8686800" cy="2743200"/>
          </a:xfrm>
          <a:prstGeom prst="rect">
            <a:avLst/>
          </a:prstGeom>
          <a:solidFill>
            <a:srgbClr val="101141"/>
          </a:solidFill>
          <a:ln w="12700">
            <a:miter lim="400000"/>
          </a:ln>
        </p:spPr>
        <p:txBody>
          <a:bodyPr lIns="34289" rIns="34289" anchor="ctr"/>
          <a:lstStyle/>
          <a:p>
            <a:pPr algn="ctr">
              <a:defRPr>
                <a:solidFill>
                  <a:srgbClr val="FFFFFF"/>
                </a:solidFill>
                <a:latin typeface="+mj-lt"/>
                <a:ea typeface="+mj-ea"/>
                <a:cs typeface="+mj-cs"/>
                <a:sym typeface="Arial"/>
              </a:defRPr>
            </a:pPr>
            <a:endParaRPr sz="1350"/>
          </a:p>
        </p:txBody>
      </p:sp>
      <p:sp>
        <p:nvSpPr>
          <p:cNvPr id="27" name="Rectangle 3"/>
          <p:cNvSpPr/>
          <p:nvPr/>
        </p:nvSpPr>
        <p:spPr>
          <a:xfrm>
            <a:off x="2895600" y="6096000"/>
            <a:ext cx="2895600" cy="7620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28" name="Rectangle 4"/>
          <p:cNvSpPr/>
          <p:nvPr/>
        </p:nvSpPr>
        <p:spPr>
          <a:xfrm>
            <a:off x="0" y="6096000"/>
            <a:ext cx="2895600" cy="7620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29" name="Rectangle 5"/>
          <p:cNvSpPr/>
          <p:nvPr/>
        </p:nvSpPr>
        <p:spPr>
          <a:xfrm>
            <a:off x="5791200" y="6096000"/>
            <a:ext cx="2895600" cy="7620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pic>
        <p:nvPicPr>
          <p:cNvPr id="30" name="Picture 10" descr="Picture 10"/>
          <p:cNvPicPr>
            <a:picLocks noChangeAspect="1"/>
          </p:cNvPicPr>
          <p:nvPr/>
        </p:nvPicPr>
        <p:blipFill>
          <a:blip r:embed="rId3"/>
          <a:srcRect t="2" b="28592"/>
          <a:stretch>
            <a:fillRect/>
          </a:stretch>
        </p:blipFill>
        <p:spPr>
          <a:xfrm>
            <a:off x="76200" y="3352801"/>
            <a:ext cx="2057400" cy="1979615"/>
          </a:xfrm>
          <a:prstGeom prst="rect">
            <a:avLst/>
          </a:prstGeom>
          <a:ln w="12700">
            <a:miter lim="400000"/>
          </a:ln>
        </p:spPr>
      </p:pic>
      <p:sp>
        <p:nvSpPr>
          <p:cNvPr id="31" name="TextBox 8"/>
          <p:cNvSpPr txBox="1"/>
          <p:nvPr/>
        </p:nvSpPr>
        <p:spPr>
          <a:xfrm>
            <a:off x="-30481" y="5257801"/>
            <a:ext cx="2118362" cy="42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p>
            <a:pPr algn="ctr">
              <a:defRPr sz="2900" b="1" spc="-150">
                <a:solidFill>
                  <a:srgbClr val="FFFFFF"/>
                </a:solidFill>
                <a:latin typeface="+mj-lt"/>
                <a:ea typeface="+mj-ea"/>
                <a:cs typeface="+mj-cs"/>
                <a:sym typeface="Arial"/>
              </a:defRPr>
            </a:pPr>
            <a:r>
              <a:rPr sz="2175" dirty="0"/>
              <a:t>BITS</a:t>
            </a:r>
            <a:r>
              <a:rPr sz="2175" b="0" dirty="0"/>
              <a:t> </a:t>
            </a:r>
            <a:r>
              <a:rPr sz="2175" b="0" dirty="0" err="1"/>
              <a:t>Pilani</a:t>
            </a:r>
            <a:endParaRPr sz="2175" b="0" dirty="0"/>
          </a:p>
        </p:txBody>
      </p:sp>
      <p:sp>
        <p:nvSpPr>
          <p:cNvPr id="33" name="Body Level One…"/>
          <p:cNvSpPr txBox="1">
            <a:spLocks noGrp="1"/>
          </p:cNvSpPr>
          <p:nvPr>
            <p:ph type="body" sz="quarter" idx="1"/>
          </p:nvPr>
        </p:nvSpPr>
        <p:spPr>
          <a:xfrm>
            <a:off x="2514600" y="5410200"/>
            <a:ext cx="6019800" cy="533400"/>
          </a:xfrm>
          <a:prstGeom prst="rect">
            <a:avLst/>
          </a:prstGeom>
        </p:spPr>
        <p:txBody>
          <a:bodyPr anchor="b">
            <a:normAutofit/>
          </a:bodyPr>
          <a:lstStyle>
            <a:lvl1pPr marL="0" indent="0" algn="r">
              <a:lnSpc>
                <a:spcPts val="1350"/>
              </a:lnSpc>
              <a:spcBef>
                <a:spcPts val="0"/>
              </a:spcBef>
              <a:buSzTx/>
              <a:buFontTx/>
              <a:buNone/>
              <a:defRPr sz="1350">
                <a:solidFill>
                  <a:srgbClr val="FFFFFF"/>
                </a:solidFill>
              </a:defRPr>
            </a:lvl1pPr>
            <a:lvl2pPr marL="480672" indent="-137772" algn="r">
              <a:lnSpc>
                <a:spcPts val="1350"/>
              </a:lnSpc>
              <a:spcBef>
                <a:spcPts val="0"/>
              </a:spcBef>
              <a:buFontTx/>
              <a:defRPr sz="1350">
                <a:solidFill>
                  <a:srgbClr val="FFFFFF"/>
                </a:solidFill>
              </a:defRPr>
            </a:lvl2pPr>
            <a:lvl3pPr marL="814388" indent="-128588" algn="r">
              <a:lnSpc>
                <a:spcPts val="1350"/>
              </a:lnSpc>
              <a:spcBef>
                <a:spcPts val="0"/>
              </a:spcBef>
              <a:buFontTx/>
              <a:defRPr sz="1350">
                <a:solidFill>
                  <a:srgbClr val="FFFFFF"/>
                </a:solidFill>
              </a:defRPr>
            </a:lvl3pPr>
            <a:lvl4pPr marL="1183004" indent="-154304" algn="r">
              <a:lnSpc>
                <a:spcPts val="1350"/>
              </a:lnSpc>
              <a:spcBef>
                <a:spcPts val="0"/>
              </a:spcBef>
              <a:buFontTx/>
              <a:defRPr sz="1350">
                <a:solidFill>
                  <a:srgbClr val="FFFFFF"/>
                </a:solidFill>
              </a:defRPr>
            </a:lvl4pPr>
            <a:lvl5pPr marL="1525904" indent="-154304" algn="r">
              <a:lnSpc>
                <a:spcPts val="1350"/>
              </a:lnSpc>
              <a:spcBef>
                <a:spcPts val="0"/>
              </a:spcBef>
              <a:buFontTx/>
              <a:defRPr sz="135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3810000"/>
            <a:ext cx="6019800" cy="1524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110094644"/>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42" name="Picture 6" descr="Picture 6"/>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43" name="Rectangle 2"/>
          <p:cNvSpPr/>
          <p:nvPr/>
        </p:nvSpPr>
        <p:spPr>
          <a:xfrm>
            <a:off x="0" y="4281488"/>
            <a:ext cx="9144000" cy="2576512"/>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34289" rIns="34289" anchor="ctr"/>
          <a:lstStyle/>
          <a:p>
            <a:pPr algn="ctr">
              <a:defRPr>
                <a:solidFill>
                  <a:srgbClr val="FFFFFF"/>
                </a:solidFill>
              </a:defRPr>
            </a:pPr>
            <a:endParaRPr sz="1350"/>
          </a:p>
        </p:txBody>
      </p:sp>
      <p:pic>
        <p:nvPicPr>
          <p:cNvPr id="44" name="Picture 8" descr="Picture 8"/>
          <p:cNvPicPr>
            <a:picLocks noChangeAspect="1"/>
          </p:cNvPicPr>
          <p:nvPr/>
        </p:nvPicPr>
        <p:blipFill>
          <a:blip r:embed="rId3"/>
          <a:srcRect t="2677" b="2677"/>
          <a:stretch>
            <a:fillRect/>
          </a:stretch>
        </p:blipFill>
        <p:spPr>
          <a:xfrm>
            <a:off x="6629402" y="1"/>
            <a:ext cx="2193925" cy="692151"/>
          </a:xfrm>
          <a:prstGeom prst="rect">
            <a:avLst/>
          </a:prstGeom>
          <a:ln w="12700">
            <a:miter lim="400000"/>
          </a:ln>
        </p:spPr>
      </p:pic>
      <p:sp>
        <p:nvSpPr>
          <p:cNvPr id="45" name="Rectangle 4"/>
          <p:cNvSpPr/>
          <p:nvPr/>
        </p:nvSpPr>
        <p:spPr>
          <a:xfrm>
            <a:off x="2882900" y="6775451"/>
            <a:ext cx="2895600" cy="7620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46" name="Rectangle 5"/>
          <p:cNvSpPr/>
          <p:nvPr/>
        </p:nvSpPr>
        <p:spPr>
          <a:xfrm>
            <a:off x="-12700" y="6775451"/>
            <a:ext cx="2895600" cy="7620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47" name="Rectangle 6"/>
          <p:cNvSpPr/>
          <p:nvPr/>
        </p:nvSpPr>
        <p:spPr>
          <a:xfrm>
            <a:off x="5778500" y="6775451"/>
            <a:ext cx="2895600" cy="7620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sp>
        <p:nvSpPr>
          <p:cNvPr id="48" name="TextBox 7"/>
          <p:cNvSpPr txBox="1"/>
          <p:nvPr/>
        </p:nvSpPr>
        <p:spPr>
          <a:xfrm>
            <a:off x="6903720" y="762001"/>
            <a:ext cx="2118362" cy="42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p>
            <a:pPr algn="ctr">
              <a:defRPr sz="2900" b="1" spc="-150">
                <a:solidFill>
                  <a:srgbClr val="FFFFFF"/>
                </a:solidFill>
                <a:latin typeface="+mj-lt"/>
                <a:ea typeface="+mj-ea"/>
                <a:cs typeface="+mj-cs"/>
                <a:sym typeface="Arial"/>
              </a:defRPr>
            </a:pPr>
            <a:r>
              <a:rPr sz="2175"/>
              <a:t>BITS</a:t>
            </a:r>
            <a:r>
              <a:rPr sz="2175" b="0"/>
              <a:t> Pilani</a:t>
            </a:r>
          </a:p>
        </p:txBody>
      </p:sp>
      <p:sp>
        <p:nvSpPr>
          <p:cNvPr id="50" name="Body Level One…"/>
          <p:cNvSpPr txBox="1">
            <a:spLocks noGrp="1"/>
          </p:cNvSpPr>
          <p:nvPr>
            <p:ph type="body" sz="half" idx="1"/>
          </p:nvPr>
        </p:nvSpPr>
        <p:spPr>
          <a:xfrm>
            <a:off x="304800" y="4648200"/>
            <a:ext cx="8458200" cy="1600200"/>
          </a:xfrm>
          <a:prstGeom prst="rect">
            <a:avLst/>
          </a:prstGeom>
        </p:spPr>
        <p:txBody>
          <a:bodyPr>
            <a:normAutofit/>
          </a:bodyPr>
          <a:lstStyle>
            <a:lvl1pPr marL="0" indent="0">
              <a:lnSpc>
                <a:spcPts val="3150"/>
              </a:lnSpc>
              <a:spcBef>
                <a:spcPts val="0"/>
              </a:spcBef>
              <a:buSzTx/>
              <a:buFontTx/>
              <a:buNone/>
              <a:defRPr sz="3000" b="1" spc="-113"/>
            </a:lvl1pPr>
            <a:lvl2pPr marL="649061" indent="-306161">
              <a:lnSpc>
                <a:spcPts val="3150"/>
              </a:lnSpc>
              <a:spcBef>
                <a:spcPts val="0"/>
              </a:spcBef>
              <a:buFontTx/>
              <a:defRPr sz="3000" b="1" spc="-113"/>
            </a:lvl2pPr>
            <a:lvl3pPr marL="971550" indent="-285750">
              <a:lnSpc>
                <a:spcPts val="3150"/>
              </a:lnSpc>
              <a:spcBef>
                <a:spcPts val="0"/>
              </a:spcBef>
              <a:buFontTx/>
              <a:defRPr sz="3000" b="1" spc="-113"/>
            </a:lvl3pPr>
            <a:lvl4pPr marL="1371600" indent="-342900">
              <a:lnSpc>
                <a:spcPts val="3150"/>
              </a:lnSpc>
              <a:spcBef>
                <a:spcPts val="0"/>
              </a:spcBef>
              <a:buFontTx/>
              <a:defRPr sz="3000" b="1" spc="-113"/>
            </a:lvl4pPr>
            <a:lvl5pPr marL="1714500" indent="-342900">
              <a:lnSpc>
                <a:spcPts val="3150"/>
              </a:lnSpc>
              <a:spcBef>
                <a:spcPts val="0"/>
              </a:spcBef>
              <a:buFontTx/>
              <a:defRPr sz="3000" b="1" spc="-113"/>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66085771"/>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 xmlns:a16="http://schemas.microsoft.com/office/drawing/2014/main" id="{63D8738E-0221-4D62-B029-49DE045C1179}"/>
              </a:ext>
            </a:extLst>
          </p:cNvPr>
          <p:cNvGrpSpPr/>
          <p:nvPr userDrawn="1"/>
        </p:nvGrpSpPr>
        <p:grpSpPr>
          <a:xfrm>
            <a:off x="-59470" y="-641100"/>
            <a:ext cx="9267429" cy="8253819"/>
            <a:chOff x="-59470" y="-641099"/>
            <a:chExt cx="9267429" cy="8253818"/>
          </a:xfrm>
        </p:grpSpPr>
        <p:pic>
          <p:nvPicPr>
            <p:cNvPr id="23" name="Graphic 22">
              <a:extLst>
                <a:ext uri="{FF2B5EF4-FFF2-40B4-BE49-F238E27FC236}">
                  <a16:creationId xmlns="" xmlns:a16="http://schemas.microsoft.com/office/drawing/2014/main" id="{6FB9BF06-D4F4-462B-8CAF-F7AA8C4CBC1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 xmlns:a16="http://schemas.microsoft.com/office/drawing/2014/main" id="{E7369A73-8C94-4131-B664-BDA73406BED4}"/>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 xmlns:a16="http://schemas.microsoft.com/office/drawing/2014/main" id="{940D2137-4506-475E-BDBD-01C8F9AB32A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26" name="Graphic 25">
              <a:extLst>
                <a:ext uri="{FF2B5EF4-FFF2-40B4-BE49-F238E27FC236}">
                  <a16:creationId xmlns="" xmlns:a16="http://schemas.microsoft.com/office/drawing/2014/main" id="{C9477889-6CB3-410D-8BC9-E4C3C6185923}"/>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27" name="Graphic 26">
              <a:extLst>
                <a:ext uri="{FF2B5EF4-FFF2-40B4-BE49-F238E27FC236}">
                  <a16:creationId xmlns="" xmlns:a16="http://schemas.microsoft.com/office/drawing/2014/main" id="{5359F3D2-27DE-4C2B-9063-2466CC0C13CD}"/>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grpSp>
          <p:nvGrpSpPr>
            <p:cNvPr id="28" name="Group 27">
              <a:extLst>
                <a:ext uri="{FF2B5EF4-FFF2-40B4-BE49-F238E27FC236}">
                  <a16:creationId xmlns="" xmlns:a16="http://schemas.microsoft.com/office/drawing/2014/main" id="{9E9826F6-77EC-4995-BFD7-0318A680BA1A}"/>
                </a:ext>
              </a:extLst>
            </p:cNvPr>
            <p:cNvGrpSpPr/>
            <p:nvPr userDrawn="1"/>
          </p:nvGrpSpPr>
          <p:grpSpPr>
            <a:xfrm>
              <a:off x="0" y="0"/>
              <a:ext cx="9144001" cy="6815354"/>
              <a:chOff x="0" y="0"/>
              <a:chExt cx="9144001" cy="6815354"/>
            </a:xfrm>
          </p:grpSpPr>
          <p:grpSp>
            <p:nvGrpSpPr>
              <p:cNvPr id="46" name="Group 6">
                <a:extLst>
                  <a:ext uri="{FF2B5EF4-FFF2-40B4-BE49-F238E27FC236}">
                    <a16:creationId xmlns=""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7">
                  <a:extLst>
                    <a:ext uri="{FF2B5EF4-FFF2-40B4-BE49-F238E27FC236}">
                      <a16:creationId xmlns=""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8">
                  <a:extLst>
                    <a:ext uri="{FF2B5EF4-FFF2-40B4-BE49-F238E27FC236}">
                      <a16:creationId xmlns=""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7" name="Group 10">
                <a:extLst>
                  <a:ext uri="{FF2B5EF4-FFF2-40B4-BE49-F238E27FC236}">
                    <a16:creationId xmlns=""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1" name="Rectangle 11">
                  <a:extLst>
                    <a:ext uri="{FF2B5EF4-FFF2-40B4-BE49-F238E27FC236}">
                      <a16:creationId xmlns=""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2" name="Rectangle 12">
                  <a:extLst>
                    <a:ext uri="{FF2B5EF4-FFF2-40B4-BE49-F238E27FC236}">
                      <a16:creationId xmlns=""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48" name="Picture 14" descr="Picture 14">
                <a:extLst>
                  <a:ext uri="{FF2B5EF4-FFF2-40B4-BE49-F238E27FC236}">
                    <a16:creationId xmlns="" xmlns:a16="http://schemas.microsoft.com/office/drawing/2014/main" id="{5DC18BF1-5331-4F2F-A174-787311906D18}"/>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 xmlns:a16="http://schemas.microsoft.com/office/drawing/2014/main" id="{BA5796A7-03C0-4F17-B86D-A3B33F3BC2CE}"/>
                  </a:ext>
                </a:extLst>
              </p:cNvPr>
              <p:cNvSpPr txBox="1"/>
              <p:nvPr userDrawn="1"/>
            </p:nvSpPr>
            <p:spPr>
              <a:xfrm>
                <a:off x="3322319" y="6596063"/>
                <a:ext cx="5775962" cy="219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29" name="Graphic 28">
              <a:extLst>
                <a:ext uri="{FF2B5EF4-FFF2-40B4-BE49-F238E27FC236}">
                  <a16:creationId xmlns="" xmlns:a16="http://schemas.microsoft.com/office/drawing/2014/main" id="{8C31F058-777D-4D47-AD29-CC17547B0262}"/>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3810002" y="2493406"/>
              <a:ext cx="1523997" cy="1523997"/>
            </a:xfrm>
            <a:prstGeom prst="rect">
              <a:avLst/>
            </a:prstGeom>
          </p:spPr>
        </p:pic>
      </p:grpSp>
      <p:sp>
        <p:nvSpPr>
          <p:cNvPr id="100"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514350">
              <a:lnSpc>
                <a:spcPts val="2700"/>
              </a:lnSpc>
              <a:spcBef>
                <a:spcPts val="0"/>
              </a:spcBef>
              <a:buSzTx/>
              <a:buFontTx/>
              <a:buNone/>
              <a:defRPr sz="2700" b="1" spc="-113"/>
            </a:lvl1pPr>
            <a:lvl2pPr marL="618444" indent="-275544">
              <a:lnSpc>
                <a:spcPts val="2700"/>
              </a:lnSpc>
              <a:spcBef>
                <a:spcPts val="0"/>
              </a:spcBef>
              <a:buFontTx/>
              <a:defRPr sz="2700" b="1" spc="-113"/>
            </a:lvl2pPr>
            <a:lvl3pPr marL="942975" indent="-257175">
              <a:lnSpc>
                <a:spcPts val="2700"/>
              </a:lnSpc>
              <a:spcBef>
                <a:spcPts val="0"/>
              </a:spcBef>
              <a:buFontTx/>
              <a:defRPr sz="2700" b="1" spc="-113"/>
            </a:lvl3pPr>
            <a:lvl4pPr marL="1337309" indent="-308609">
              <a:lnSpc>
                <a:spcPts val="2700"/>
              </a:lnSpc>
              <a:spcBef>
                <a:spcPts val="0"/>
              </a:spcBef>
              <a:buFontTx/>
              <a:defRPr sz="2700" b="1" spc="-113"/>
            </a:lvl4pPr>
            <a:lvl5pPr marL="1680209" indent="-308609">
              <a:lnSpc>
                <a:spcPts val="2700"/>
              </a:lnSpc>
              <a:spcBef>
                <a:spcPts val="0"/>
              </a:spcBef>
              <a:buFontTx/>
              <a:defRPr sz="2700" b="1" spc="-113"/>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03441778"/>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 xmlns:a16="http://schemas.microsoft.com/office/drawing/2014/main" id="{FFD8716B-A31C-47B4-A0C5-7548CDD430C6}"/>
              </a:ext>
            </a:extLst>
          </p:cNvPr>
          <p:cNvGrpSpPr/>
          <p:nvPr userDrawn="1"/>
        </p:nvGrpSpPr>
        <p:grpSpPr>
          <a:xfrm>
            <a:off x="-59470" y="-641100"/>
            <a:ext cx="9267429" cy="8253819"/>
            <a:chOff x="-59470" y="-641099"/>
            <a:chExt cx="9267429" cy="8253818"/>
          </a:xfrm>
        </p:grpSpPr>
        <p:pic>
          <p:nvPicPr>
            <p:cNvPr id="23" name="Graphic 22">
              <a:extLst>
                <a:ext uri="{FF2B5EF4-FFF2-40B4-BE49-F238E27FC236}">
                  <a16:creationId xmlns="" xmlns:a16="http://schemas.microsoft.com/office/drawing/2014/main" id="{5680844E-99C5-4EC4-B180-E92A11973980}"/>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 xmlns:a16="http://schemas.microsoft.com/office/drawing/2014/main" id="{3DF246C4-7681-40D2-BD7F-05D1FC48F1E5}"/>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 xmlns:a16="http://schemas.microsoft.com/office/drawing/2014/main" id="{1C3A5CD5-E5A4-4ACE-A91A-27B1E844C52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 xmlns:a16="http://schemas.microsoft.com/office/drawing/2014/main" id="{9469C547-61A0-45EB-B6FA-25B60785AFA3}"/>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45" name="Graphic 44">
              <a:extLst>
                <a:ext uri="{FF2B5EF4-FFF2-40B4-BE49-F238E27FC236}">
                  <a16:creationId xmlns="" xmlns:a16="http://schemas.microsoft.com/office/drawing/2014/main" id="{217C0F69-5C4A-46A1-81DF-1368943C8595}"/>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 xmlns:a16="http://schemas.microsoft.com/office/drawing/2014/main" id="{5F7D3B5F-9C84-4CDD-ADC5-1C7AEA7FFA30}"/>
                </a:ext>
              </a:extLst>
            </p:cNvPr>
            <p:cNvGrpSpPr/>
            <p:nvPr userDrawn="1"/>
          </p:nvGrpSpPr>
          <p:grpSpPr>
            <a:xfrm>
              <a:off x="0" y="0"/>
              <a:ext cx="9144001" cy="6815354"/>
              <a:chOff x="0" y="0"/>
              <a:chExt cx="9144001" cy="6815354"/>
            </a:xfrm>
          </p:grpSpPr>
          <p:grpSp>
            <p:nvGrpSpPr>
              <p:cNvPr id="48" name="Group 6">
                <a:extLst>
                  <a:ext uri="{FF2B5EF4-FFF2-40B4-BE49-F238E27FC236}">
                    <a16:creationId xmlns="" xmlns:a16="http://schemas.microsoft.com/office/drawing/2014/main" id="{94E0EC27-CD44-4116-BDFE-8C07A845F21D}"/>
                  </a:ext>
                </a:extLst>
              </p:cNvPr>
              <p:cNvGrpSpPr/>
              <p:nvPr userDrawn="1"/>
            </p:nvGrpSpPr>
            <p:grpSpPr>
              <a:xfrm>
                <a:off x="0" y="1295400"/>
                <a:ext cx="7010401" cy="46038"/>
                <a:chOff x="0" y="0"/>
                <a:chExt cx="7010400" cy="46037"/>
              </a:xfrm>
            </p:grpSpPr>
            <p:sp>
              <p:nvSpPr>
                <p:cNvPr id="55" name="Rectangle 6">
                  <a:extLst>
                    <a:ext uri="{FF2B5EF4-FFF2-40B4-BE49-F238E27FC236}">
                      <a16:creationId xmlns="" xmlns:a16="http://schemas.microsoft.com/office/drawing/2014/main" id="{A6BF9062-0344-4685-A2A4-47E7FFFD7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6" name="Rectangle 7">
                  <a:extLst>
                    <a:ext uri="{FF2B5EF4-FFF2-40B4-BE49-F238E27FC236}">
                      <a16:creationId xmlns="" xmlns:a16="http://schemas.microsoft.com/office/drawing/2014/main" id="{64025BE1-99DE-43D5-BA61-5EE12DD7C1C7}"/>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8">
                  <a:extLst>
                    <a:ext uri="{FF2B5EF4-FFF2-40B4-BE49-F238E27FC236}">
                      <a16:creationId xmlns="" xmlns:a16="http://schemas.microsoft.com/office/drawing/2014/main" id="{074D5DEA-390A-4108-83CB-EE96445CE40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9" name="Group 10">
                <a:extLst>
                  <a:ext uri="{FF2B5EF4-FFF2-40B4-BE49-F238E27FC236}">
                    <a16:creationId xmlns="" xmlns:a16="http://schemas.microsoft.com/office/drawing/2014/main" id="{552E09F6-519C-4756-9EA7-45D6DCBE310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 xmlns:a16="http://schemas.microsoft.com/office/drawing/2014/main" id="{F6963B12-636B-4383-B53F-0920A9A2D2A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3" name="Rectangle 11">
                  <a:extLst>
                    <a:ext uri="{FF2B5EF4-FFF2-40B4-BE49-F238E27FC236}">
                      <a16:creationId xmlns="" xmlns:a16="http://schemas.microsoft.com/office/drawing/2014/main" id="{6D65AAF7-65CB-490D-AE4C-56EB3A380F6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2">
                  <a:extLst>
                    <a:ext uri="{FF2B5EF4-FFF2-40B4-BE49-F238E27FC236}">
                      <a16:creationId xmlns="" xmlns:a16="http://schemas.microsoft.com/office/drawing/2014/main" id="{82692E83-6BB2-4F17-81B3-5FB0B92EA780}"/>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0" name="Picture 14" descr="Picture 14">
                <a:extLst>
                  <a:ext uri="{FF2B5EF4-FFF2-40B4-BE49-F238E27FC236}">
                    <a16:creationId xmlns="" xmlns:a16="http://schemas.microsoft.com/office/drawing/2014/main" id="{70822080-A35E-497B-A345-0B4F6B3CEC34}"/>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 xmlns:a16="http://schemas.microsoft.com/office/drawing/2014/main" id="{35FF49B6-322B-45EA-ADB7-89C68BCD8C5E}"/>
                  </a:ext>
                </a:extLst>
              </p:cNvPr>
              <p:cNvSpPr txBox="1"/>
              <p:nvPr userDrawn="1"/>
            </p:nvSpPr>
            <p:spPr>
              <a:xfrm>
                <a:off x="3322319" y="6596063"/>
                <a:ext cx="5775962" cy="219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7" name="Graphic 46">
              <a:extLst>
                <a:ext uri="{FF2B5EF4-FFF2-40B4-BE49-F238E27FC236}">
                  <a16:creationId xmlns="" xmlns:a16="http://schemas.microsoft.com/office/drawing/2014/main" id="{5201B7A3-E0CF-49C7-BCF5-6D53993FB453}"/>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3810002" y="2493406"/>
              <a:ext cx="1523997" cy="1523997"/>
            </a:xfrm>
            <a:prstGeom prst="rect">
              <a:avLst/>
            </a:prstGeom>
          </p:spPr>
        </p:pic>
      </p:grpSp>
      <p:sp>
        <p:nvSpPr>
          <p:cNvPr id="147" name="Body Level One…"/>
          <p:cNvSpPr txBox="1">
            <a:spLocks noGrp="1"/>
          </p:cNvSpPr>
          <p:nvPr>
            <p:ph type="body" sz="half" idx="1"/>
          </p:nvPr>
        </p:nvSpPr>
        <p:spPr>
          <a:xfrm>
            <a:off x="4953000" y="1600201"/>
            <a:ext cx="4038600" cy="4525963"/>
          </a:xfrm>
          <a:prstGeom prst="rect">
            <a:avLst/>
          </a:prstGeom>
        </p:spPr>
        <p:txBody>
          <a:bodyPr>
            <a:normAutofit/>
          </a:bodyPr>
          <a:lstStyle>
            <a:lvl1pPr>
              <a:spcBef>
                <a:spcPts val="450"/>
              </a:spcBef>
              <a:buSzTx/>
              <a:buFontTx/>
              <a:buNone/>
              <a:defRPr sz="2100"/>
            </a:lvl1pPr>
            <a:lvl2pPr marL="717947" indent="-375047">
              <a:spcBef>
                <a:spcPts val="450"/>
              </a:spcBef>
              <a:buFontTx/>
              <a:defRPr sz="2100"/>
            </a:lvl2pPr>
            <a:lvl3pPr marL="925829" indent="-240029">
              <a:spcBef>
                <a:spcPts val="450"/>
              </a:spcBef>
              <a:buFontTx/>
              <a:defRPr sz="2100"/>
            </a:lvl3pPr>
            <a:lvl4pPr marL="1295400" indent="-266700">
              <a:spcBef>
                <a:spcPts val="450"/>
              </a:spcBef>
              <a:buFontTx/>
              <a:defRPr sz="2100"/>
            </a:lvl4pPr>
            <a:lvl5pPr marL="1638300" indent="-266700">
              <a:spcBef>
                <a:spcPts val="450"/>
              </a:spcBef>
              <a:buFontTx/>
              <a:defRPr sz="21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45883390"/>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 xmlns:a16="http://schemas.microsoft.com/office/drawing/2014/main" id="{83C6F3F4-5751-43BB-8C7D-E213EC59F5AA}"/>
              </a:ext>
            </a:extLst>
          </p:cNvPr>
          <p:cNvGrpSpPr/>
          <p:nvPr userDrawn="1"/>
        </p:nvGrpSpPr>
        <p:grpSpPr>
          <a:xfrm>
            <a:off x="-59470" y="-641100"/>
            <a:ext cx="9267429" cy="8253819"/>
            <a:chOff x="-59470" y="-641099"/>
            <a:chExt cx="9267429" cy="8253818"/>
          </a:xfrm>
        </p:grpSpPr>
        <p:pic>
          <p:nvPicPr>
            <p:cNvPr id="24" name="Graphic 23">
              <a:extLst>
                <a:ext uri="{FF2B5EF4-FFF2-40B4-BE49-F238E27FC236}">
                  <a16:creationId xmlns="" xmlns:a16="http://schemas.microsoft.com/office/drawing/2014/main" id="{3100B7FA-AEEE-4B3E-BF82-561149B2BC1F}"/>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 xmlns:a16="http://schemas.microsoft.com/office/drawing/2014/main" id="{CA1F78BE-6A45-4BEE-B3D7-5B27F29777F5}"/>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 xmlns:a16="http://schemas.microsoft.com/office/drawing/2014/main" id="{4F972F80-0475-4E37-81F3-DF25FE0B49AF}"/>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 xmlns:a16="http://schemas.microsoft.com/office/drawing/2014/main" id="{0C8BCD8D-488C-4254-8236-C54B886306BA}"/>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46" name="Graphic 45">
              <a:extLst>
                <a:ext uri="{FF2B5EF4-FFF2-40B4-BE49-F238E27FC236}">
                  <a16:creationId xmlns="" xmlns:a16="http://schemas.microsoft.com/office/drawing/2014/main" id="{2EDFD120-14DA-495A-8AED-AED69AF6823E}"/>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 xmlns:a16="http://schemas.microsoft.com/office/drawing/2014/main" id="{B2740D71-E14A-4547-9EF5-592B9A01A999}"/>
                </a:ext>
              </a:extLst>
            </p:cNvPr>
            <p:cNvGrpSpPr/>
            <p:nvPr userDrawn="1"/>
          </p:nvGrpSpPr>
          <p:grpSpPr>
            <a:xfrm>
              <a:off x="0" y="0"/>
              <a:ext cx="9144001" cy="6815354"/>
              <a:chOff x="0" y="0"/>
              <a:chExt cx="9144001" cy="6815354"/>
            </a:xfrm>
          </p:grpSpPr>
          <p:grpSp>
            <p:nvGrpSpPr>
              <p:cNvPr id="49" name="Group 6">
                <a:extLst>
                  <a:ext uri="{FF2B5EF4-FFF2-40B4-BE49-F238E27FC236}">
                    <a16:creationId xmlns="" xmlns:a16="http://schemas.microsoft.com/office/drawing/2014/main" id="{20AE3508-2CAE-49F6-9380-FEBEC6AE18A1}"/>
                  </a:ext>
                </a:extLst>
              </p:cNvPr>
              <p:cNvGrpSpPr/>
              <p:nvPr userDrawn="1"/>
            </p:nvGrpSpPr>
            <p:grpSpPr>
              <a:xfrm>
                <a:off x="0" y="1295400"/>
                <a:ext cx="7010401" cy="46038"/>
                <a:chOff x="0" y="0"/>
                <a:chExt cx="7010400" cy="46037"/>
              </a:xfrm>
            </p:grpSpPr>
            <p:sp>
              <p:nvSpPr>
                <p:cNvPr id="56" name="Rectangle 6">
                  <a:extLst>
                    <a:ext uri="{FF2B5EF4-FFF2-40B4-BE49-F238E27FC236}">
                      <a16:creationId xmlns="" xmlns:a16="http://schemas.microsoft.com/office/drawing/2014/main" id="{24132926-3854-4E73-9F61-FFAE5A7A1A47}"/>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7">
                  <a:extLst>
                    <a:ext uri="{FF2B5EF4-FFF2-40B4-BE49-F238E27FC236}">
                      <a16:creationId xmlns="" xmlns:a16="http://schemas.microsoft.com/office/drawing/2014/main" id="{62E95AD1-C80F-4E74-A9C5-D34DE62DE82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8" name="Rectangle 8">
                  <a:extLst>
                    <a:ext uri="{FF2B5EF4-FFF2-40B4-BE49-F238E27FC236}">
                      <a16:creationId xmlns="" xmlns:a16="http://schemas.microsoft.com/office/drawing/2014/main" id="{CCFFD9FF-0E13-4ACB-BF93-17B024793B9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50" name="Group 10">
                <a:extLst>
                  <a:ext uri="{FF2B5EF4-FFF2-40B4-BE49-F238E27FC236}">
                    <a16:creationId xmlns="" xmlns:a16="http://schemas.microsoft.com/office/drawing/2014/main" id="{0D855871-BE12-498A-AB58-46EF62159C4F}"/>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 xmlns:a16="http://schemas.microsoft.com/office/drawing/2014/main" id="{C977D99F-D1F8-45A3-ADF9-564B6E2C3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1">
                  <a:extLst>
                    <a:ext uri="{FF2B5EF4-FFF2-40B4-BE49-F238E27FC236}">
                      <a16:creationId xmlns="" xmlns:a16="http://schemas.microsoft.com/office/drawing/2014/main" id="{31017A24-6422-4F19-B9AA-92767E4CE1B0}"/>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12">
                  <a:extLst>
                    <a:ext uri="{FF2B5EF4-FFF2-40B4-BE49-F238E27FC236}">
                      <a16:creationId xmlns="" xmlns:a16="http://schemas.microsoft.com/office/drawing/2014/main" id="{9653E56F-820B-4B37-B055-A3C49FF7E2F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1" name="Picture 14" descr="Picture 14">
                <a:extLst>
                  <a:ext uri="{FF2B5EF4-FFF2-40B4-BE49-F238E27FC236}">
                    <a16:creationId xmlns="" xmlns:a16="http://schemas.microsoft.com/office/drawing/2014/main" id="{E9AFB7EB-F4A0-4F61-B3FC-95170197BC58}"/>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 xmlns:a16="http://schemas.microsoft.com/office/drawing/2014/main" id="{0A56C53E-F093-4235-B0C3-8FDF84D95BFF}"/>
                  </a:ext>
                </a:extLst>
              </p:cNvPr>
              <p:cNvSpPr txBox="1"/>
              <p:nvPr userDrawn="1"/>
            </p:nvSpPr>
            <p:spPr>
              <a:xfrm>
                <a:off x="3322319" y="6596063"/>
                <a:ext cx="5775962" cy="219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8" name="Graphic 47">
              <a:extLst>
                <a:ext uri="{FF2B5EF4-FFF2-40B4-BE49-F238E27FC236}">
                  <a16:creationId xmlns="" xmlns:a16="http://schemas.microsoft.com/office/drawing/2014/main" id="{B0F0EE30-1431-48B8-8A47-F3CED9AB2925}"/>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3810002" y="2493406"/>
              <a:ext cx="1523997" cy="1523997"/>
            </a:xfrm>
            <a:prstGeom prst="rect">
              <a:avLst/>
            </a:prstGeom>
          </p:spPr>
        </p:pic>
      </p:grpSp>
      <p:sp>
        <p:nvSpPr>
          <p:cNvPr id="194" name="Body Level One…"/>
          <p:cNvSpPr txBox="1">
            <a:spLocks noGrp="1"/>
          </p:cNvSpPr>
          <p:nvPr>
            <p:ph type="body" sz="quarter" idx="1"/>
          </p:nvPr>
        </p:nvSpPr>
        <p:spPr>
          <a:xfrm>
            <a:off x="457200" y="1535112"/>
            <a:ext cx="4040188" cy="827088"/>
          </a:xfrm>
          <a:prstGeom prst="rect">
            <a:avLst/>
          </a:prstGeom>
        </p:spPr>
        <p:txBody>
          <a:bodyPr anchor="b">
            <a:normAutofit/>
          </a:bodyPr>
          <a:lstStyle>
            <a:lvl1pPr marL="0" indent="0">
              <a:spcBef>
                <a:spcPts val="375"/>
              </a:spcBef>
              <a:buSzTx/>
              <a:buFontTx/>
              <a:buNone/>
              <a:defRPr sz="1800" b="1"/>
            </a:lvl1pPr>
            <a:lvl2pPr marL="0" indent="342900">
              <a:spcBef>
                <a:spcPts val="375"/>
              </a:spcBef>
              <a:buSzTx/>
              <a:buFontTx/>
              <a:buNone/>
              <a:defRPr sz="1800" b="1"/>
            </a:lvl2pPr>
            <a:lvl3pPr marL="0" indent="685800">
              <a:spcBef>
                <a:spcPts val="375"/>
              </a:spcBef>
              <a:buSzTx/>
              <a:buFontTx/>
              <a:buNone/>
              <a:defRPr sz="1800" b="1"/>
            </a:lvl3pPr>
            <a:lvl4pPr marL="0" indent="1028700">
              <a:spcBef>
                <a:spcPts val="375"/>
              </a:spcBef>
              <a:buSzTx/>
              <a:buFontTx/>
              <a:buNone/>
              <a:defRPr sz="1800" b="1"/>
            </a:lvl4pPr>
            <a:lvl5pPr marL="0" indent="1371600">
              <a:spcBef>
                <a:spcPts val="375"/>
              </a:spcBef>
              <a:buSzTx/>
              <a:buFontTx/>
              <a:buNone/>
              <a:defRPr sz="18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7" y="1535112"/>
            <a:ext cx="4041775" cy="827088"/>
          </a:xfrm>
          <a:prstGeom prst="rect">
            <a:avLst/>
          </a:prstGeom>
        </p:spPr>
        <p:txBody>
          <a:bodyPr anchor="b">
            <a:normAutofit/>
          </a:bodyPr>
          <a:lstStyle>
            <a:lvl1pPr marL="0" indent="0">
              <a:spcBef>
                <a:spcPts val="500"/>
              </a:spcBef>
              <a:buSzTx/>
              <a:buFontTx/>
              <a:buNone/>
              <a:defRPr sz="2400" b="1"/>
            </a:lvl1p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911457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alpha val="72000"/>
          </a:srgbClr>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 xmlns:a16="http://schemas.microsoft.com/office/drawing/2014/main" id="{DD5745CB-06AA-4B81-957F-FB40813E1114}"/>
              </a:ext>
            </a:extLst>
          </p:cNvPr>
          <p:cNvGrpSpPr/>
          <p:nvPr userDrawn="1"/>
        </p:nvGrpSpPr>
        <p:grpSpPr>
          <a:xfrm>
            <a:off x="-59470" y="-641100"/>
            <a:ext cx="9267429" cy="8253819"/>
            <a:chOff x="-59470" y="-641099"/>
            <a:chExt cx="9267429" cy="8253818"/>
          </a:xfrm>
        </p:grpSpPr>
        <p:pic>
          <p:nvPicPr>
            <p:cNvPr id="23" name="Graphic 22">
              <a:extLst>
                <a:ext uri="{FF2B5EF4-FFF2-40B4-BE49-F238E27FC236}">
                  <a16:creationId xmlns="" xmlns:a16="http://schemas.microsoft.com/office/drawing/2014/main" id="{9CF6619D-D89D-4695-84F2-4D14B9CE5CB3}"/>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 xmlns:a16="http://schemas.microsoft.com/office/drawing/2014/main" id="{3F684C8C-B74B-40AF-ABA0-D16347257251}"/>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 xmlns:a16="http://schemas.microsoft.com/office/drawing/2014/main" id="{9347B43F-FF3F-4A48-9060-6D5ED0C6A56D}"/>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 xmlns:a16="http://schemas.microsoft.com/office/drawing/2014/main" id="{E002E591-4F7B-48A9-9F72-9E4DE09C2B34}"/>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45" name="Graphic 44">
              <a:extLst>
                <a:ext uri="{FF2B5EF4-FFF2-40B4-BE49-F238E27FC236}">
                  <a16:creationId xmlns="" xmlns:a16="http://schemas.microsoft.com/office/drawing/2014/main" id="{09B02342-AE14-4FD7-923C-6D9B53B91601}"/>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 xmlns:a16="http://schemas.microsoft.com/office/drawing/2014/main" id="{12F6725C-53D2-4236-87F9-62DF3413A481}"/>
                </a:ext>
              </a:extLst>
            </p:cNvPr>
            <p:cNvGrpSpPr/>
            <p:nvPr userDrawn="1"/>
          </p:nvGrpSpPr>
          <p:grpSpPr>
            <a:xfrm>
              <a:off x="0" y="0"/>
              <a:ext cx="9144001" cy="6815354"/>
              <a:chOff x="0" y="0"/>
              <a:chExt cx="9144001" cy="6815354"/>
            </a:xfrm>
          </p:grpSpPr>
          <p:grpSp>
            <p:nvGrpSpPr>
              <p:cNvPr id="48" name="Group 6">
                <a:extLst>
                  <a:ext uri="{FF2B5EF4-FFF2-40B4-BE49-F238E27FC236}">
                    <a16:creationId xmlns="" xmlns:a16="http://schemas.microsoft.com/office/drawing/2014/main" id="{5D5570D8-518F-4A65-AB4C-10057F149106}"/>
                  </a:ext>
                </a:extLst>
              </p:cNvPr>
              <p:cNvGrpSpPr/>
              <p:nvPr userDrawn="1"/>
            </p:nvGrpSpPr>
            <p:grpSpPr>
              <a:xfrm>
                <a:off x="0" y="1295400"/>
                <a:ext cx="7010401" cy="46038"/>
                <a:chOff x="0" y="0"/>
                <a:chExt cx="7010400" cy="46037"/>
              </a:xfrm>
            </p:grpSpPr>
            <p:sp>
              <p:nvSpPr>
                <p:cNvPr id="55" name="Rectangle 6">
                  <a:extLst>
                    <a:ext uri="{FF2B5EF4-FFF2-40B4-BE49-F238E27FC236}">
                      <a16:creationId xmlns="" xmlns:a16="http://schemas.microsoft.com/office/drawing/2014/main" id="{F8BC0A35-0293-4229-B935-BFF81052072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6" name="Rectangle 7">
                  <a:extLst>
                    <a:ext uri="{FF2B5EF4-FFF2-40B4-BE49-F238E27FC236}">
                      <a16:creationId xmlns="" xmlns:a16="http://schemas.microsoft.com/office/drawing/2014/main" id="{F86283D0-4A1E-43CD-B49A-B5DEF391613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8">
                  <a:extLst>
                    <a:ext uri="{FF2B5EF4-FFF2-40B4-BE49-F238E27FC236}">
                      <a16:creationId xmlns="" xmlns:a16="http://schemas.microsoft.com/office/drawing/2014/main" id="{21009D49-5D49-47D3-9581-2B06B0F95B53}"/>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9" name="Group 10">
                <a:extLst>
                  <a:ext uri="{FF2B5EF4-FFF2-40B4-BE49-F238E27FC236}">
                    <a16:creationId xmlns="" xmlns:a16="http://schemas.microsoft.com/office/drawing/2014/main" id="{F6AC508B-8E77-4674-8422-3B4DA12D07F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 xmlns:a16="http://schemas.microsoft.com/office/drawing/2014/main" id="{EF35E278-0085-4428-A96D-7CA4168C754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3" name="Rectangle 11">
                  <a:extLst>
                    <a:ext uri="{FF2B5EF4-FFF2-40B4-BE49-F238E27FC236}">
                      <a16:creationId xmlns="" xmlns:a16="http://schemas.microsoft.com/office/drawing/2014/main" id="{476F634D-3AEE-4698-B03A-21206F97095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2">
                  <a:extLst>
                    <a:ext uri="{FF2B5EF4-FFF2-40B4-BE49-F238E27FC236}">
                      <a16:creationId xmlns="" xmlns:a16="http://schemas.microsoft.com/office/drawing/2014/main" id="{3EC4A554-78FE-4858-9D34-5D12D86AB4F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0" name="Picture 14" descr="Picture 14">
                <a:extLst>
                  <a:ext uri="{FF2B5EF4-FFF2-40B4-BE49-F238E27FC236}">
                    <a16:creationId xmlns="" xmlns:a16="http://schemas.microsoft.com/office/drawing/2014/main" id="{D53E0125-E6C8-4170-8576-A8B945924E84}"/>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 xmlns:a16="http://schemas.microsoft.com/office/drawing/2014/main" id="{3BF71A74-AAB4-4ED8-9AC1-98341ED06B55}"/>
                  </a:ext>
                </a:extLst>
              </p:cNvPr>
              <p:cNvSpPr txBox="1"/>
              <p:nvPr userDrawn="1"/>
            </p:nvSpPr>
            <p:spPr>
              <a:xfrm>
                <a:off x="3322319" y="6596063"/>
                <a:ext cx="5775962" cy="219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7" name="Graphic 46">
              <a:extLst>
                <a:ext uri="{FF2B5EF4-FFF2-40B4-BE49-F238E27FC236}">
                  <a16:creationId xmlns="" xmlns:a16="http://schemas.microsoft.com/office/drawing/2014/main" id="{AF9A04AC-78E1-4BBC-9A65-F9118363579B}"/>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3810002" y="2493406"/>
              <a:ext cx="1523997" cy="1523997"/>
            </a:xfrm>
            <a:prstGeom prst="rect">
              <a:avLst/>
            </a:prstGeom>
          </p:spPr>
        </p:pic>
      </p:grpSp>
      <p:sp>
        <p:nvSpPr>
          <p:cNvPr id="242"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514350">
              <a:lnSpc>
                <a:spcPts val="2700"/>
              </a:lnSpc>
              <a:spcBef>
                <a:spcPts val="0"/>
              </a:spcBef>
              <a:buSzTx/>
              <a:buFontTx/>
              <a:buNone/>
              <a:defRPr sz="2700" b="1" spc="-113"/>
            </a:lvl1pPr>
            <a:lvl2pPr marL="618444" indent="-275544">
              <a:lnSpc>
                <a:spcPts val="2700"/>
              </a:lnSpc>
              <a:spcBef>
                <a:spcPts val="0"/>
              </a:spcBef>
              <a:buFontTx/>
              <a:defRPr sz="2700" b="1" spc="-113"/>
            </a:lvl2pPr>
            <a:lvl3pPr marL="942975" indent="-257175">
              <a:lnSpc>
                <a:spcPts val="2700"/>
              </a:lnSpc>
              <a:spcBef>
                <a:spcPts val="0"/>
              </a:spcBef>
              <a:buFontTx/>
              <a:defRPr sz="2700" b="1" spc="-113"/>
            </a:lvl3pPr>
            <a:lvl4pPr marL="1337309" indent="-308609">
              <a:lnSpc>
                <a:spcPts val="2700"/>
              </a:lnSpc>
              <a:spcBef>
                <a:spcPts val="0"/>
              </a:spcBef>
              <a:buFontTx/>
              <a:defRPr sz="2700" b="1" spc="-113"/>
            </a:lvl4pPr>
            <a:lvl5pPr marL="1680209" indent="-308609">
              <a:lnSpc>
                <a:spcPts val="2700"/>
              </a:lnSpc>
              <a:spcBef>
                <a:spcPts val="0"/>
              </a:spcBef>
              <a:buFontTx/>
              <a:defRPr sz="2700" b="1" spc="-113"/>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9154810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 xmlns:a16="http://schemas.microsoft.com/office/drawing/2014/main" id="{EBA91D93-81E9-4E44-BA3B-BFC4DB61B9B1}"/>
              </a:ext>
            </a:extLst>
          </p:cNvPr>
          <p:cNvGrpSpPr/>
          <p:nvPr userDrawn="1"/>
        </p:nvGrpSpPr>
        <p:grpSpPr>
          <a:xfrm>
            <a:off x="-59470" y="-641100"/>
            <a:ext cx="9267429" cy="8253819"/>
            <a:chOff x="-59470" y="-641099"/>
            <a:chExt cx="9267429" cy="8253818"/>
          </a:xfrm>
        </p:grpSpPr>
        <p:pic>
          <p:nvPicPr>
            <p:cNvPr id="24" name="Graphic 23">
              <a:extLst>
                <a:ext uri="{FF2B5EF4-FFF2-40B4-BE49-F238E27FC236}">
                  <a16:creationId xmlns="" xmlns:a16="http://schemas.microsoft.com/office/drawing/2014/main" id="{A03074E5-C395-4142-B82C-55575CC37501}"/>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 xmlns:a16="http://schemas.microsoft.com/office/drawing/2014/main" id="{5043B723-FDC1-4C80-B36E-65A0302A4A64}"/>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 xmlns:a16="http://schemas.microsoft.com/office/drawing/2014/main" id="{5DB4FDD8-D8D7-4A39-973E-FF204CF26F70}"/>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 xmlns:a16="http://schemas.microsoft.com/office/drawing/2014/main" id="{276FF869-530C-4BCB-92FE-054992EB10F1}"/>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46" name="Graphic 45">
              <a:extLst>
                <a:ext uri="{FF2B5EF4-FFF2-40B4-BE49-F238E27FC236}">
                  <a16:creationId xmlns="" xmlns:a16="http://schemas.microsoft.com/office/drawing/2014/main" id="{D919A7FA-FDD4-4C10-97CC-BCD6F27C1D3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 xmlns:a16="http://schemas.microsoft.com/office/drawing/2014/main" id="{CCCFF274-1225-4563-806D-A565D4704B4E}"/>
                </a:ext>
              </a:extLst>
            </p:cNvPr>
            <p:cNvGrpSpPr/>
            <p:nvPr userDrawn="1"/>
          </p:nvGrpSpPr>
          <p:grpSpPr>
            <a:xfrm>
              <a:off x="0" y="0"/>
              <a:ext cx="9144001" cy="6815354"/>
              <a:chOff x="0" y="0"/>
              <a:chExt cx="9144001" cy="6815354"/>
            </a:xfrm>
          </p:grpSpPr>
          <p:grpSp>
            <p:nvGrpSpPr>
              <p:cNvPr id="49" name="Group 6">
                <a:extLst>
                  <a:ext uri="{FF2B5EF4-FFF2-40B4-BE49-F238E27FC236}">
                    <a16:creationId xmlns="" xmlns:a16="http://schemas.microsoft.com/office/drawing/2014/main" id="{A78C547C-62FD-49F4-8220-87E6108E1DC0}"/>
                  </a:ext>
                </a:extLst>
              </p:cNvPr>
              <p:cNvGrpSpPr/>
              <p:nvPr userDrawn="1"/>
            </p:nvGrpSpPr>
            <p:grpSpPr>
              <a:xfrm>
                <a:off x="0" y="1295400"/>
                <a:ext cx="7010401" cy="46038"/>
                <a:chOff x="0" y="0"/>
                <a:chExt cx="7010400" cy="46037"/>
              </a:xfrm>
            </p:grpSpPr>
            <p:sp>
              <p:nvSpPr>
                <p:cNvPr id="56" name="Rectangle 6">
                  <a:extLst>
                    <a:ext uri="{FF2B5EF4-FFF2-40B4-BE49-F238E27FC236}">
                      <a16:creationId xmlns="" xmlns:a16="http://schemas.microsoft.com/office/drawing/2014/main" id="{E131FBB3-C3F0-4F2C-AA58-58B5D5B147F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7">
                  <a:extLst>
                    <a:ext uri="{FF2B5EF4-FFF2-40B4-BE49-F238E27FC236}">
                      <a16:creationId xmlns="" xmlns:a16="http://schemas.microsoft.com/office/drawing/2014/main" id="{7C694F41-E945-4E8B-BA86-DC9A598526C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8" name="Rectangle 8">
                  <a:extLst>
                    <a:ext uri="{FF2B5EF4-FFF2-40B4-BE49-F238E27FC236}">
                      <a16:creationId xmlns="" xmlns:a16="http://schemas.microsoft.com/office/drawing/2014/main" id="{857E2CF2-3046-46A4-889D-40063CCC6F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50" name="Group 10">
                <a:extLst>
                  <a:ext uri="{FF2B5EF4-FFF2-40B4-BE49-F238E27FC236}">
                    <a16:creationId xmlns="" xmlns:a16="http://schemas.microsoft.com/office/drawing/2014/main" id="{EC7C1379-6432-4776-8A30-B023A4412329}"/>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 xmlns:a16="http://schemas.microsoft.com/office/drawing/2014/main" id="{A8A7BDE8-B2DB-48A5-BEC9-63C3D85E29DE}"/>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1">
                  <a:extLst>
                    <a:ext uri="{FF2B5EF4-FFF2-40B4-BE49-F238E27FC236}">
                      <a16:creationId xmlns="" xmlns:a16="http://schemas.microsoft.com/office/drawing/2014/main" id="{13B51388-D487-404B-8E80-29EBE51F59E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12">
                  <a:extLst>
                    <a:ext uri="{FF2B5EF4-FFF2-40B4-BE49-F238E27FC236}">
                      <a16:creationId xmlns="" xmlns:a16="http://schemas.microsoft.com/office/drawing/2014/main" id="{0726AA02-C9CE-4E8C-A77E-9A458E9F022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1" name="Picture 14" descr="Picture 14">
                <a:extLst>
                  <a:ext uri="{FF2B5EF4-FFF2-40B4-BE49-F238E27FC236}">
                    <a16:creationId xmlns="" xmlns:a16="http://schemas.microsoft.com/office/drawing/2014/main" id="{F4752845-A425-4626-8999-478B6153E307}"/>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 xmlns:a16="http://schemas.microsoft.com/office/drawing/2014/main" id="{E2DF6F5B-D493-4810-B293-745C2BA1A0FC}"/>
                  </a:ext>
                </a:extLst>
              </p:cNvPr>
              <p:cNvSpPr txBox="1"/>
              <p:nvPr userDrawn="1"/>
            </p:nvSpPr>
            <p:spPr>
              <a:xfrm>
                <a:off x="3322319" y="6596063"/>
                <a:ext cx="5775962" cy="219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8" name="Graphic 47">
              <a:extLst>
                <a:ext uri="{FF2B5EF4-FFF2-40B4-BE49-F238E27FC236}">
                  <a16:creationId xmlns="" xmlns:a16="http://schemas.microsoft.com/office/drawing/2014/main" id="{09623608-3D09-45A2-8F67-52AC08DC4932}"/>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3810002" y="2493406"/>
              <a:ext cx="1523997" cy="1523997"/>
            </a:xfrm>
            <a:prstGeom prst="rect">
              <a:avLst/>
            </a:prstGeom>
          </p:spPr>
        </p:pic>
      </p:grpSp>
      <p:sp>
        <p:nvSpPr>
          <p:cNvPr id="279" name="Body Level One…"/>
          <p:cNvSpPr txBox="1">
            <a:spLocks noGrp="1"/>
          </p:cNvSpPr>
          <p:nvPr>
            <p:ph type="body" sz="half" idx="1"/>
          </p:nvPr>
        </p:nvSpPr>
        <p:spPr>
          <a:xfrm>
            <a:off x="3575050" y="1600201"/>
            <a:ext cx="5111750" cy="4525963"/>
          </a:xfrm>
          <a:prstGeom prst="rect">
            <a:avLst/>
          </a:prstGeom>
        </p:spPr>
        <p:txBody>
          <a:bodyP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90" name="Text Placeholder 3"/>
          <p:cNvSpPr>
            <a:spLocks noGrp="1"/>
          </p:cNvSpPr>
          <p:nvPr>
            <p:ph type="body" sz="half" idx="21"/>
          </p:nvPr>
        </p:nvSpPr>
        <p:spPr>
          <a:xfrm>
            <a:off x="457201" y="1600201"/>
            <a:ext cx="3008315" cy="4525963"/>
          </a:xfrm>
          <a:prstGeom prst="rect">
            <a:avLst/>
          </a:prstGeom>
        </p:spPr>
        <p:txBody>
          <a:bodyPr>
            <a:normAutofit/>
          </a:bodyPr>
          <a:lstStyle>
            <a:lvl1pPr marL="0" indent="0">
              <a:spcBef>
                <a:spcPts val="300"/>
              </a:spcBef>
              <a:buSzTx/>
              <a:buFontTx/>
              <a:buNone/>
              <a:defRPr sz="1400"/>
            </a:lvl1pPr>
          </a:lstStyle>
          <a:p>
            <a:pPr marL="0" indent="0">
              <a:spcBef>
                <a:spcPts val="300"/>
              </a:spcBef>
              <a:buSzTx/>
              <a:buFontTx/>
              <a:buNone/>
              <a:defRPr sz="1400"/>
            </a:pPr>
            <a:endParaRPr dirty="0"/>
          </a:p>
        </p:txBody>
      </p:sp>
      <p:sp>
        <p:nvSpPr>
          <p:cNvPr id="2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150619879"/>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 xmlns:a16="http://schemas.microsoft.com/office/drawing/2014/main" id="{0635ADB2-6EA8-4BAD-8DAD-0182A2D9B5D3}"/>
              </a:ext>
            </a:extLst>
          </p:cNvPr>
          <p:cNvGrpSpPr/>
          <p:nvPr userDrawn="1"/>
        </p:nvGrpSpPr>
        <p:grpSpPr>
          <a:xfrm>
            <a:off x="-59470" y="-641100"/>
            <a:ext cx="9267429" cy="8253819"/>
            <a:chOff x="-59470" y="-641099"/>
            <a:chExt cx="9267429" cy="8253818"/>
          </a:xfrm>
        </p:grpSpPr>
        <p:pic>
          <p:nvPicPr>
            <p:cNvPr id="77" name="Graphic 76">
              <a:extLst>
                <a:ext uri="{FF2B5EF4-FFF2-40B4-BE49-F238E27FC236}">
                  <a16:creationId xmlns="" xmlns:a16="http://schemas.microsoft.com/office/drawing/2014/main" id="{A2BB439D-C20C-4C61-883B-5D07B84E6E70}"/>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78" name="Graphic 77">
              <a:extLst>
                <a:ext uri="{FF2B5EF4-FFF2-40B4-BE49-F238E27FC236}">
                  <a16:creationId xmlns="" xmlns:a16="http://schemas.microsoft.com/office/drawing/2014/main" id="{A2344A81-D7C5-4E75-BD95-2C3185774910}"/>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79" name="Graphic 78">
              <a:extLst>
                <a:ext uri="{FF2B5EF4-FFF2-40B4-BE49-F238E27FC236}">
                  <a16:creationId xmlns="" xmlns:a16="http://schemas.microsoft.com/office/drawing/2014/main" id="{493B14BD-1E4B-4DAF-8B9A-008ACC84DBF0}"/>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80" name="Graphic 79">
              <a:extLst>
                <a:ext uri="{FF2B5EF4-FFF2-40B4-BE49-F238E27FC236}">
                  <a16:creationId xmlns="" xmlns:a16="http://schemas.microsoft.com/office/drawing/2014/main" id="{1017A1EE-D786-4AD9-8114-7031497F17D0}"/>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81" name="Graphic 80">
              <a:extLst>
                <a:ext uri="{FF2B5EF4-FFF2-40B4-BE49-F238E27FC236}">
                  <a16:creationId xmlns="" xmlns:a16="http://schemas.microsoft.com/office/drawing/2014/main" id="{5EB74B49-6A5D-4E90-A8EF-F1A27B22DD44}"/>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grpSp>
          <p:nvGrpSpPr>
            <p:cNvPr id="82" name="Group 81">
              <a:extLst>
                <a:ext uri="{FF2B5EF4-FFF2-40B4-BE49-F238E27FC236}">
                  <a16:creationId xmlns="" xmlns:a16="http://schemas.microsoft.com/office/drawing/2014/main" id="{80B25D4E-B9E2-4A64-A8A8-6B92913B4C6C}"/>
                </a:ext>
              </a:extLst>
            </p:cNvPr>
            <p:cNvGrpSpPr/>
            <p:nvPr userDrawn="1"/>
          </p:nvGrpSpPr>
          <p:grpSpPr>
            <a:xfrm>
              <a:off x="0" y="0"/>
              <a:ext cx="9144001" cy="6815354"/>
              <a:chOff x="0" y="0"/>
              <a:chExt cx="9144001" cy="6815354"/>
            </a:xfrm>
          </p:grpSpPr>
          <p:grpSp>
            <p:nvGrpSpPr>
              <p:cNvPr id="84" name="Group 6">
                <a:extLst>
                  <a:ext uri="{FF2B5EF4-FFF2-40B4-BE49-F238E27FC236}">
                    <a16:creationId xmlns="" xmlns:a16="http://schemas.microsoft.com/office/drawing/2014/main" id="{A2EA67C3-44DA-4665-8AE2-141440DB23E2}"/>
                  </a:ext>
                </a:extLst>
              </p:cNvPr>
              <p:cNvGrpSpPr/>
              <p:nvPr userDrawn="1"/>
            </p:nvGrpSpPr>
            <p:grpSpPr>
              <a:xfrm>
                <a:off x="0" y="1295400"/>
                <a:ext cx="7010401" cy="46038"/>
                <a:chOff x="0" y="0"/>
                <a:chExt cx="7010400" cy="46037"/>
              </a:xfrm>
            </p:grpSpPr>
            <p:sp>
              <p:nvSpPr>
                <p:cNvPr id="91" name="Rectangle 6">
                  <a:extLst>
                    <a:ext uri="{FF2B5EF4-FFF2-40B4-BE49-F238E27FC236}">
                      <a16:creationId xmlns="" xmlns:a16="http://schemas.microsoft.com/office/drawing/2014/main" id="{D463F1CA-4C9D-4BCC-B0BD-14721FADA3F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92" name="Rectangle 7">
                  <a:extLst>
                    <a:ext uri="{FF2B5EF4-FFF2-40B4-BE49-F238E27FC236}">
                      <a16:creationId xmlns="" xmlns:a16="http://schemas.microsoft.com/office/drawing/2014/main" id="{2EF7E6B7-9421-4BAA-AB81-AE89E08FDF0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93" name="Rectangle 8">
                  <a:extLst>
                    <a:ext uri="{FF2B5EF4-FFF2-40B4-BE49-F238E27FC236}">
                      <a16:creationId xmlns="" xmlns:a16="http://schemas.microsoft.com/office/drawing/2014/main" id="{AFEE1048-04C1-4DCE-8973-4784C897E7F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85" name="Group 10">
                <a:extLst>
                  <a:ext uri="{FF2B5EF4-FFF2-40B4-BE49-F238E27FC236}">
                    <a16:creationId xmlns="" xmlns:a16="http://schemas.microsoft.com/office/drawing/2014/main" id="{62DA8075-114E-4D1A-8199-46D51587204A}"/>
                  </a:ext>
                </a:extLst>
              </p:cNvPr>
              <p:cNvGrpSpPr/>
              <p:nvPr userDrawn="1"/>
            </p:nvGrpSpPr>
            <p:grpSpPr>
              <a:xfrm>
                <a:off x="2133600" y="6553200"/>
                <a:ext cx="7010401" cy="46038"/>
                <a:chOff x="0" y="0"/>
                <a:chExt cx="7010400" cy="46037"/>
              </a:xfrm>
            </p:grpSpPr>
            <p:sp>
              <p:nvSpPr>
                <p:cNvPr id="88" name="Rectangle 10">
                  <a:extLst>
                    <a:ext uri="{FF2B5EF4-FFF2-40B4-BE49-F238E27FC236}">
                      <a16:creationId xmlns="" xmlns:a16="http://schemas.microsoft.com/office/drawing/2014/main" id="{42070327-4A30-4BA2-A8E6-6E330B5F30E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89" name="Rectangle 11">
                  <a:extLst>
                    <a:ext uri="{FF2B5EF4-FFF2-40B4-BE49-F238E27FC236}">
                      <a16:creationId xmlns="" xmlns:a16="http://schemas.microsoft.com/office/drawing/2014/main" id="{EB4AF601-277A-494B-9871-87FBA75E545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90" name="Rectangle 12">
                  <a:extLst>
                    <a:ext uri="{FF2B5EF4-FFF2-40B4-BE49-F238E27FC236}">
                      <a16:creationId xmlns="" xmlns:a16="http://schemas.microsoft.com/office/drawing/2014/main" id="{AB04FF31-B9E9-4A43-98B4-8DB577BD38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86" name="Picture 14" descr="Picture 14">
                <a:extLst>
                  <a:ext uri="{FF2B5EF4-FFF2-40B4-BE49-F238E27FC236}">
                    <a16:creationId xmlns="" xmlns:a16="http://schemas.microsoft.com/office/drawing/2014/main" id="{F8C276B3-EE15-4980-9AC5-AF2F16814A5D}"/>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87" name="TextBox 14">
                <a:extLst>
                  <a:ext uri="{FF2B5EF4-FFF2-40B4-BE49-F238E27FC236}">
                    <a16:creationId xmlns="" xmlns:a16="http://schemas.microsoft.com/office/drawing/2014/main" id="{D133DA9B-065F-4040-94C1-D75BBB8A8147}"/>
                  </a:ext>
                </a:extLst>
              </p:cNvPr>
              <p:cNvSpPr txBox="1"/>
              <p:nvPr userDrawn="1"/>
            </p:nvSpPr>
            <p:spPr>
              <a:xfrm>
                <a:off x="3322319" y="6596063"/>
                <a:ext cx="5775962" cy="219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83" name="Graphic 82">
              <a:extLst>
                <a:ext uri="{FF2B5EF4-FFF2-40B4-BE49-F238E27FC236}">
                  <a16:creationId xmlns="" xmlns:a16="http://schemas.microsoft.com/office/drawing/2014/main" id="{DD930F25-DAB1-4FE7-A1F6-75A37FD151BD}"/>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3810002" y="2493406"/>
              <a:ext cx="1523997" cy="1523997"/>
            </a:xfrm>
            <a:prstGeom prst="rect">
              <a:avLst/>
            </a:prstGeom>
          </p:spPr>
        </p:pic>
      </p:grpSp>
      <p:sp>
        <p:nvSpPr>
          <p:cNvPr id="337" name="Title Text"/>
          <p:cNvSpPr txBox="1">
            <a:spLocks noGrp="1"/>
          </p:cNvSpPr>
          <p:nvPr>
            <p:ph type="title"/>
          </p:nvPr>
        </p:nvSpPr>
        <p:spPr>
          <a:xfrm>
            <a:off x="1792290" y="5407025"/>
            <a:ext cx="5486401" cy="304800"/>
          </a:xfrm>
          <a:prstGeom prst="rect">
            <a:avLst/>
          </a:prstGeom>
        </p:spPr>
        <p:txBody>
          <a:bodyPr anchor="b"/>
          <a:lstStyle>
            <a:lvl1pPr>
              <a:lnSpc>
                <a:spcPct val="100000"/>
              </a:lnSpc>
              <a:defRPr sz="1350" spc="0">
                <a:solidFill>
                  <a:srgbClr val="000000"/>
                </a:solidFill>
              </a:defRPr>
            </a:lvl1pPr>
          </a:lstStyle>
          <a:p>
            <a:r>
              <a:t>Title Text</a:t>
            </a:r>
          </a:p>
        </p:txBody>
      </p:sp>
      <p:sp>
        <p:nvSpPr>
          <p:cNvPr id="338" name="Body Level One…"/>
          <p:cNvSpPr txBox="1">
            <a:spLocks noGrp="1"/>
          </p:cNvSpPr>
          <p:nvPr>
            <p:ph type="body" sz="quarter" idx="1"/>
          </p:nvPr>
        </p:nvSpPr>
        <p:spPr>
          <a:xfrm>
            <a:off x="1792290" y="5711825"/>
            <a:ext cx="5486401" cy="304800"/>
          </a:xfrm>
          <a:prstGeom prst="rect">
            <a:avLst/>
          </a:prstGeom>
        </p:spPr>
        <p:txBody>
          <a:bodyPr>
            <a:normAutofit/>
          </a:bodyPr>
          <a:lstStyle>
            <a:lvl1pPr marL="0" indent="0">
              <a:spcBef>
                <a:spcPts val="225"/>
              </a:spcBef>
              <a:buSzTx/>
              <a:buFontTx/>
              <a:buNone/>
              <a:defRPr sz="1200"/>
            </a:lvl1pPr>
            <a:lvl2pPr marL="0" indent="342900">
              <a:spcBef>
                <a:spcPts val="225"/>
              </a:spcBef>
              <a:buSzTx/>
              <a:buFontTx/>
              <a:buNone/>
              <a:defRPr sz="1200"/>
            </a:lvl2pPr>
            <a:lvl3pPr marL="0" indent="685800">
              <a:spcBef>
                <a:spcPts val="225"/>
              </a:spcBef>
              <a:buSzTx/>
              <a:buFontTx/>
              <a:buNone/>
              <a:defRPr sz="1200"/>
            </a:lvl3pPr>
            <a:lvl4pPr marL="0" indent="1028700">
              <a:spcBef>
                <a:spcPts val="225"/>
              </a:spcBef>
              <a:buSzTx/>
              <a:buFontTx/>
              <a:buNone/>
              <a:defRPr sz="1200"/>
            </a:lvl4pPr>
            <a:lvl5pPr marL="0" indent="1371600">
              <a:spcBef>
                <a:spcPts val="225"/>
              </a:spcBef>
              <a:buSzTx/>
              <a:buFontTx/>
              <a:buNone/>
              <a:defRPr sz="12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90" y="1828800"/>
            <a:ext cx="5486401" cy="342900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58300777"/>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 xmlns:a16="http://schemas.microsoft.com/office/drawing/2014/main" id="{983BBAD0-43A5-4D32-8FC9-062F956D4D42}"/>
              </a:ext>
            </a:extLst>
          </p:cNvPr>
          <p:cNvGrpSpPr/>
          <p:nvPr userDrawn="1"/>
        </p:nvGrpSpPr>
        <p:grpSpPr>
          <a:xfrm>
            <a:off x="-59470" y="-641100"/>
            <a:ext cx="9267429" cy="8253819"/>
            <a:chOff x="-59470" y="-641099"/>
            <a:chExt cx="9267429" cy="8253818"/>
          </a:xfrm>
        </p:grpSpPr>
        <p:pic>
          <p:nvPicPr>
            <p:cNvPr id="5" name="Graphic 4">
              <a:extLst>
                <a:ext uri="{FF2B5EF4-FFF2-40B4-BE49-F238E27FC236}">
                  <a16:creationId xmlns="" xmlns:a16="http://schemas.microsoft.com/office/drawing/2014/main" id="{68C4D830-E082-446B-B643-5F87F72600BE}"/>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1789776">
              <a:off x="1948972" y="1734076"/>
              <a:ext cx="5246055" cy="5246055"/>
            </a:xfrm>
            <a:prstGeom prst="rect">
              <a:avLst/>
            </a:prstGeom>
          </p:spPr>
        </p:pic>
        <p:pic>
          <p:nvPicPr>
            <p:cNvPr id="36" name="Graphic 35">
              <a:extLst>
                <a:ext uri="{FF2B5EF4-FFF2-40B4-BE49-F238E27FC236}">
                  <a16:creationId xmlns="" xmlns:a16="http://schemas.microsoft.com/office/drawing/2014/main" id="{1C9D4848-2B9E-4B8D-B630-AD31B352037F}"/>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24369">
              <a:off x="-59470" y="4282884"/>
              <a:ext cx="3329835" cy="3329835"/>
            </a:xfrm>
            <a:prstGeom prst="rect">
              <a:avLst/>
            </a:prstGeom>
          </p:spPr>
        </p:pic>
        <p:pic>
          <p:nvPicPr>
            <p:cNvPr id="37" name="Graphic 36">
              <a:extLst>
                <a:ext uri="{FF2B5EF4-FFF2-40B4-BE49-F238E27FC236}">
                  <a16:creationId xmlns="" xmlns:a16="http://schemas.microsoft.com/office/drawing/2014/main" id="{635F0174-0096-461B-8212-566B0011E8D5}"/>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5878124" y="4281440"/>
              <a:ext cx="3329835" cy="3329835"/>
            </a:xfrm>
            <a:prstGeom prst="rect">
              <a:avLst/>
            </a:prstGeom>
          </p:spPr>
        </p:pic>
        <p:pic>
          <p:nvPicPr>
            <p:cNvPr id="16" name="Graphic 15">
              <a:extLst>
                <a:ext uri="{FF2B5EF4-FFF2-40B4-BE49-F238E27FC236}">
                  <a16:creationId xmlns="" xmlns:a16="http://schemas.microsoft.com/office/drawing/2014/main" id="{1B104A8E-51B2-42E7-B651-568B9D1D3616}"/>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20318" y="-641098"/>
              <a:ext cx="3329835" cy="3329835"/>
            </a:xfrm>
            <a:prstGeom prst="rect">
              <a:avLst/>
            </a:prstGeom>
          </p:spPr>
        </p:pic>
        <p:pic>
          <p:nvPicPr>
            <p:cNvPr id="17" name="Graphic 16">
              <a:extLst>
                <a:ext uri="{FF2B5EF4-FFF2-40B4-BE49-F238E27FC236}">
                  <a16:creationId xmlns="" xmlns:a16="http://schemas.microsoft.com/office/drawing/2014/main" id="{62F3D4CE-0862-4E00-B299-11A67A590427}"/>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rot="3604717">
              <a:off x="5806918" y="-641099"/>
              <a:ext cx="3329835" cy="3329835"/>
            </a:xfrm>
            <a:prstGeom prst="rect">
              <a:avLst/>
            </a:prstGeom>
          </p:spPr>
        </p:pic>
        <p:grpSp>
          <p:nvGrpSpPr>
            <p:cNvPr id="7" name="Group 6">
              <a:extLst>
                <a:ext uri="{FF2B5EF4-FFF2-40B4-BE49-F238E27FC236}">
                  <a16:creationId xmlns="" xmlns:a16="http://schemas.microsoft.com/office/drawing/2014/main" id="{1C5A1F24-1ABA-4385-8DF2-98C8D03B2CCD}"/>
                </a:ext>
              </a:extLst>
            </p:cNvPr>
            <p:cNvGrpSpPr/>
            <p:nvPr userDrawn="1"/>
          </p:nvGrpSpPr>
          <p:grpSpPr>
            <a:xfrm>
              <a:off x="0" y="0"/>
              <a:ext cx="9144001" cy="6815354"/>
              <a:chOff x="0" y="0"/>
              <a:chExt cx="9144001" cy="6815354"/>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335" name="Picture 14" descr="Picture 14"/>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192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3" name="Graphic 2">
              <a:extLst>
                <a:ext uri="{FF2B5EF4-FFF2-40B4-BE49-F238E27FC236}">
                  <a16:creationId xmlns="" xmlns:a16="http://schemas.microsoft.com/office/drawing/2014/main" id="{B778ADC1-BEF0-4061-926A-4839BEC48F19}"/>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82184404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image" Target="../media/image5.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5.png"/><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image" Target="../media/image9.jpeg"/><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theme" Target="../theme/theme3.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8" name="Picture 7" descr="Picture 7.png"/>
          <p:cNvPicPr>
            <a:picLocks noChangeAspect="1"/>
          </p:cNvPicPr>
          <p:nvPr userDrawn="1"/>
        </p:nvPicPr>
        <p:blipFill>
          <a:blip r:embed="rId15"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9" name="Graphic 18">
            <a:extLst>
              <a:ext uri="{FF2B5EF4-FFF2-40B4-BE49-F238E27FC236}">
                <a16:creationId xmlns="" xmlns:a16="http://schemas.microsoft.com/office/drawing/2014/main" id="{EDE0B94D-2C5E-B6C2-DA39-1B2AFEBE9B35}"/>
              </a:ext>
            </a:extLst>
          </p:cNvPr>
          <p:cNvPicPr>
            <a:picLocks noChangeAspect="1"/>
          </p:cNvPicPr>
          <p:nvPr userDrawn="1"/>
        </p:nvPicPr>
        <p:blipFill>
          <a:blip r:embed="rId16">
            <a:extLst>
              <a:ext uri="{96DAC541-7B7A-43D3-8B79-37D633B846F1}">
                <asvg:svgBlip xmlns="" xmlns:asvg="http://schemas.microsoft.com/office/drawing/2016/SVG/main" r:embed="rId17"/>
              </a:ext>
            </a:extLst>
          </a:blip>
          <a:stretch>
            <a:fillRect/>
          </a:stretch>
        </p:blipFill>
        <p:spPr>
          <a:xfrm rot="1789776">
            <a:off x="1948972" y="1734076"/>
            <a:ext cx="5246055" cy="5246055"/>
          </a:xfrm>
          <a:prstGeom prst="rect">
            <a:avLst/>
          </a:prstGeom>
        </p:spPr>
      </p:pic>
      <p:pic>
        <p:nvPicPr>
          <p:cNvPr id="20" name="Graphic 19">
            <a:extLst>
              <a:ext uri="{FF2B5EF4-FFF2-40B4-BE49-F238E27FC236}">
                <a16:creationId xmlns="" xmlns:a16="http://schemas.microsoft.com/office/drawing/2014/main" id="{1E473A44-FAAC-0240-0A98-029CA8C8FFAE}"/>
              </a:ext>
            </a:extLst>
          </p:cNvPr>
          <p:cNvPicPr>
            <a:picLocks noChangeAspect="1"/>
          </p:cNvPicPr>
          <p:nvPr userDrawn="1"/>
        </p:nvPicPr>
        <p:blipFill>
          <a:blip r:embed="rId16">
            <a:extLst>
              <a:ext uri="{96DAC541-7B7A-43D3-8B79-37D633B846F1}">
                <asvg:svgBlip xmlns="" xmlns:asvg="http://schemas.microsoft.com/office/drawing/2016/SVG/main" r:embed="rId17"/>
              </a:ext>
            </a:extLst>
          </a:blip>
          <a:stretch>
            <a:fillRect/>
          </a:stretch>
        </p:blipFill>
        <p:spPr>
          <a:xfrm rot="3624369">
            <a:off x="-59470" y="4282884"/>
            <a:ext cx="3329835" cy="3329835"/>
          </a:xfrm>
          <a:prstGeom prst="rect">
            <a:avLst/>
          </a:prstGeom>
        </p:spPr>
      </p:pic>
      <p:pic>
        <p:nvPicPr>
          <p:cNvPr id="21" name="Graphic 20">
            <a:extLst>
              <a:ext uri="{FF2B5EF4-FFF2-40B4-BE49-F238E27FC236}">
                <a16:creationId xmlns="" xmlns:a16="http://schemas.microsoft.com/office/drawing/2014/main" id="{73660F15-DFB1-A668-E6EE-B79BABFB0EBD}"/>
              </a:ext>
            </a:extLst>
          </p:cNvPr>
          <p:cNvPicPr>
            <a:picLocks noChangeAspect="1"/>
          </p:cNvPicPr>
          <p:nvPr userDrawn="1"/>
        </p:nvPicPr>
        <p:blipFill>
          <a:blip r:embed="rId16">
            <a:extLst>
              <a:ext uri="{96DAC541-7B7A-43D3-8B79-37D633B846F1}">
                <asvg:svgBlip xmlns="" xmlns:asvg="http://schemas.microsoft.com/office/drawing/2016/SVG/main" r:embed="rId17"/>
              </a:ext>
            </a:extLst>
          </a:blip>
          <a:stretch>
            <a:fillRect/>
          </a:stretch>
        </p:blipFill>
        <p:spPr>
          <a:xfrm>
            <a:off x="5878124" y="4281440"/>
            <a:ext cx="3329835" cy="3329835"/>
          </a:xfrm>
          <a:prstGeom prst="rect">
            <a:avLst/>
          </a:prstGeom>
        </p:spPr>
      </p:pic>
      <p:pic>
        <p:nvPicPr>
          <p:cNvPr id="22" name="Graphic 21">
            <a:extLst>
              <a:ext uri="{FF2B5EF4-FFF2-40B4-BE49-F238E27FC236}">
                <a16:creationId xmlns="" xmlns:a16="http://schemas.microsoft.com/office/drawing/2014/main" id="{8B43BD45-AA96-8371-1317-26FD563CE186}"/>
              </a:ext>
            </a:extLst>
          </p:cNvPr>
          <p:cNvPicPr>
            <a:picLocks noChangeAspect="1"/>
          </p:cNvPicPr>
          <p:nvPr userDrawn="1"/>
        </p:nvPicPr>
        <p:blipFill>
          <a:blip r:embed="rId16">
            <a:extLst>
              <a:ext uri="{96DAC541-7B7A-43D3-8B79-37D633B846F1}">
                <asvg:svgBlip xmlns="" xmlns:asvg="http://schemas.microsoft.com/office/drawing/2016/SVG/main" r:embed="rId17"/>
              </a:ext>
            </a:extLst>
          </a:blip>
          <a:stretch>
            <a:fillRect/>
          </a:stretch>
        </p:blipFill>
        <p:spPr>
          <a:xfrm>
            <a:off x="20318" y="-641098"/>
            <a:ext cx="3329835" cy="3329835"/>
          </a:xfrm>
          <a:prstGeom prst="rect">
            <a:avLst/>
          </a:prstGeom>
        </p:spPr>
      </p:pic>
      <p:pic>
        <p:nvPicPr>
          <p:cNvPr id="23" name="Graphic 22">
            <a:extLst>
              <a:ext uri="{FF2B5EF4-FFF2-40B4-BE49-F238E27FC236}">
                <a16:creationId xmlns="" xmlns:a16="http://schemas.microsoft.com/office/drawing/2014/main" id="{E8CED59D-B125-11A8-D759-0DBB3AD45A70}"/>
              </a:ext>
            </a:extLst>
          </p:cNvPr>
          <p:cNvPicPr>
            <a:picLocks noChangeAspect="1"/>
          </p:cNvPicPr>
          <p:nvPr userDrawn="1"/>
        </p:nvPicPr>
        <p:blipFill>
          <a:blip r:embed="rId16">
            <a:extLst>
              <a:ext uri="{96DAC541-7B7A-43D3-8B79-37D633B846F1}">
                <asvg:svgBlip xmlns="" xmlns:asvg="http://schemas.microsoft.com/office/drawing/2016/SVG/main" r:embed="rId17"/>
              </a:ext>
            </a:extLst>
          </a:blip>
          <a:stretch>
            <a:fillRect/>
          </a:stretch>
        </p:blipFill>
        <p:spPr>
          <a:xfrm rot="3604717">
            <a:off x="5806918" y="-641099"/>
            <a:ext cx="3329835" cy="3329835"/>
          </a:xfrm>
          <a:prstGeom prst="rect">
            <a:avLst/>
          </a:prstGeom>
        </p:spPr>
      </p:pic>
      <p:sp>
        <p:nvSpPr>
          <p:cNvPr id="24" name="TextBox 14">
            <a:extLst>
              <a:ext uri="{FF2B5EF4-FFF2-40B4-BE49-F238E27FC236}">
                <a16:creationId xmlns="" xmlns:a16="http://schemas.microsoft.com/office/drawing/2014/main" id="{72F02B28-E37E-877D-C2AC-6B65277DB6EB}"/>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pic>
        <p:nvPicPr>
          <p:cNvPr id="25" name="Graphic 24">
            <a:extLst>
              <a:ext uri="{FF2B5EF4-FFF2-40B4-BE49-F238E27FC236}">
                <a16:creationId xmlns="" xmlns:a16="http://schemas.microsoft.com/office/drawing/2014/main" id="{022F28FB-C32C-C2C5-FE0E-ABD38ED1E1AA}"/>
              </a:ext>
            </a:extLst>
          </p:cNvPr>
          <p:cNvPicPr>
            <a:picLocks noChangeAspect="1"/>
          </p:cNvPicPr>
          <p:nvPr userDrawn="1"/>
        </p:nvPicPr>
        <p:blipFill>
          <a:blip r:embed="rId18">
            <a:extLst>
              <a:ext uri="{96DAC541-7B7A-43D3-8B79-37D633B846F1}">
                <asvg:svgBlip xmlns="" xmlns:asvg="http://schemas.microsoft.com/office/drawing/2016/SVG/main" r:embed="rId19"/>
              </a:ext>
            </a:extLst>
          </a:blip>
          <a:stretch>
            <a:fillRect/>
          </a:stretch>
        </p:blipFill>
        <p:spPr>
          <a:xfrm>
            <a:off x="3810002" y="2493406"/>
            <a:ext cx="1523997" cy="152399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6" r:id="rId12"/>
    <p:sldLayoutId id="2147483682" r:id="rId1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FD961AE-01FE-4E7F-AF74-CFEC5D90A373}"/>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1F9FC92-7924-4452-BBC0-DB112ED8DAF8}"/>
              </a:ext>
            </a:extLst>
          </p:cNvPr>
          <p:cNvSpPr>
            <a:spLocks noGrp="1"/>
          </p:cNvSpPr>
          <p:nvPr>
            <p:ph type="body" idx="1"/>
          </p:nvPr>
        </p:nvSpPr>
        <p:spPr>
          <a:xfrm>
            <a:off x="628650" y="1825625"/>
            <a:ext cx="78867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6E19652-ECCD-48DB-BE94-1C68A87AAB5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 xmlns:a16="http://schemas.microsoft.com/office/drawing/2014/main" id="{88E03F7E-54E3-4B60-A0C0-14F04187E8A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284E1B61-94FE-4BE6-A879-F9D19B3B7DB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7B21C89-4E4A-406B-8392-F67A056F84AA}" type="slidenum">
              <a:rPr lang="en-IN" smtClean="0"/>
              <a:t>‹#›</a:t>
            </a:fld>
            <a:endParaRPr lang="en-IN"/>
          </a:p>
        </p:txBody>
      </p:sp>
    </p:spTree>
    <p:extLst>
      <p:ext uri="{BB962C8B-B14F-4D97-AF65-F5344CB8AC3E}">
        <p14:creationId xmlns:p14="http://schemas.microsoft.com/office/powerpoint/2010/main" val="190213582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2"/>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600201"/>
            <a:ext cx="82296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6319806" y="6240937"/>
            <a:ext cx="233395" cy="230832"/>
          </a:xfrm>
          <a:prstGeom prst="rect">
            <a:avLst/>
          </a:prstGeom>
          <a:ln w="12700">
            <a:miter lim="400000"/>
          </a:ln>
        </p:spPr>
        <p:txBody>
          <a:bodyPr wrap="none" lIns="45719" rIns="45719" anchor="ctr">
            <a:spAutoFit/>
          </a:bodyPr>
          <a:lstStyle>
            <a:lvl1pPr algn="r">
              <a:defRPr sz="9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 xmlns:a16="http://schemas.microsoft.com/office/drawing/2014/main" id="{BC5692C0-A143-3571-7EE1-32346BE87C3A}"/>
              </a:ext>
            </a:extLst>
          </p:cNvPr>
          <p:cNvSpPr>
            <a:spLocks noGrp="1"/>
          </p:cNvSpPr>
          <p:nvPr>
            <p:ph type="title"/>
          </p:nvPr>
        </p:nvSpPr>
        <p:spPr>
          <a:xfrm>
            <a:off x="628650" y="365127"/>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339552488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Lst>
  <p:transition spd="med"/>
  <p:txStyles>
    <p:titleStyle>
      <a:lvl1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1pPr>
      <a:lvl2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2pPr>
      <a:lvl3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3pPr>
      <a:lvl4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4pPr>
      <a:lvl5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5pPr>
      <a:lvl6pPr marL="0" marR="0" indent="3429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6pPr>
      <a:lvl7pPr marL="0" marR="0" indent="6858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7pPr>
      <a:lvl8pPr marL="0" marR="0" indent="10287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8pPr>
      <a:lvl9pPr marL="0" marR="0" indent="13716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9pPr>
    </p:titleStyle>
    <p:bodyStyle>
      <a:lvl1pPr marL="257175" marR="0" indent="-257175"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1pPr>
      <a:lvl2pPr marL="587828" marR="0" indent="-244928"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2pPr>
      <a:lvl3pPr marL="914400" marR="0" indent="-22860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3pPr>
      <a:lvl4pPr marL="13030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4pPr>
      <a:lvl5pPr marL="16459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5pPr>
      <a:lvl6pPr marL="19888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6pPr>
      <a:lvl7pPr marL="23317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7pPr>
      <a:lvl8pPr marL="2674619" marR="0" indent="-274319"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8pPr>
      <a:lvl9pPr marL="3017519" marR="0" indent="-274319"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9pPr>
    </p:bodyStyle>
    <p:otherStyle>
      <a:lvl1pPr marL="0" marR="0" indent="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1pPr>
      <a:lvl2pPr marL="0" marR="0" indent="3429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2pPr>
      <a:lvl3pPr marL="0" marR="0" indent="6858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3pPr>
      <a:lvl4pPr marL="0" marR="0" indent="10287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4pPr>
      <a:lvl5pPr marL="0" marR="0" indent="13716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5pPr>
      <a:lvl6pPr marL="0" marR="0" indent="17145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6pPr>
      <a:lvl7pPr marL="0" marR="0" indent="20574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7pPr>
      <a:lvl8pPr marL="0" marR="0" indent="24003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8pPr>
      <a:lvl9pPr marL="0" marR="0" indent="27432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hyperlink" Target="https://www.ionos.com/digitalguide/server/know-how/tcp-ports-and-udp-ports/"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http://company.com:8080/" TargetMode="External"/><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a:extLst>
              <a:ext uri="{FF2B5EF4-FFF2-40B4-BE49-F238E27FC236}">
                <a16:creationId xmlns="" xmlns:a16="http://schemas.microsoft.com/office/drawing/2014/main" id="{6B4EA8C7-D7DC-AAB6-F030-CFB268473928}"/>
              </a:ext>
            </a:extLst>
          </p:cNvPr>
          <p:cNvSpPr txBox="1">
            <a:spLocks noGrp="1"/>
          </p:cNvSpPr>
          <p:nvPr>
            <p:ph type="title"/>
          </p:nvPr>
        </p:nvSpPr>
        <p:spPr>
          <a:xfrm>
            <a:off x="2123728" y="4221088"/>
            <a:ext cx="6205928" cy="682989"/>
          </a:xfrm>
          <a:prstGeom prst="rect">
            <a:avLst/>
          </a:prstGeom>
        </p:spPr>
        <p:txBody>
          <a:bodyPr>
            <a:noAutofit/>
          </a:bodyPr>
          <a:lstStyle>
            <a:lvl1pPr>
              <a:defRPr spc="-200"/>
            </a:lvl1pPr>
          </a:lstStyle>
          <a:p>
            <a:pPr algn="ctr"/>
            <a:r>
              <a:rPr lang="en-IN" sz="5000" dirty="0">
                <a:solidFill>
                  <a:schemeClr val="bg1"/>
                </a:solidFill>
                <a:latin typeface="Times New Roman" panose="02020603050405020304" pitchFamily="18" charset="0"/>
                <a:ea typeface="Ubuntu" panose="020B0504030602030204" pitchFamily="34" charset="0"/>
              </a:rPr>
              <a:t>Computer </a:t>
            </a:r>
            <a:r>
              <a:rPr lang="en-IN" sz="5000" dirty="0">
                <a:solidFill>
                  <a:schemeClr val="bg1"/>
                </a:solidFill>
                <a:latin typeface="Times New Roman" panose="02020603050405020304" pitchFamily="18" charset="0"/>
              </a:rPr>
              <a:t>Networks</a:t>
            </a:r>
            <a:endParaRPr lang="en-US" sz="5000" dirty="0">
              <a:solidFill>
                <a:schemeClr val="bg1"/>
              </a:solidFill>
            </a:endParaRPr>
          </a:p>
        </p:txBody>
      </p:sp>
      <p:sp>
        <p:nvSpPr>
          <p:cNvPr id="7" name="Content Placeholder 5">
            <a:extLst>
              <a:ext uri="{FF2B5EF4-FFF2-40B4-BE49-F238E27FC236}">
                <a16:creationId xmlns="" xmlns:a16="http://schemas.microsoft.com/office/drawing/2014/main" id="{98943538-8B93-5D12-646F-DD350E0577E6}"/>
              </a:ext>
            </a:extLst>
          </p:cNvPr>
          <p:cNvSpPr txBox="1">
            <a:spLocks noGrp="1"/>
          </p:cNvSpPr>
          <p:nvPr>
            <p:ph type="body" sz="quarter" idx="1"/>
          </p:nvPr>
        </p:nvSpPr>
        <p:spPr>
          <a:xfrm>
            <a:off x="4139952" y="5517232"/>
            <a:ext cx="4514850" cy="400050"/>
          </a:xfrm>
          <a:prstGeom prst="rect">
            <a:avLst/>
          </a:prstGeom>
        </p:spPr>
        <p:txBody>
          <a:bodyPr>
            <a:noAutofit/>
          </a:bodyPr>
          <a:lstStyle/>
          <a:p>
            <a:pPr lvl="0">
              <a:buClr>
                <a:schemeClr val="lt1"/>
              </a:buClr>
              <a:buSzPts val="2400"/>
            </a:pPr>
            <a:r>
              <a:rPr lang="en-US" sz="1800" b="1" dirty="0" smtClean="0"/>
              <a:t>Prabhu Subramanian</a:t>
            </a:r>
            <a:endParaRPr lang="en-US" sz="1800" b="1" dirty="0"/>
          </a:p>
          <a:p>
            <a:pPr lvl="0">
              <a:buClr>
                <a:schemeClr val="lt1"/>
              </a:buClr>
              <a:buSzPts val="2400"/>
            </a:pPr>
            <a:r>
              <a:rPr lang="en-US" sz="1800" b="1" smtClean="0"/>
              <a:t>prabhus@wilp.bits-pilani.ac.in </a:t>
            </a:r>
            <a:endParaRPr lang="en-US" sz="1800" b="1"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a:extLst>
              <a:ext uri="{FF2B5EF4-FFF2-40B4-BE49-F238E27FC236}">
                <a16:creationId xmlns="" xmlns:a16="http://schemas.microsoft.com/office/drawing/2014/main" id="{F2263745-3CAE-516E-E0AB-1C77C3F00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088" y="2132856"/>
            <a:ext cx="5885789"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Slide Number Placeholder 2">
            <a:extLst>
              <a:ext uri="{FF2B5EF4-FFF2-40B4-BE49-F238E27FC236}">
                <a16:creationId xmlns="" xmlns:a16="http://schemas.microsoft.com/office/drawing/2014/main" id="{E4FD0579-1766-353F-578D-035E79BF1C1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557213" indent="-214313">
              <a:spcBef>
                <a:spcPct val="20000"/>
              </a:spcBef>
              <a:buFont typeface="Arial" panose="020B0604020202020204" pitchFamily="34" charset="0"/>
              <a:buChar char="–"/>
              <a:defRPr sz="21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857250" indent="-171450">
              <a:spcBef>
                <a:spcPct val="20000"/>
              </a:spcBef>
              <a:buFont typeface="Arial" panose="020B0604020202020204" pitchFamily="34" charset="0"/>
              <a:buChar char="•"/>
              <a:defRPr sz="18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200150" indent="-171450">
              <a:spcBef>
                <a:spcPct val="20000"/>
              </a:spcBef>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1543050" indent="-171450">
              <a:spcBef>
                <a:spcPct val="20000"/>
              </a:spcBef>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1885950" indent="-171450" eaLnBrk="0" fontAlgn="base" hangingPunct="0">
              <a:spcBef>
                <a:spcPct val="20000"/>
              </a:spcBef>
              <a:spcAft>
                <a:spcPct val="0"/>
              </a:spcAft>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228850" indent="-171450" eaLnBrk="0" fontAlgn="base" hangingPunct="0">
              <a:spcBef>
                <a:spcPct val="20000"/>
              </a:spcBef>
              <a:spcAft>
                <a:spcPct val="0"/>
              </a:spcAft>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2571750" indent="-171450" eaLnBrk="0" fontAlgn="base" hangingPunct="0">
              <a:spcBef>
                <a:spcPct val="20000"/>
              </a:spcBef>
              <a:spcAft>
                <a:spcPct val="0"/>
              </a:spcAft>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defTabSz="685800">
              <a:spcBef>
                <a:spcPct val="0"/>
              </a:spcBef>
              <a:buNone/>
            </a:pPr>
            <a:fld id="{055B8FDB-D63F-4C69-8E37-1D0C4F91AA89}" type="slidenum">
              <a:rPr lang="en-US" altLang="en-US" sz="900">
                <a:solidFill>
                  <a:srgbClr val="898989"/>
                </a:solidFill>
              </a:rPr>
              <a:pPr defTabSz="685800">
                <a:spcBef>
                  <a:spcPct val="0"/>
                </a:spcBef>
                <a:buNone/>
              </a:pPr>
              <a:t>2</a:t>
            </a:fld>
            <a:endParaRPr lang="en-US" altLang="en-US" sz="900">
              <a:solidFill>
                <a:srgbClr val="898989"/>
              </a:solidFill>
            </a:endParaRPr>
          </a:p>
        </p:txBody>
      </p:sp>
      <p:sp>
        <p:nvSpPr>
          <p:cNvPr id="18437" name="Google Shape;190;g2231df5f08c_0_0">
            <a:extLst>
              <a:ext uri="{FF2B5EF4-FFF2-40B4-BE49-F238E27FC236}">
                <a16:creationId xmlns="" xmlns:a16="http://schemas.microsoft.com/office/drawing/2014/main" id="{1724DF81-CB38-5CE6-577B-982632189434}"/>
              </a:ext>
            </a:extLst>
          </p:cNvPr>
          <p:cNvSpPr txBox="1">
            <a:spLocks noChangeArrowheads="1"/>
          </p:cNvSpPr>
          <p:nvPr/>
        </p:nvSpPr>
        <p:spPr bwMode="auto">
          <a:xfrm>
            <a:off x="3092" y="346471"/>
            <a:ext cx="5407819"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1427" tIns="25706" rIns="51427" bIns="25706"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defTabSz="685800">
              <a:spcBef>
                <a:spcPct val="0"/>
              </a:spcBef>
              <a:buClr>
                <a:srgbClr val="000000"/>
              </a:buClr>
              <a:buSzPts val="4400"/>
              <a:buNone/>
            </a:pPr>
            <a:r>
              <a:rPr lang="en-US" altLang="en-US" sz="4000" b="1" dirty="0">
                <a:solidFill>
                  <a:prstClr val="black"/>
                </a:solidFill>
              </a:rPr>
              <a:t>  IMP Note to Self</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782EF57-6DE5-354B-661F-E8F1742B8C7D}"/>
            </a:ext>
          </a:extLst>
        </p:cNvPr>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378D3494-7A2D-FA16-5E89-D8CCFDD9198C}"/>
              </a:ext>
            </a:extLst>
          </p:cNvPr>
          <p:cNvSpPr txBox="1">
            <a:spLocks/>
          </p:cNvSpPr>
          <p:nvPr/>
        </p:nvSpPr>
        <p:spPr>
          <a:xfrm>
            <a:off x="427220" y="1556792"/>
            <a:ext cx="8249236" cy="45365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rIns="34289" anchor="ctr">
            <a:normAutofit fontScale="92500" lnSpcReduction="10000"/>
          </a:bodyPr>
          <a:lstStyle>
            <a:lvl1pPr marL="342900" marR="0" indent="-685800" algn="l" defTabSz="914400" rtl="0" latinLnBrk="0">
              <a:lnSpc>
                <a:spcPts val="3600"/>
              </a:lnSpc>
              <a:spcBef>
                <a:spcPts val="0"/>
              </a:spcBef>
              <a:spcAft>
                <a:spcPts val="0"/>
              </a:spcAft>
              <a:buClrTx/>
              <a:buSzTx/>
              <a:buFontTx/>
              <a:buNone/>
              <a:tabLst/>
              <a:defRPr sz="3600" b="1" i="0" u="none" strike="noStrike" cap="none" spc="-150" baseline="0">
                <a:solidFill>
                  <a:srgbClr val="000000"/>
                </a:solidFill>
                <a:uFillTx/>
                <a:latin typeface="+mj-lt"/>
                <a:ea typeface="+mj-ea"/>
                <a:cs typeface="+mj-cs"/>
                <a:sym typeface="Arial"/>
              </a:defRPr>
            </a:lvl1pPr>
            <a:lvl2pPr marL="824592" marR="0" indent="-367392" algn="l" defTabSz="914400" rtl="0" latinLnBrk="0">
              <a:lnSpc>
                <a:spcPts val="3600"/>
              </a:lnSpc>
              <a:spcBef>
                <a:spcPts val="0"/>
              </a:spcBef>
              <a:spcAft>
                <a:spcPts val="0"/>
              </a:spcAft>
              <a:buClrTx/>
              <a:buSzPct val="100000"/>
              <a:buFontTx/>
              <a:buChar char="–"/>
              <a:tabLst/>
              <a:defRPr sz="3600" b="1" i="0" u="none" strike="noStrike" cap="none" spc="-150" baseline="0">
                <a:solidFill>
                  <a:srgbClr val="000000"/>
                </a:solidFill>
                <a:uFillTx/>
                <a:latin typeface="+mj-lt"/>
                <a:ea typeface="+mj-ea"/>
                <a:cs typeface="+mj-cs"/>
                <a:sym typeface="Arial"/>
              </a:defRPr>
            </a:lvl2pPr>
            <a:lvl3pPr marL="1257300" marR="0" indent="-342900" algn="l" defTabSz="914400" rtl="0" latinLnBrk="0">
              <a:lnSpc>
                <a:spcPts val="3600"/>
              </a:lnSpc>
              <a:spcBef>
                <a:spcPts val="0"/>
              </a:spcBef>
              <a:spcAft>
                <a:spcPts val="0"/>
              </a:spcAft>
              <a:buClrTx/>
              <a:buSzPct val="100000"/>
              <a:buFontTx/>
              <a:buChar char="•"/>
              <a:tabLst/>
              <a:defRPr sz="3600" b="1" i="0" u="none" strike="noStrike" cap="none" spc="-150" baseline="0">
                <a:solidFill>
                  <a:srgbClr val="000000"/>
                </a:solidFill>
                <a:uFillTx/>
                <a:latin typeface="+mj-lt"/>
                <a:ea typeface="+mj-ea"/>
                <a:cs typeface="+mj-cs"/>
                <a:sym typeface="Arial"/>
              </a:defRPr>
            </a:lvl3pPr>
            <a:lvl4pPr marL="1783079" marR="0" indent="-411479" algn="l" defTabSz="914400" rtl="0" latinLnBrk="0">
              <a:lnSpc>
                <a:spcPts val="3600"/>
              </a:lnSpc>
              <a:spcBef>
                <a:spcPts val="0"/>
              </a:spcBef>
              <a:spcAft>
                <a:spcPts val="0"/>
              </a:spcAft>
              <a:buClrTx/>
              <a:buSzPct val="100000"/>
              <a:buFontTx/>
              <a:buChar char="–"/>
              <a:tabLst/>
              <a:defRPr sz="3600" b="1" i="0" u="none" strike="noStrike" cap="none" spc="-150" baseline="0">
                <a:solidFill>
                  <a:srgbClr val="000000"/>
                </a:solidFill>
                <a:uFillTx/>
                <a:latin typeface="+mj-lt"/>
                <a:ea typeface="+mj-ea"/>
                <a:cs typeface="+mj-cs"/>
                <a:sym typeface="Arial"/>
              </a:defRPr>
            </a:lvl4pPr>
            <a:lvl5pPr marL="2240279" marR="0" indent="-411479" algn="l" defTabSz="914400" rtl="0" latinLnBrk="0">
              <a:lnSpc>
                <a:spcPts val="3600"/>
              </a:lnSpc>
              <a:spcBef>
                <a:spcPts val="0"/>
              </a:spcBef>
              <a:spcAft>
                <a:spcPts val="0"/>
              </a:spcAft>
              <a:buClrTx/>
              <a:buSzPct val="100000"/>
              <a:buFontTx/>
              <a:buChar char="»"/>
              <a:tabLst/>
              <a:defRPr sz="3600" b="1" i="0" u="none" strike="noStrike" cap="none" spc="-15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a:lstStyle>
          <a:p>
            <a:pPr marL="539354" indent="-336947" algn="just" defTabSz="685800">
              <a:lnSpc>
                <a:spcPct val="150000"/>
              </a:lnSpc>
              <a:buFont typeface="Wingdings" panose="05000000000000000000" pitchFamily="2" charset="2"/>
              <a:buChar char="Ø"/>
            </a:pPr>
            <a:r>
              <a:rPr lang="en-IN" sz="2700" spc="-113" dirty="0">
                <a:latin typeface="Calibri Light" panose="020F0302020204030204"/>
              </a:rPr>
              <a:t>It is important  to know that just login to the session does not guarantee the  attendance.</a:t>
            </a:r>
          </a:p>
          <a:p>
            <a:pPr marL="539354" indent="-336947" algn="just" defTabSz="685800">
              <a:lnSpc>
                <a:spcPct val="150000"/>
              </a:lnSpc>
              <a:buFont typeface="Wingdings" panose="05000000000000000000" pitchFamily="2" charset="2"/>
              <a:buChar char="Ø"/>
            </a:pPr>
            <a:r>
              <a:rPr lang="en-IN" sz="2700" spc="-113" dirty="0">
                <a:latin typeface="Calibri Light" panose="020F0302020204030204"/>
              </a:rPr>
              <a:t>Once you join the session, continue till the end to consider you as present in the class.</a:t>
            </a:r>
          </a:p>
          <a:p>
            <a:pPr marL="539354" indent="-336947" algn="just" defTabSz="685800">
              <a:lnSpc>
                <a:spcPct val="150000"/>
              </a:lnSpc>
              <a:buFont typeface="Wingdings" panose="05000000000000000000" pitchFamily="2" charset="2"/>
              <a:buChar char="Ø"/>
            </a:pPr>
            <a:r>
              <a:rPr lang="en-IN" sz="2700" spc="-113" dirty="0">
                <a:latin typeface="Calibri Light" panose="020F0302020204030204"/>
              </a:rPr>
              <a:t>IMPORTANTLY, you need to make the class more interactive by responding to Professors queries in the session.</a:t>
            </a:r>
          </a:p>
          <a:p>
            <a:pPr marL="539354" indent="-336947" algn="just" defTabSz="685800">
              <a:lnSpc>
                <a:spcPct val="150000"/>
              </a:lnSpc>
              <a:buFont typeface="Wingdings" panose="05000000000000000000" pitchFamily="2" charset="2"/>
              <a:buChar char="Ø"/>
            </a:pPr>
            <a:r>
              <a:rPr lang="en-IN" sz="2700" spc="-113" dirty="0">
                <a:latin typeface="Calibri Light" panose="020F0302020204030204"/>
              </a:rPr>
              <a:t> </a:t>
            </a:r>
            <a:r>
              <a:rPr lang="en-IN" sz="2700" spc="-113" dirty="0">
                <a:solidFill>
                  <a:srgbClr val="FF0000"/>
                </a:solidFill>
                <a:latin typeface="Calibri Light" panose="020F0302020204030204"/>
              </a:rPr>
              <a:t>Whenever Professor calls your number / name, you need to respond, otherwise it will be considered as ABSENT</a:t>
            </a:r>
          </a:p>
        </p:txBody>
      </p:sp>
      <p:sp>
        <p:nvSpPr>
          <p:cNvPr id="3" name="Content Placeholder 3">
            <a:extLst>
              <a:ext uri="{FF2B5EF4-FFF2-40B4-BE49-F238E27FC236}">
                <a16:creationId xmlns="" xmlns:a16="http://schemas.microsoft.com/office/drawing/2014/main" id="{E5B81B82-6722-E8D7-444B-729DD031BBCE}"/>
              </a:ext>
            </a:extLst>
          </p:cNvPr>
          <p:cNvSpPr txBox="1">
            <a:spLocks/>
          </p:cNvSpPr>
          <p:nvPr/>
        </p:nvSpPr>
        <p:spPr>
          <a:xfrm>
            <a:off x="179512" y="548680"/>
            <a:ext cx="6840760" cy="549015"/>
          </a:xfrm>
          <a:prstGeom prst="rect">
            <a:avLst/>
          </a:prstGeom>
        </p:spPr>
        <p:txBody>
          <a:bodyPr/>
          <a:lst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a:lstStyle>
          <a:p>
            <a:pPr marL="0" indent="0" defTabSz="685800">
              <a:spcBef>
                <a:spcPts val="525"/>
              </a:spcBef>
              <a:buNone/>
            </a:pPr>
            <a:r>
              <a:rPr lang="en-IN" sz="4000" dirty="0">
                <a:latin typeface="Calibri Light" panose="020F0302020204030204"/>
              </a:rPr>
              <a:t>Important Note to Students</a:t>
            </a:r>
          </a:p>
        </p:txBody>
      </p:sp>
    </p:spTree>
    <p:extLst>
      <p:ext uri="{BB962C8B-B14F-4D97-AF65-F5344CB8AC3E}">
        <p14:creationId xmlns:p14="http://schemas.microsoft.com/office/powerpoint/2010/main" val="119808122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 xmlns:a16="http://schemas.microsoft.com/office/drawing/2014/main" id="{0708FDF9-98D8-82DA-F401-4BCA6F29EBE4}"/>
              </a:ext>
            </a:extLst>
          </p:cNvPr>
          <p:cNvSpPr txBox="1">
            <a:spLocks noGrp="1"/>
          </p:cNvSpPr>
          <p:nvPr>
            <p:ph type="body" sz="half" idx="1"/>
          </p:nvPr>
        </p:nvSpPr>
        <p:spPr>
          <a:xfrm>
            <a:off x="1403648" y="5085184"/>
            <a:ext cx="6844233" cy="875988"/>
          </a:xfrm>
          <a:prstGeom prst="rect">
            <a:avLst/>
          </a:prstGeom>
        </p:spPr>
        <p:txBody>
          <a:bodyPr>
            <a:noAutofit/>
          </a:bodyPr>
          <a:lstStyle/>
          <a:p>
            <a:pPr algn="ctr">
              <a:defRPr spc="-200"/>
            </a:pPr>
            <a:r>
              <a:rPr lang="en-US" dirty="0"/>
              <a:t>SEWI ZC467 - COMPUTER NETWORKS</a:t>
            </a:r>
          </a:p>
          <a:p>
            <a:pPr algn="ctr">
              <a:defRPr spc="-200"/>
            </a:pPr>
            <a:r>
              <a:rPr lang="en-US" dirty="0"/>
              <a:t>Lecture No. 08</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prstGeom prst="rect">
            <a:avLst/>
          </a:prstGeom>
        </p:spPr>
        <p:txBody>
          <a:bodyPr/>
          <a:lstStyle/>
          <a:p>
            <a:pPr algn="l"/>
            <a:r>
              <a:rPr lang="en-US" sz="4000" b="1" dirty="0"/>
              <a:t>Transport Layer </a:t>
            </a:r>
          </a:p>
        </p:txBody>
      </p:sp>
      <p:sp>
        <p:nvSpPr>
          <p:cNvPr id="6" name="Rectangle 3">
            <a:extLst>
              <a:ext uri="{FF2B5EF4-FFF2-40B4-BE49-F238E27FC236}">
                <a16:creationId xmlns="" xmlns:a16="http://schemas.microsoft.com/office/drawing/2014/main" id="{DE366245-7F01-544B-423A-A074A2CE1DFD}"/>
              </a:ext>
            </a:extLst>
          </p:cNvPr>
          <p:cNvSpPr>
            <a:spLocks noGrp="1" noChangeArrowheads="1"/>
          </p:cNvSpPr>
          <p:nvPr>
            <p:ph type="body" idx="4294967295"/>
          </p:nvPr>
        </p:nvSpPr>
        <p:spPr>
          <a:xfrm>
            <a:off x="179512" y="1417638"/>
            <a:ext cx="8784976" cy="3600450"/>
          </a:xfrm>
        </p:spPr>
        <p:txBody>
          <a:bodyPr>
            <a:noAutofit/>
          </a:bodyPr>
          <a:lstStyle/>
          <a:p>
            <a:pPr indent="-342900" algn="just">
              <a:lnSpc>
                <a:spcPct val="100000"/>
              </a:lnSpc>
              <a:buFont typeface="Arial" panose="020B0604020202020204" pitchFamily="34" charset="0"/>
              <a:buChar char="•"/>
            </a:pPr>
            <a:r>
              <a:rPr lang="en-US" sz="2400" b="0" dirty="0">
                <a:latin typeface="+mj-lt"/>
                <a:cs typeface="Arial" panose="020B0604020202020204" pitchFamily="34" charset="0"/>
              </a:rPr>
              <a:t>The transport layer is responsible for </a:t>
            </a:r>
            <a:r>
              <a:rPr lang="en-US" sz="2400" b="0" dirty="0">
                <a:solidFill>
                  <a:srgbClr val="FF0000"/>
                </a:solidFill>
                <a:latin typeface="+mj-lt"/>
                <a:cs typeface="Arial" panose="020B0604020202020204" pitchFamily="34" charset="0"/>
              </a:rPr>
              <a:t>process-to-process delivery</a:t>
            </a:r>
            <a:r>
              <a:rPr lang="en-US" sz="2400" b="0" dirty="0">
                <a:latin typeface="+mj-lt"/>
                <a:cs typeface="Arial" panose="020B0604020202020204" pitchFamily="34" charset="0"/>
              </a:rPr>
              <a:t>—the delivery of a datagram, part of a message, from one process to another.</a:t>
            </a:r>
          </a:p>
          <a:p>
            <a:pPr indent="-342900" algn="just">
              <a:lnSpc>
                <a:spcPct val="100000"/>
              </a:lnSpc>
              <a:buFont typeface="Arial" panose="020B0604020202020204" pitchFamily="34" charset="0"/>
              <a:buChar char="•"/>
            </a:pPr>
            <a:r>
              <a:rPr lang="en-US" sz="2400" b="0" baseline="0" dirty="0">
                <a:latin typeface="+mj-lt"/>
                <a:cs typeface="Arial" panose="020B0604020202020204" pitchFamily="34" charset="0"/>
              </a:rPr>
              <a:t>Two processes communicate in a </a:t>
            </a:r>
            <a:r>
              <a:rPr lang="en-US" sz="2400" b="0" baseline="0" dirty="0">
                <a:solidFill>
                  <a:srgbClr val="FF0000"/>
                </a:solidFill>
                <a:latin typeface="+mj-lt"/>
                <a:cs typeface="Arial" panose="020B0604020202020204" pitchFamily="34" charset="0"/>
              </a:rPr>
              <a:t>client/server</a:t>
            </a:r>
            <a:r>
              <a:rPr lang="en-US" sz="2400" b="0" baseline="0" dirty="0">
                <a:latin typeface="+mj-lt"/>
                <a:cs typeface="Arial" panose="020B0604020202020204" pitchFamily="34" charset="0"/>
              </a:rPr>
              <a:t> relationship</a:t>
            </a:r>
          </a:p>
          <a:p>
            <a:pPr indent="-342900" algn="just">
              <a:lnSpc>
                <a:spcPct val="100000"/>
              </a:lnSpc>
              <a:buFont typeface="Arial" panose="020B0604020202020204" pitchFamily="34" charset="0"/>
              <a:buChar char="•"/>
            </a:pPr>
            <a:r>
              <a:rPr lang="en-US" sz="2400" b="0" dirty="0">
                <a:latin typeface="+mj-lt"/>
                <a:cs typeface="Arial" panose="020B0604020202020204" pitchFamily="34" charset="0"/>
              </a:rPr>
              <a:t>Multiple processes running on each host (source as well as destination)</a:t>
            </a:r>
          </a:p>
          <a:p>
            <a:pPr indent="-342900" algn="just">
              <a:lnSpc>
                <a:spcPct val="100000"/>
              </a:lnSpc>
              <a:buFont typeface="Arial" panose="020B0604020202020204" pitchFamily="34" charset="0"/>
              <a:buChar char="•"/>
            </a:pPr>
            <a:r>
              <a:rPr lang="en-US" sz="2400" b="0" dirty="0">
                <a:latin typeface="+mj-lt"/>
                <a:cs typeface="Arial" panose="020B0604020202020204" pitchFamily="34" charset="0"/>
              </a:rPr>
              <a:t>Need to </a:t>
            </a:r>
            <a:r>
              <a:rPr lang="en-US" sz="2400" b="0" dirty="0">
                <a:solidFill>
                  <a:srgbClr val="FF0000"/>
                </a:solidFill>
                <a:latin typeface="+mj-lt"/>
                <a:cs typeface="Arial" panose="020B0604020202020204" pitchFamily="34" charset="0"/>
              </a:rPr>
              <a:t>uniquely address individual process </a:t>
            </a:r>
            <a:r>
              <a:rPr lang="en-US" sz="2400" b="0" dirty="0">
                <a:latin typeface="+mj-lt"/>
                <a:cs typeface="Arial" panose="020B0604020202020204" pitchFamily="34" charset="0"/>
              </a:rPr>
              <a:t>running on each host</a:t>
            </a:r>
          </a:p>
          <a:p>
            <a:pPr indent="-342900" algn="just">
              <a:lnSpc>
                <a:spcPct val="100000"/>
              </a:lnSpc>
              <a:buFont typeface="Arial" panose="020B0604020202020204" pitchFamily="34" charset="0"/>
              <a:buChar char="•"/>
            </a:pPr>
            <a:r>
              <a:rPr lang="en-US" sz="2400" b="0" dirty="0">
                <a:latin typeface="+mj-lt"/>
                <a:cs typeface="Arial" panose="020B0604020202020204" pitchFamily="34" charset="0"/>
              </a:rPr>
              <a:t>Communication involves:</a:t>
            </a:r>
          </a:p>
          <a:p>
            <a:pPr lvl="1">
              <a:lnSpc>
                <a:spcPct val="100000"/>
              </a:lnSpc>
            </a:pPr>
            <a:r>
              <a:rPr lang="en-US" sz="2400" b="0" dirty="0">
                <a:latin typeface="+mj-lt"/>
                <a:cs typeface="Arial" panose="020B0604020202020204" pitchFamily="34" charset="0"/>
              </a:rPr>
              <a:t>Local host</a:t>
            </a:r>
          </a:p>
          <a:p>
            <a:pPr lvl="1">
              <a:lnSpc>
                <a:spcPct val="100000"/>
              </a:lnSpc>
            </a:pPr>
            <a:r>
              <a:rPr lang="en-US" sz="2400" b="0" dirty="0">
                <a:latin typeface="+mj-lt"/>
                <a:cs typeface="Arial" panose="020B0604020202020204" pitchFamily="34" charset="0"/>
              </a:rPr>
              <a:t>Local process</a:t>
            </a:r>
          </a:p>
          <a:p>
            <a:pPr lvl="1">
              <a:lnSpc>
                <a:spcPct val="100000"/>
              </a:lnSpc>
            </a:pPr>
            <a:r>
              <a:rPr lang="en-US" sz="2400" b="0" dirty="0">
                <a:latin typeface="+mj-lt"/>
                <a:cs typeface="Arial" panose="020B0604020202020204" pitchFamily="34" charset="0"/>
              </a:rPr>
              <a:t>Remote host </a:t>
            </a:r>
          </a:p>
          <a:p>
            <a:pPr lvl="1">
              <a:lnSpc>
                <a:spcPct val="100000"/>
              </a:lnSpc>
            </a:pPr>
            <a:r>
              <a:rPr lang="en-US" sz="2400" b="0" dirty="0">
                <a:latin typeface="+mj-lt"/>
                <a:cs typeface="Arial" panose="020B0604020202020204" pitchFamily="34" charset="0"/>
              </a:rPr>
              <a:t>Remote process  </a:t>
            </a:r>
          </a:p>
          <a:p>
            <a:pPr lvl="1">
              <a:lnSpc>
                <a:spcPct val="100000"/>
              </a:lnSpc>
            </a:pPr>
            <a:endParaRPr lang="en-US" sz="2400" b="0" dirty="0">
              <a:latin typeface="+mj-lt"/>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9" name="Picture 6">
            <a:extLst>
              <a:ext uri="{FF2B5EF4-FFF2-40B4-BE49-F238E27FC236}">
                <a16:creationId xmlns="" xmlns:a16="http://schemas.microsoft.com/office/drawing/2014/main" id="{B46FFF1A-FF9B-D1C3-3AA2-929FE416D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538" y="1692346"/>
            <a:ext cx="8229600" cy="356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 xmlns:a16="http://schemas.microsoft.com/office/drawing/2014/main" id="{7A654C00-C79C-B47C-850E-ABE899A14B0D}"/>
              </a:ext>
            </a:extLst>
          </p:cNvPr>
          <p:cNvSpPr>
            <a:spLocks noGrp="1"/>
          </p:cNvSpPr>
          <p:nvPr>
            <p:ph type="title"/>
          </p:nvPr>
        </p:nvSpPr>
        <p:spPr>
          <a:prstGeom prst="rect">
            <a:avLst/>
          </a:prstGeom>
        </p:spPr>
        <p:txBody>
          <a:bodyPr/>
          <a:lstStyle/>
          <a:p>
            <a:pPr algn="l"/>
            <a:r>
              <a:rPr lang="en-US" altLang="en-US" sz="4000" b="1" dirty="0"/>
              <a:t>Types of  Data Deliveries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CC24154-4DBF-2776-C3E2-C2303BBF60F5}"/>
            </a:ext>
          </a:extLst>
        </p:cNvPr>
        <p:cNvGrpSpPr/>
        <p:nvPr/>
      </p:nvGrpSpPr>
      <p:grpSpPr>
        <a:xfrm>
          <a:off x="0" y="0"/>
          <a:ext cx="0" cy="0"/>
          <a:chOff x="0" y="0"/>
          <a:chExt cx="0" cy="0"/>
        </a:xfrm>
      </p:grpSpPr>
      <p:sp>
        <p:nvSpPr>
          <p:cNvPr id="5122" name="Title 1">
            <a:extLst>
              <a:ext uri="{FF2B5EF4-FFF2-40B4-BE49-F238E27FC236}">
                <a16:creationId xmlns="" xmlns:a16="http://schemas.microsoft.com/office/drawing/2014/main" id="{5322940D-DFF2-F37E-4B02-71433FC28671}"/>
              </a:ext>
            </a:extLst>
          </p:cNvPr>
          <p:cNvSpPr>
            <a:spLocks noGrp="1"/>
          </p:cNvSpPr>
          <p:nvPr>
            <p:ph type="title"/>
          </p:nvPr>
        </p:nvSpPr>
        <p:spPr>
          <a:prstGeom prst="rect">
            <a:avLst/>
          </a:prstGeom>
        </p:spPr>
        <p:txBody>
          <a:bodyPr/>
          <a:lstStyle/>
          <a:p>
            <a:pPr algn="l"/>
            <a:r>
              <a:rPr lang="en-US" altLang="en-US" sz="4000" b="1" dirty="0"/>
              <a:t>Port Numbers for Addressing</a:t>
            </a:r>
          </a:p>
        </p:txBody>
      </p:sp>
      <p:pic>
        <p:nvPicPr>
          <p:cNvPr id="5123" name="Picture 26" descr="Port Nos.GIF">
            <a:extLst>
              <a:ext uri="{FF2B5EF4-FFF2-40B4-BE49-F238E27FC236}">
                <a16:creationId xmlns="" xmlns:a16="http://schemas.microsoft.com/office/drawing/2014/main" id="{49FCF757-EB47-0DE5-F919-CCFD99CE93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413310"/>
            <a:ext cx="7272808" cy="369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 xmlns:a16="http://schemas.microsoft.com/office/drawing/2014/main" id="{EEA5D00A-F935-7F23-C424-5BC9C214530D}"/>
              </a:ext>
            </a:extLst>
          </p:cNvPr>
          <p:cNvSpPr txBox="1"/>
          <p:nvPr/>
        </p:nvSpPr>
        <p:spPr>
          <a:xfrm>
            <a:off x="190500" y="5599972"/>
            <a:ext cx="8695907" cy="1015663"/>
          </a:xfrm>
          <a:prstGeom prst="rect">
            <a:avLst/>
          </a:prstGeom>
          <a:noFill/>
        </p:spPr>
        <p:txBody>
          <a:bodyPr wrap="none" rtlCol="0">
            <a:spAutoFit/>
          </a:bodyPr>
          <a:lstStyle/>
          <a:p>
            <a:r>
              <a:rPr lang="en-US" sz="2000" dirty="0"/>
              <a:t>Well-known ports:  Assigned and controlled by </a:t>
            </a:r>
            <a:r>
              <a:rPr lang="en-US" sz="2000" dirty="0" err="1"/>
              <a:t>lANA</a:t>
            </a:r>
            <a:endParaRPr lang="en-US" sz="2000" dirty="0"/>
          </a:p>
          <a:p>
            <a:r>
              <a:rPr lang="en-US" sz="2000" dirty="0"/>
              <a:t>Registered ports	:  Not assigned or controlled by </a:t>
            </a:r>
            <a:r>
              <a:rPr lang="en-US" sz="2000" dirty="0" err="1"/>
              <a:t>lANA</a:t>
            </a:r>
            <a:endParaRPr lang="en-US" sz="2000" dirty="0"/>
          </a:p>
          <a:p>
            <a:r>
              <a:rPr lang="en-US" sz="2000" dirty="0"/>
              <a:t>Dynamic ports	:  Neither controlled nor registered;  Can be used by any process</a:t>
            </a:r>
          </a:p>
        </p:txBody>
      </p:sp>
      <p:sp>
        <p:nvSpPr>
          <p:cNvPr id="4" name="TextBox 3">
            <a:extLst>
              <a:ext uri="{FF2B5EF4-FFF2-40B4-BE49-F238E27FC236}">
                <a16:creationId xmlns="" xmlns:a16="http://schemas.microsoft.com/office/drawing/2014/main" id="{2016D462-1084-14D1-3C2C-1731D1B2EC85}"/>
              </a:ext>
            </a:extLst>
          </p:cNvPr>
          <p:cNvSpPr txBox="1"/>
          <p:nvPr/>
        </p:nvSpPr>
        <p:spPr>
          <a:xfrm>
            <a:off x="190500" y="5167924"/>
            <a:ext cx="4581330" cy="369332"/>
          </a:xfrm>
          <a:prstGeom prst="rect">
            <a:avLst/>
          </a:prstGeom>
          <a:noFill/>
        </p:spPr>
        <p:txBody>
          <a:bodyPr wrap="square">
            <a:spAutoFit/>
          </a:bodyPr>
          <a:lstStyle/>
          <a:p>
            <a:r>
              <a:rPr lang="en-US" b="1" i="0" u="sng" dirty="0">
                <a:solidFill>
                  <a:srgbClr val="FF0000"/>
                </a:solidFill>
                <a:effectLst/>
                <a:latin typeface="Google Sans"/>
              </a:rPr>
              <a:t>Internet Assigned Numbers Authority (IANA)</a:t>
            </a:r>
            <a:endParaRPr lang="en-IN" b="1" u="sng" dirty="0">
              <a:solidFill>
                <a:srgbClr val="FF0000"/>
              </a:solidFill>
            </a:endParaRPr>
          </a:p>
        </p:txBody>
      </p:sp>
    </p:spTree>
    <p:extLst>
      <p:ext uri="{BB962C8B-B14F-4D97-AF65-F5344CB8AC3E}">
        <p14:creationId xmlns:p14="http://schemas.microsoft.com/office/powerpoint/2010/main" val="2695693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6263CA3-E4D7-5129-8CE1-7C81089948C4}"/>
            </a:ext>
          </a:extLst>
        </p:cNvPr>
        <p:cNvGrpSpPr/>
        <p:nvPr/>
      </p:nvGrpSpPr>
      <p:grpSpPr>
        <a:xfrm>
          <a:off x="0" y="0"/>
          <a:ext cx="0" cy="0"/>
          <a:chOff x="0" y="0"/>
          <a:chExt cx="0" cy="0"/>
        </a:xfrm>
      </p:grpSpPr>
      <p:sp>
        <p:nvSpPr>
          <p:cNvPr id="2" name="object 2">
            <a:extLst>
              <a:ext uri="{FF2B5EF4-FFF2-40B4-BE49-F238E27FC236}">
                <a16:creationId xmlns="" xmlns:a16="http://schemas.microsoft.com/office/drawing/2014/main" id="{B6EFFC1F-9B84-A072-1BCE-C5FF912CE45F}"/>
              </a:ext>
            </a:extLst>
          </p:cNvPr>
          <p:cNvSpPr txBox="1">
            <a:spLocks noGrp="1"/>
          </p:cNvSpPr>
          <p:nvPr>
            <p:ph type="title"/>
          </p:nvPr>
        </p:nvSpPr>
        <p:spPr>
          <a:prstGeom prst="rect">
            <a:avLst/>
          </a:prstGeom>
        </p:spPr>
        <p:txBody>
          <a:bodyPr/>
          <a:lstStyle/>
          <a:p>
            <a:pPr algn="l"/>
            <a:r>
              <a:rPr sz="4000" b="1" dirty="0"/>
              <a:t>IP addresses versus port numbers</a:t>
            </a:r>
          </a:p>
        </p:txBody>
      </p:sp>
      <p:pic>
        <p:nvPicPr>
          <p:cNvPr id="4" name="object 4">
            <a:extLst>
              <a:ext uri="{FF2B5EF4-FFF2-40B4-BE49-F238E27FC236}">
                <a16:creationId xmlns="" xmlns:a16="http://schemas.microsoft.com/office/drawing/2014/main" id="{29A541F5-75B3-B40D-46CD-18E7CD1B7C5B}"/>
              </a:ext>
            </a:extLst>
          </p:cNvPr>
          <p:cNvPicPr/>
          <p:nvPr/>
        </p:nvPicPr>
        <p:blipFill>
          <a:blip r:embed="rId2" cstate="print"/>
          <a:stretch>
            <a:fillRect/>
          </a:stretch>
        </p:blipFill>
        <p:spPr>
          <a:xfrm>
            <a:off x="1475656" y="1495028"/>
            <a:ext cx="6454513" cy="4748643"/>
          </a:xfrm>
          <a:prstGeom prst="rect">
            <a:avLst/>
          </a:prstGeom>
        </p:spPr>
      </p:pic>
    </p:spTree>
    <p:extLst>
      <p:ext uri="{BB962C8B-B14F-4D97-AF65-F5344CB8AC3E}">
        <p14:creationId xmlns:p14="http://schemas.microsoft.com/office/powerpoint/2010/main" val="2268632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0B1B4E1-E9A5-3AC4-CC43-D6C6B225CB05}"/>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6BFDB9A9-72B2-DCDD-0AB8-FD14B31D81DA}"/>
              </a:ext>
            </a:extLst>
          </p:cNvPr>
          <p:cNvSpPr>
            <a:spLocks noGrp="1" noChangeArrowheads="1"/>
          </p:cNvSpPr>
          <p:nvPr>
            <p:ph type="title"/>
          </p:nvPr>
        </p:nvSpPr>
        <p:spPr>
          <a:prstGeom prst="rect">
            <a:avLst/>
          </a:prstGeom>
        </p:spPr>
        <p:txBody>
          <a:bodyPr/>
          <a:lstStyle/>
          <a:p>
            <a:pPr algn="l"/>
            <a:r>
              <a:rPr lang="en-US" sz="4000" b="1" dirty="0"/>
              <a:t>Transport Layer Protocols</a:t>
            </a:r>
          </a:p>
        </p:txBody>
      </p:sp>
      <p:sp>
        <p:nvSpPr>
          <p:cNvPr id="57347" name="Rectangle 3">
            <a:extLst>
              <a:ext uri="{FF2B5EF4-FFF2-40B4-BE49-F238E27FC236}">
                <a16:creationId xmlns="" xmlns:a16="http://schemas.microsoft.com/office/drawing/2014/main" id="{753F97E6-0D2A-7C0A-7AC4-D0652C4C15C9}"/>
              </a:ext>
            </a:extLst>
          </p:cNvPr>
          <p:cNvSpPr>
            <a:spLocks noGrp="1" noChangeArrowheads="1"/>
          </p:cNvSpPr>
          <p:nvPr>
            <p:ph type="body" sz="quarter" idx="4294967295"/>
          </p:nvPr>
        </p:nvSpPr>
        <p:spPr>
          <a:xfrm>
            <a:off x="457200" y="1442256"/>
            <a:ext cx="8229600" cy="1143000"/>
          </a:xfrm>
        </p:spPr>
        <p:txBody>
          <a:bodyPr>
            <a:noAutofit/>
          </a:bodyPr>
          <a:lstStyle/>
          <a:p>
            <a:pPr marL="0" indent="0" algn="just">
              <a:lnSpc>
                <a:spcPct val="100000"/>
              </a:lnSpc>
            </a:pPr>
            <a:r>
              <a:rPr lang="en-US" sz="1600" b="0" dirty="0"/>
              <a:t>The Internet model has three protocols at the transport layer: </a:t>
            </a:r>
            <a:r>
              <a:rPr lang="en-IN" sz="1600" b="0" i="0" dirty="0">
                <a:solidFill>
                  <a:srgbClr val="040C28"/>
                </a:solidFill>
                <a:effectLst/>
              </a:rPr>
              <a:t>User Datagram Protocol </a:t>
            </a:r>
            <a:r>
              <a:rPr lang="en-IN" sz="1600" b="0" i="1" dirty="0">
                <a:solidFill>
                  <a:srgbClr val="FF0000"/>
                </a:solidFill>
                <a:effectLst/>
              </a:rPr>
              <a:t>(UDP)</a:t>
            </a:r>
            <a:r>
              <a:rPr lang="en-US" sz="1600" b="0" dirty="0"/>
              <a:t>, Transmission Control Protocol </a:t>
            </a:r>
            <a:r>
              <a:rPr lang="en-US" sz="1600" b="0" i="1" dirty="0"/>
              <a:t>(TCP)</a:t>
            </a:r>
            <a:r>
              <a:rPr lang="en-US" sz="1600" b="0" dirty="0"/>
              <a:t>, and Stream Control Transmission Protocol </a:t>
            </a:r>
            <a:r>
              <a:rPr lang="en-US" sz="1600" b="0" i="1" dirty="0">
                <a:solidFill>
                  <a:srgbClr val="FF0000"/>
                </a:solidFill>
              </a:rPr>
              <a:t>(SCTP)</a:t>
            </a:r>
          </a:p>
          <a:p>
            <a:pPr marL="0" indent="0">
              <a:lnSpc>
                <a:spcPct val="100000"/>
              </a:lnSpc>
              <a:buNone/>
            </a:pPr>
            <a:r>
              <a:rPr lang="en-US" sz="1600" b="0" i="1" u="sng" dirty="0">
                <a:latin typeface="Arial" panose="020B0604020202020204" pitchFamily="34" charset="0"/>
                <a:cs typeface="Arial" panose="020B0604020202020204" pitchFamily="34" charset="0"/>
              </a:rPr>
              <a:t> </a:t>
            </a:r>
            <a:r>
              <a:rPr lang="en-US" sz="1600" b="0" i="1" u="sng" dirty="0">
                <a:latin typeface="Arial" panose="020B0604020202020204" pitchFamily="34" charset="0"/>
                <a:cs typeface="Arial" panose="020B0604020202020204" pitchFamily="34" charset="0"/>
                <a:hlinkClick r:id="rId2"/>
              </a:rPr>
              <a:t>https://www.ionos.com/digitalguide/server/know-how/tcp-ports-and-udp-ports/</a:t>
            </a:r>
            <a:endParaRPr lang="en-US" sz="1600" b="0" i="1" u="sng" dirty="0">
              <a:latin typeface="Arial" panose="020B0604020202020204" pitchFamily="34" charset="0"/>
              <a:cs typeface="Arial" panose="020B0604020202020204" pitchFamily="34" charset="0"/>
            </a:endParaRPr>
          </a:p>
          <a:p>
            <a:pPr marL="0" indent="0">
              <a:lnSpc>
                <a:spcPct val="100000"/>
              </a:lnSpc>
              <a:buNone/>
            </a:pPr>
            <a:endParaRPr lang="en-US" sz="1600" b="0" i="1" u="sng" dirty="0">
              <a:latin typeface="Arial" panose="020B0604020202020204" pitchFamily="34" charset="0"/>
              <a:cs typeface="Arial" panose="020B0604020202020204" pitchFamily="34" charset="0"/>
            </a:endParaRPr>
          </a:p>
          <a:p>
            <a:pPr>
              <a:lnSpc>
                <a:spcPct val="100000"/>
              </a:lnSpc>
            </a:pPr>
            <a:r>
              <a:rPr lang="en-US" sz="1600" b="0" baseline="0" dirty="0">
                <a:latin typeface="Arial" panose="020B0604020202020204" pitchFamily="34" charset="0"/>
                <a:cs typeface="Arial" panose="020B0604020202020204" pitchFamily="34" charset="0"/>
              </a:rPr>
              <a:t>A few common UDP applications and their ports:</a:t>
            </a:r>
          </a:p>
          <a:p>
            <a:pPr lvl="1">
              <a:lnSpc>
                <a:spcPct val="100000"/>
              </a:lnSpc>
            </a:pPr>
            <a:r>
              <a:rPr lang="en-US" sz="1600" b="0" dirty="0"/>
              <a:t>daytime 13</a:t>
            </a:r>
          </a:p>
          <a:p>
            <a:pPr lvl="1">
              <a:lnSpc>
                <a:spcPct val="100000"/>
              </a:lnSpc>
            </a:pPr>
            <a:r>
              <a:rPr lang="en-US" sz="1600" b="0" dirty="0"/>
              <a:t>SUNRPC 111</a:t>
            </a:r>
          </a:p>
          <a:p>
            <a:pPr lvl="1">
              <a:lnSpc>
                <a:spcPct val="100000"/>
              </a:lnSpc>
            </a:pPr>
            <a:r>
              <a:rPr lang="en-US" sz="1600" b="0" dirty="0"/>
              <a:t>SNMP 161</a:t>
            </a:r>
          </a:p>
          <a:p>
            <a:pPr lvl="1">
              <a:lnSpc>
                <a:spcPct val="100000"/>
              </a:lnSpc>
            </a:pPr>
            <a:r>
              <a:rPr lang="en-US" sz="1600" b="0" dirty="0"/>
              <a:t>DOMAIN: 53</a:t>
            </a:r>
          </a:p>
          <a:p>
            <a:pPr>
              <a:lnSpc>
                <a:spcPct val="100000"/>
              </a:lnSpc>
            </a:pPr>
            <a:r>
              <a:rPr lang="en-US" sz="1600" b="0" dirty="0"/>
              <a:t>A few common TCP applications and their ports</a:t>
            </a:r>
            <a:r>
              <a:rPr lang="en-US" sz="1600" b="0" dirty="0">
                <a:latin typeface="Arial" panose="020B0604020202020204" pitchFamily="34" charset="0"/>
                <a:cs typeface="Arial" panose="020B0604020202020204" pitchFamily="34" charset="0"/>
              </a:rPr>
              <a:t>:</a:t>
            </a:r>
          </a:p>
          <a:p>
            <a:pPr lvl="1">
              <a:lnSpc>
                <a:spcPct val="100000"/>
              </a:lnSpc>
            </a:pPr>
            <a:r>
              <a:rPr lang="en-US" sz="1600" b="0" dirty="0">
                <a:latin typeface="Arial" panose="020B0604020202020204" pitchFamily="34" charset="0"/>
                <a:cs typeface="Arial" panose="020B0604020202020204" pitchFamily="34" charset="0"/>
              </a:rPr>
              <a:t>HTTP 80</a:t>
            </a:r>
          </a:p>
          <a:p>
            <a:pPr lvl="1">
              <a:lnSpc>
                <a:spcPct val="100000"/>
              </a:lnSpc>
            </a:pPr>
            <a:r>
              <a:rPr lang="en-US" sz="1600" b="0" dirty="0">
                <a:latin typeface="Arial" panose="020B0604020202020204" pitchFamily="34" charset="0"/>
                <a:cs typeface="Arial" panose="020B0604020202020204" pitchFamily="34" charset="0"/>
              </a:rPr>
              <a:t>HTTPS 443</a:t>
            </a:r>
          </a:p>
          <a:p>
            <a:pPr lvl="1">
              <a:lnSpc>
                <a:spcPct val="100000"/>
              </a:lnSpc>
            </a:pPr>
            <a:r>
              <a:rPr lang="en-US" sz="1600" b="0" dirty="0">
                <a:latin typeface="Arial" panose="020B0604020202020204" pitchFamily="34" charset="0"/>
                <a:cs typeface="Arial" panose="020B0604020202020204" pitchFamily="34" charset="0"/>
              </a:rPr>
              <a:t>FTP 21</a:t>
            </a:r>
          </a:p>
          <a:p>
            <a:pPr lvl="1">
              <a:lnSpc>
                <a:spcPct val="100000"/>
              </a:lnSpc>
            </a:pPr>
            <a:r>
              <a:rPr lang="en-US" sz="1600" b="0" dirty="0">
                <a:latin typeface="Arial" panose="020B0604020202020204" pitchFamily="34" charset="0"/>
                <a:cs typeface="Arial" panose="020B0604020202020204" pitchFamily="34" charset="0"/>
              </a:rPr>
              <a:t>SSH (Secure Shell) 22</a:t>
            </a:r>
          </a:p>
          <a:p>
            <a:pPr lvl="1">
              <a:lnSpc>
                <a:spcPct val="100000"/>
              </a:lnSpc>
            </a:pPr>
            <a:r>
              <a:rPr lang="en-US" sz="1600" b="0" dirty="0">
                <a:latin typeface="Arial" panose="020B0604020202020204" pitchFamily="34" charset="0"/>
                <a:cs typeface="Arial" panose="020B0604020202020204" pitchFamily="34" charset="0"/>
              </a:rPr>
              <a:t>Telnet  23                      and many more… </a:t>
            </a:r>
          </a:p>
          <a:p>
            <a:pPr marL="0" indent="0">
              <a:lnSpc>
                <a:spcPct val="100000"/>
              </a:lnSpc>
            </a:pPr>
            <a:r>
              <a:rPr lang="en-US" sz="1600" b="0" dirty="0">
                <a:latin typeface="Arial" panose="020B0604020202020204" pitchFamily="34" charset="0"/>
                <a:cs typeface="Arial" panose="020B0604020202020204" pitchFamily="34" charset="0"/>
              </a:rPr>
              <a:t>SCTP(Stream Control Transmission Protocol) is mainly used for signaling and transmission in telecommunications and specialized network applications</a:t>
            </a:r>
          </a:p>
        </p:txBody>
      </p:sp>
    </p:spTree>
    <p:extLst>
      <p:ext uri="{BB962C8B-B14F-4D97-AF65-F5344CB8AC3E}">
        <p14:creationId xmlns:p14="http://schemas.microsoft.com/office/powerpoint/2010/main" val="3508849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F8565E7-65CD-D6AE-523C-5C52263E58AB}"/>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77B3DC8F-CD7F-4B6F-0F23-1C86E4CE3198}"/>
              </a:ext>
            </a:extLst>
          </p:cNvPr>
          <p:cNvSpPr>
            <a:spLocks noGrp="1" noChangeArrowheads="1"/>
          </p:cNvSpPr>
          <p:nvPr>
            <p:ph type="title"/>
          </p:nvPr>
        </p:nvSpPr>
        <p:spPr>
          <a:prstGeom prst="rect">
            <a:avLst/>
          </a:prstGeom>
        </p:spPr>
        <p:txBody>
          <a:bodyPr/>
          <a:lstStyle/>
          <a:p>
            <a:pPr algn="l"/>
            <a:r>
              <a:rPr lang="en-US" sz="4000" b="1" dirty="0"/>
              <a:t>UDP</a:t>
            </a:r>
          </a:p>
        </p:txBody>
      </p:sp>
      <p:sp>
        <p:nvSpPr>
          <p:cNvPr id="57347" name="Rectangle 3">
            <a:extLst>
              <a:ext uri="{FF2B5EF4-FFF2-40B4-BE49-F238E27FC236}">
                <a16:creationId xmlns="" xmlns:a16="http://schemas.microsoft.com/office/drawing/2014/main" id="{112BBADD-2C10-9673-C621-56F9F420A1E2}"/>
              </a:ext>
            </a:extLst>
          </p:cNvPr>
          <p:cNvSpPr>
            <a:spLocks noGrp="1" noChangeArrowheads="1"/>
          </p:cNvSpPr>
          <p:nvPr>
            <p:ph type="body" sz="quarter" idx="4294967295"/>
          </p:nvPr>
        </p:nvSpPr>
        <p:spPr>
          <a:xfrm>
            <a:off x="0" y="152400"/>
            <a:ext cx="6324600" cy="1143000"/>
          </a:xfrm>
        </p:spPr>
        <p:txBody>
          <a:bodyPr>
            <a:normAutofit/>
          </a:bodyPr>
          <a:lstStyle/>
          <a:p>
            <a:pPr algn="just"/>
            <a:r>
              <a:rPr lang="en-US" sz="2400" dirty="0">
                <a:latin typeface="Arial" panose="020B0604020202020204" pitchFamily="34" charset="0"/>
                <a:cs typeface="Arial" panose="020B0604020202020204" pitchFamily="34" charset="0"/>
              </a:rPr>
              <a:t>   </a:t>
            </a:r>
          </a:p>
        </p:txBody>
      </p:sp>
      <p:sp>
        <p:nvSpPr>
          <p:cNvPr id="2" name="Rectangle 3">
            <a:extLst>
              <a:ext uri="{FF2B5EF4-FFF2-40B4-BE49-F238E27FC236}">
                <a16:creationId xmlns="" xmlns:a16="http://schemas.microsoft.com/office/drawing/2014/main" id="{B8982ABF-06D7-FE66-CA23-AE4FD42570C4}"/>
              </a:ext>
            </a:extLst>
          </p:cNvPr>
          <p:cNvSpPr txBox="1">
            <a:spLocks noChangeArrowheads="1"/>
          </p:cNvSpPr>
          <p:nvPr/>
        </p:nvSpPr>
        <p:spPr>
          <a:xfrm>
            <a:off x="205680" y="1412776"/>
            <a:ext cx="8686800" cy="5103515"/>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Arial" panose="020B0604020202020204" pitchFamily="34" charset="0"/>
              <a:buChar char="•"/>
            </a:pPr>
            <a:r>
              <a:rPr lang="en-US" sz="2200" b="1" dirty="0"/>
              <a:t>“bare bones” </a:t>
            </a:r>
            <a:r>
              <a:rPr lang="en-US" sz="2200" dirty="0"/>
              <a:t>Internet transport protocol</a:t>
            </a:r>
          </a:p>
          <a:p>
            <a:pPr algn="just">
              <a:buFont typeface="Arial" panose="020B0604020202020204" pitchFamily="34" charset="0"/>
              <a:buChar char="•"/>
            </a:pPr>
            <a:r>
              <a:rPr lang="en-US" sz="2200" b="1" dirty="0"/>
              <a:t> “best effort” </a:t>
            </a:r>
            <a:r>
              <a:rPr lang="en-US" sz="2200" dirty="0"/>
              <a:t>service, UDP segments may be lost or delivered out of order to application</a:t>
            </a:r>
          </a:p>
          <a:p>
            <a:pPr algn="just">
              <a:buFont typeface="Arial" panose="020B0604020202020204" pitchFamily="34" charset="0"/>
              <a:buChar char="•"/>
            </a:pPr>
            <a:endParaRPr lang="en-US" sz="2000" b="1" dirty="0"/>
          </a:p>
          <a:p>
            <a:pPr algn="just">
              <a:buFont typeface="Arial" panose="020B0604020202020204" pitchFamily="34" charset="0"/>
              <a:buChar char="•"/>
            </a:pPr>
            <a:r>
              <a:rPr lang="en-US" b="1" dirty="0"/>
              <a:t>Why is there an UDP Protocol? </a:t>
            </a:r>
          </a:p>
          <a:p>
            <a:pPr algn="just">
              <a:buFont typeface="Arial" panose="020B0604020202020204" pitchFamily="34" charset="0"/>
              <a:buChar char="•"/>
            </a:pPr>
            <a:r>
              <a:rPr lang="en-US" sz="2000" dirty="0"/>
              <a:t>No connection establishment (which can add to delay)</a:t>
            </a:r>
          </a:p>
          <a:p>
            <a:pPr algn="just">
              <a:buFont typeface="Arial" panose="020B0604020202020204" pitchFamily="34" charset="0"/>
              <a:buChar char="•"/>
            </a:pPr>
            <a:r>
              <a:rPr lang="en-US" sz="2000" dirty="0"/>
              <a:t>Simple – no connection state to be maintained at sender or receiver</a:t>
            </a:r>
          </a:p>
          <a:p>
            <a:pPr algn="just">
              <a:buFont typeface="Arial" panose="020B0604020202020204" pitchFamily="34" charset="0"/>
              <a:buChar char="•"/>
            </a:pPr>
            <a:r>
              <a:rPr lang="en-US" sz="2000" dirty="0"/>
              <a:t>Small segment header</a:t>
            </a:r>
          </a:p>
          <a:p>
            <a:pPr algn="just">
              <a:buFont typeface="Arial" panose="020B0604020202020204" pitchFamily="34" charset="0"/>
              <a:buChar char="•"/>
            </a:pPr>
            <a:r>
              <a:rPr lang="en-US" sz="2000" dirty="0"/>
              <a:t>No congestion control </a:t>
            </a:r>
          </a:p>
          <a:p>
            <a:pPr algn="just">
              <a:buFont typeface="Arial" panose="020B0604020202020204" pitchFamily="34" charset="0"/>
              <a:buChar char="•"/>
            </a:pPr>
            <a:r>
              <a:rPr lang="en-US" sz="2000" dirty="0"/>
              <a:t>No acknowledgements or retransmissions </a:t>
            </a:r>
          </a:p>
          <a:p>
            <a:r>
              <a:rPr lang="en-US" dirty="0"/>
              <a:t>        - </a:t>
            </a:r>
            <a:r>
              <a:rPr lang="en-US" sz="2200" b="1" dirty="0"/>
              <a:t>can blast away as fast as desired</a:t>
            </a:r>
          </a:p>
          <a:p>
            <a:r>
              <a:rPr lang="en-US" dirty="0"/>
              <a:t> </a:t>
            </a:r>
            <a:r>
              <a:rPr lang="en-US" sz="2000" dirty="0"/>
              <a:t>For reliable transfer over UDP, add reliability at the application layer  </a:t>
            </a:r>
          </a:p>
          <a:p>
            <a:r>
              <a:rPr lang="en-US" sz="2000" dirty="0"/>
              <a:t>  (</a:t>
            </a:r>
            <a:r>
              <a:rPr lang="en-US" sz="2000" dirty="0" err="1"/>
              <a:t>eg.</a:t>
            </a:r>
            <a:r>
              <a:rPr lang="en-US" sz="2000" dirty="0"/>
              <a:t> Use of sequence numbers at application layer for ordering) </a:t>
            </a:r>
          </a:p>
        </p:txBody>
      </p:sp>
    </p:spTree>
    <p:extLst>
      <p:ext uri="{BB962C8B-B14F-4D97-AF65-F5344CB8AC3E}">
        <p14:creationId xmlns:p14="http://schemas.microsoft.com/office/powerpoint/2010/main" val="1306650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6742EE6-B2E8-3CBE-1F7C-3402B3426FD2}"/>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58FE1292-28F0-A739-3172-FECE2DF33025}"/>
              </a:ext>
            </a:extLst>
          </p:cNvPr>
          <p:cNvSpPr>
            <a:spLocks noGrp="1" noChangeArrowheads="1"/>
          </p:cNvSpPr>
          <p:nvPr>
            <p:ph type="title"/>
          </p:nvPr>
        </p:nvSpPr>
        <p:spPr>
          <a:prstGeom prst="rect">
            <a:avLst/>
          </a:prstGeom>
        </p:spPr>
        <p:txBody>
          <a:bodyPr/>
          <a:lstStyle/>
          <a:p>
            <a:pPr algn="l"/>
            <a:r>
              <a:rPr lang="en-US" sz="4000" b="1" dirty="0"/>
              <a:t>TCP vs UDP</a:t>
            </a:r>
          </a:p>
        </p:txBody>
      </p:sp>
      <p:sp>
        <p:nvSpPr>
          <p:cNvPr id="2" name="Rectangle 3">
            <a:extLst>
              <a:ext uri="{FF2B5EF4-FFF2-40B4-BE49-F238E27FC236}">
                <a16:creationId xmlns="" xmlns:a16="http://schemas.microsoft.com/office/drawing/2014/main" id="{26155360-7FE6-C74C-CC02-6016BB9764FD}"/>
              </a:ext>
            </a:extLst>
          </p:cNvPr>
          <p:cNvSpPr txBox="1">
            <a:spLocks noChangeArrowheads="1"/>
          </p:cNvSpPr>
          <p:nvPr/>
        </p:nvSpPr>
        <p:spPr>
          <a:xfrm>
            <a:off x="179512" y="1124744"/>
            <a:ext cx="8856984" cy="5472608"/>
          </a:xfrm>
          <a:prstGeom prst="rect">
            <a:avLst/>
          </a:prstGeom>
        </p:spPr>
        <p:txBody>
          <a:bodyPr vert="horz" lIns="91440" tIns="45720" rIns="91440" bIns="45720" rtlCol="0">
            <a:normAutofit fontScale="85000" lnSpcReduction="1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endParaRPr lang="en-US" dirty="0"/>
          </a:p>
          <a:p>
            <a:pPr algn="just">
              <a:lnSpc>
                <a:spcPct val="120000"/>
              </a:lnSpc>
              <a:buFont typeface="Arial" panose="020B0604020202020204" pitchFamily="34" charset="0"/>
              <a:buChar char="•"/>
            </a:pPr>
            <a:r>
              <a:rPr lang="en-US" dirty="0"/>
              <a:t>Connection Type:</a:t>
            </a:r>
          </a:p>
          <a:p>
            <a:pPr marL="263525" lvl="1" indent="354013" algn="just">
              <a:lnSpc>
                <a:spcPct val="120000"/>
              </a:lnSpc>
              <a:buFont typeface="Arial" panose="020B0604020202020204" pitchFamily="34" charset="0"/>
              <a:buChar char="ꟷ"/>
              <a:tabLst>
                <a:tab pos="892175" algn="l"/>
              </a:tabLst>
            </a:pPr>
            <a:r>
              <a:rPr lang="en-US" sz="1900" dirty="0"/>
              <a:t>TCP:  </a:t>
            </a:r>
            <a:r>
              <a:rPr lang="en-US" sz="1900" b="1" dirty="0"/>
              <a:t>Connection-oriented </a:t>
            </a:r>
            <a:r>
              <a:rPr lang="en-US" sz="1900" dirty="0"/>
              <a:t>- establishes a connection before data transfer</a:t>
            </a:r>
          </a:p>
          <a:p>
            <a:pPr marL="263525" lvl="1" indent="354013" algn="just">
              <a:lnSpc>
                <a:spcPct val="120000"/>
              </a:lnSpc>
              <a:buFont typeface="Arial" panose="020B0604020202020204" pitchFamily="34" charset="0"/>
              <a:buChar char="ꟷ"/>
              <a:tabLst>
                <a:tab pos="892175" algn="l"/>
              </a:tabLst>
            </a:pPr>
            <a:r>
              <a:rPr lang="en-US" sz="1900" dirty="0"/>
              <a:t>UDP:  </a:t>
            </a:r>
            <a:r>
              <a:rPr lang="en-US" sz="1900" b="1" dirty="0"/>
              <a:t>Connectionless </a:t>
            </a:r>
            <a:r>
              <a:rPr lang="en-US" sz="1900" dirty="0"/>
              <a:t>-</a:t>
            </a:r>
            <a:r>
              <a:rPr lang="en-US" sz="1900" b="1" dirty="0"/>
              <a:t> </a:t>
            </a:r>
            <a:r>
              <a:rPr lang="en-US" sz="1900" dirty="0"/>
              <a:t>sends data without setting up a connection</a:t>
            </a:r>
          </a:p>
          <a:p>
            <a:pPr marL="0" indent="354013" algn="just">
              <a:tabLst>
                <a:tab pos="892175" algn="l"/>
              </a:tabLst>
            </a:pPr>
            <a:endParaRPr lang="en-US" sz="1100" dirty="0"/>
          </a:p>
          <a:p>
            <a:pPr algn="just">
              <a:lnSpc>
                <a:spcPct val="120000"/>
              </a:lnSpc>
              <a:buFont typeface="Arial" panose="020B0604020202020204" pitchFamily="34" charset="0"/>
              <a:buChar char="•"/>
            </a:pPr>
            <a:r>
              <a:rPr lang="en-US" dirty="0"/>
              <a:t> Reliability: </a:t>
            </a:r>
          </a:p>
          <a:p>
            <a:pPr marL="536575" lvl="1" algn="just">
              <a:lnSpc>
                <a:spcPct val="120000"/>
              </a:lnSpc>
              <a:buFont typeface="Arial" panose="020B0604020202020204" pitchFamily="34" charset="0"/>
              <a:buChar char="ꟷ"/>
            </a:pPr>
            <a:r>
              <a:rPr lang="en-US" sz="1900" dirty="0"/>
              <a:t>TCP: </a:t>
            </a:r>
            <a:r>
              <a:rPr lang="en-US" sz="1900" b="1" dirty="0"/>
              <a:t>Reliable </a:t>
            </a:r>
            <a:r>
              <a:rPr lang="en-US" sz="1900" dirty="0"/>
              <a:t>- ensures data is received correctly and in order using acknowledgments and retransmissions </a:t>
            </a:r>
          </a:p>
          <a:p>
            <a:pPr marL="536575" lvl="1" algn="just">
              <a:lnSpc>
                <a:spcPct val="120000"/>
              </a:lnSpc>
              <a:buFont typeface="Arial" panose="020B0604020202020204" pitchFamily="34" charset="0"/>
              <a:buChar char="ꟷ"/>
            </a:pPr>
            <a:r>
              <a:rPr lang="en-US" sz="1900" dirty="0"/>
              <a:t> UDP: </a:t>
            </a:r>
            <a:r>
              <a:rPr lang="en-US" sz="1900" b="1" dirty="0"/>
              <a:t>Unreliable</a:t>
            </a:r>
            <a:r>
              <a:rPr lang="en-US" sz="1900" dirty="0"/>
              <a:t>  - does not check for lost packets nor ensures order</a:t>
            </a:r>
          </a:p>
          <a:p>
            <a:pPr marL="457200" lvl="1" indent="0" algn="just">
              <a:buNone/>
            </a:pPr>
            <a:endParaRPr lang="en-US" sz="1100" dirty="0"/>
          </a:p>
          <a:p>
            <a:pPr algn="just">
              <a:buFont typeface="Arial" panose="020B0604020202020204" pitchFamily="34" charset="0"/>
              <a:buChar char="•"/>
            </a:pPr>
            <a:endParaRPr lang="en-US" sz="100" dirty="0"/>
          </a:p>
          <a:p>
            <a:pPr>
              <a:lnSpc>
                <a:spcPct val="120000"/>
              </a:lnSpc>
              <a:buFont typeface="Arial" panose="020B0604020202020204" pitchFamily="34" charset="0"/>
              <a:buChar char="•"/>
            </a:pPr>
            <a:r>
              <a:rPr lang="en-US" dirty="0"/>
              <a:t>Data Transmission Method: </a:t>
            </a:r>
          </a:p>
          <a:p>
            <a:pPr marL="536575" lvl="1" indent="-354013" algn="just">
              <a:lnSpc>
                <a:spcPct val="120000"/>
              </a:lnSpc>
              <a:buFont typeface="Arial" panose="020B0604020202020204" pitchFamily="34" charset="0"/>
              <a:buChar char="ꟷ"/>
            </a:pPr>
            <a:r>
              <a:rPr lang="en-US" sz="1900" dirty="0"/>
              <a:t>TCP: Sends data in </a:t>
            </a:r>
            <a:r>
              <a:rPr lang="en-US" sz="1900" b="1" dirty="0"/>
              <a:t>continuous stream </a:t>
            </a:r>
            <a:r>
              <a:rPr lang="en-US" sz="1900" dirty="0"/>
              <a:t>with mechanisms for congestion control</a:t>
            </a:r>
          </a:p>
          <a:p>
            <a:pPr marL="536575" lvl="1" indent="-354013" algn="just">
              <a:lnSpc>
                <a:spcPct val="120000"/>
              </a:lnSpc>
              <a:buFont typeface="Arial" panose="020B0604020202020204" pitchFamily="34" charset="0"/>
              <a:buChar char="ꟷ"/>
            </a:pPr>
            <a:r>
              <a:rPr lang="en-US" sz="1900" dirty="0"/>
              <a:t> UDP: Sends </a:t>
            </a:r>
            <a:r>
              <a:rPr lang="en-US" sz="1900" b="1" dirty="0"/>
              <a:t>discrete packets </a:t>
            </a:r>
            <a:r>
              <a:rPr lang="en-US" sz="1900" dirty="0"/>
              <a:t>(datagrams) without tracking order</a:t>
            </a:r>
          </a:p>
          <a:p>
            <a:pPr algn="just">
              <a:buFont typeface="Arial" panose="020B0604020202020204" pitchFamily="34" charset="0"/>
              <a:buChar char="•"/>
            </a:pPr>
            <a:endParaRPr lang="en-US" sz="1100" dirty="0"/>
          </a:p>
          <a:p>
            <a:pPr>
              <a:lnSpc>
                <a:spcPct val="120000"/>
              </a:lnSpc>
              <a:buFont typeface="Arial" panose="020B0604020202020204" pitchFamily="34" charset="0"/>
              <a:buChar char="•"/>
            </a:pPr>
            <a:r>
              <a:rPr lang="en-US" dirty="0"/>
              <a:t>Speed: </a:t>
            </a:r>
          </a:p>
          <a:p>
            <a:pPr marL="446088" lvl="1" indent="-296863" algn="just">
              <a:lnSpc>
                <a:spcPct val="120000"/>
              </a:lnSpc>
              <a:buFont typeface="Arial" panose="020B0604020202020204" pitchFamily="34" charset="0"/>
              <a:buChar char="ꟷ"/>
              <a:tabLst>
                <a:tab pos="536575" algn="l"/>
              </a:tabLst>
            </a:pPr>
            <a:r>
              <a:rPr lang="en-US" sz="1900" dirty="0"/>
              <a:t>TCP: </a:t>
            </a:r>
            <a:r>
              <a:rPr lang="en-US" sz="1900" b="1" dirty="0"/>
              <a:t>Slower </a:t>
            </a:r>
            <a:r>
              <a:rPr lang="en-US" sz="1900" dirty="0"/>
              <a:t>due to error-checking and retransmissions</a:t>
            </a:r>
          </a:p>
          <a:p>
            <a:pPr marL="446088" lvl="1" indent="-296863" algn="just">
              <a:lnSpc>
                <a:spcPct val="120000"/>
              </a:lnSpc>
              <a:buFont typeface="Arial" panose="020B0604020202020204" pitchFamily="34" charset="0"/>
              <a:buChar char="ꟷ"/>
              <a:tabLst>
                <a:tab pos="536575" algn="l"/>
              </a:tabLst>
            </a:pPr>
            <a:r>
              <a:rPr lang="en-US" sz="1900" dirty="0"/>
              <a:t> UDP: </a:t>
            </a:r>
            <a:r>
              <a:rPr lang="en-US" sz="1900" b="1" dirty="0"/>
              <a:t>Faster</a:t>
            </a:r>
            <a:r>
              <a:rPr lang="en-US" sz="1900" dirty="0"/>
              <a:t> because it lacks error-checking and connection setup</a:t>
            </a:r>
          </a:p>
          <a:p>
            <a:endParaRPr lang="en-US" sz="100" dirty="0"/>
          </a:p>
        </p:txBody>
      </p:sp>
    </p:spTree>
    <p:extLst>
      <p:ext uri="{BB962C8B-B14F-4D97-AF65-F5344CB8AC3E}">
        <p14:creationId xmlns:p14="http://schemas.microsoft.com/office/powerpoint/2010/main" val="458750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E6C2523-42A6-B594-A2A4-2E42616280B7}"/>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9766EEFF-21A8-91A4-F8EF-4597DFC83267}"/>
              </a:ext>
            </a:extLst>
          </p:cNvPr>
          <p:cNvSpPr>
            <a:spLocks noGrp="1" noChangeArrowheads="1"/>
          </p:cNvSpPr>
          <p:nvPr>
            <p:ph type="title"/>
          </p:nvPr>
        </p:nvSpPr>
        <p:spPr>
          <a:prstGeom prst="rect">
            <a:avLst/>
          </a:prstGeom>
        </p:spPr>
        <p:txBody>
          <a:bodyPr/>
          <a:lstStyle/>
          <a:p>
            <a:pPr algn="l"/>
            <a:r>
              <a:rPr lang="en-US" sz="3600" b="1" dirty="0"/>
              <a:t>Why TCP not suitable for multimedia apps?</a:t>
            </a:r>
          </a:p>
        </p:txBody>
      </p:sp>
      <p:sp>
        <p:nvSpPr>
          <p:cNvPr id="2" name="Rectangle 3">
            <a:extLst>
              <a:ext uri="{FF2B5EF4-FFF2-40B4-BE49-F238E27FC236}">
                <a16:creationId xmlns="" xmlns:a16="http://schemas.microsoft.com/office/drawing/2014/main" id="{AC976CE6-1C5A-A668-A0BA-D070A220221A}"/>
              </a:ext>
            </a:extLst>
          </p:cNvPr>
          <p:cNvSpPr txBox="1">
            <a:spLocks noChangeArrowheads="1"/>
          </p:cNvSpPr>
          <p:nvPr/>
        </p:nvSpPr>
        <p:spPr>
          <a:xfrm>
            <a:off x="0" y="1340768"/>
            <a:ext cx="9144000" cy="5400600"/>
          </a:xfrm>
          <a:prstGeom prst="rect">
            <a:avLst/>
          </a:prstGeom>
        </p:spPr>
        <p:txBody>
          <a:bodyPr vert="horz" lIns="91440" tIns="45720" rIns="91440" bIns="45720" rtlCol="0">
            <a:normAutofit fontScale="85000" lnSpcReduction="2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20000"/>
              </a:lnSpc>
              <a:buFont typeface="Arial" panose="020B0604020202020204" pitchFamily="34" charset="0"/>
              <a:buChar char="•"/>
            </a:pPr>
            <a:r>
              <a:rPr lang="en-US" sz="2500" b="1" dirty="0"/>
              <a:t>High Latency </a:t>
            </a:r>
            <a:r>
              <a:rPr lang="en-US" sz="2500" dirty="0"/>
              <a:t>due to Reliability Mechanisms</a:t>
            </a:r>
          </a:p>
          <a:p>
            <a:pPr marL="536575" lvl="1" indent="-273050" algn="just">
              <a:lnSpc>
                <a:spcPct val="120000"/>
              </a:lnSpc>
              <a:buFont typeface="Arial" panose="020B0604020202020204" pitchFamily="34" charset="0"/>
              <a:buChar char="ꟷ"/>
            </a:pPr>
            <a:r>
              <a:rPr lang="en-US" sz="1900" dirty="0"/>
              <a:t> </a:t>
            </a:r>
            <a:r>
              <a:rPr lang="en-US" sz="2000" dirty="0"/>
              <a:t>Acknowledgments (ACKs) and retransmissions for lost packets increases latency for TCP,  while  multimedia apps prioritize timely delivery over accuracy </a:t>
            </a:r>
          </a:p>
          <a:p>
            <a:pPr marL="536575" lvl="1" indent="-273050" algn="just">
              <a:lnSpc>
                <a:spcPct val="120000"/>
              </a:lnSpc>
              <a:buFont typeface="Arial" panose="020B0604020202020204" pitchFamily="34" charset="0"/>
              <a:buChar char="ꟷ"/>
            </a:pPr>
            <a:r>
              <a:rPr lang="en-US" sz="2000" dirty="0"/>
              <a:t>Retransmissions may cause inconsistency in delivery times   </a:t>
            </a:r>
            <a:endParaRPr lang="en-US" sz="2000" b="1" dirty="0"/>
          </a:p>
          <a:p>
            <a:pPr marL="263525" lvl="1" indent="0" algn="just">
              <a:lnSpc>
                <a:spcPct val="120000"/>
              </a:lnSpc>
              <a:buNone/>
            </a:pPr>
            <a:endParaRPr lang="en-US" sz="19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r>
              <a:rPr lang="en-US" b="1" dirty="0"/>
              <a:t>Head-of-Line Blocking </a:t>
            </a:r>
          </a:p>
          <a:p>
            <a:pPr marL="536575" lvl="1" indent="-354013" algn="just">
              <a:lnSpc>
                <a:spcPct val="120000"/>
              </a:lnSpc>
              <a:buFont typeface="Arial" panose="020B0604020202020204" pitchFamily="34" charset="0"/>
              <a:buChar char="ꟷ"/>
            </a:pPr>
            <a:r>
              <a:rPr lang="en-US" sz="1900" dirty="0"/>
              <a:t>TCP delivers data in order - if a packet is lost, subsequent packets must wait until the lost one is retransmitted and received, causing interruptions and also jitter in real-time playback.</a:t>
            </a:r>
          </a:p>
          <a:p>
            <a:pPr marL="182562" lvl="1" indent="0" algn="just">
              <a:lnSpc>
                <a:spcPct val="120000"/>
              </a:lnSpc>
              <a:buNone/>
            </a:pPr>
            <a:endParaRPr lang="en-US" sz="1200" dirty="0"/>
          </a:p>
          <a:p>
            <a:pPr algn="just">
              <a:lnSpc>
                <a:spcPct val="120000"/>
              </a:lnSpc>
              <a:buFont typeface="Arial" panose="020B0604020202020204" pitchFamily="34" charset="0"/>
              <a:buChar char="•"/>
            </a:pPr>
            <a:r>
              <a:rPr lang="en-US" b="1" dirty="0"/>
              <a:t>Variable Throughput </a:t>
            </a:r>
          </a:p>
          <a:p>
            <a:pPr marL="560388" lvl="1" indent="-296863" algn="just">
              <a:lnSpc>
                <a:spcPct val="120000"/>
              </a:lnSpc>
              <a:buFont typeface="Arial" panose="020B0604020202020204" pitchFamily="34" charset="0"/>
              <a:buChar char="ꟷ"/>
            </a:pPr>
            <a:r>
              <a:rPr lang="en-US" sz="1900" dirty="0"/>
              <a:t>TCP dynamically adjusts the transmission rate based on network congestion conditions (slow start, congestion avoidance etc.)</a:t>
            </a:r>
          </a:p>
          <a:p>
            <a:pPr marL="560388" lvl="1" indent="-296863" algn="just">
              <a:lnSpc>
                <a:spcPct val="120000"/>
              </a:lnSpc>
              <a:buFont typeface="Arial" panose="020B0604020202020204" pitchFamily="34" charset="0"/>
              <a:buChar char="ꟷ"/>
            </a:pPr>
            <a:r>
              <a:rPr lang="en-US" sz="1900" dirty="0"/>
              <a:t>Fluctuations in bandwidth undesirable for multimedia apps-   leads to inconsistent media playback rates.</a:t>
            </a:r>
          </a:p>
          <a:p>
            <a:pPr marL="457200" lvl="1" indent="0" algn="just">
              <a:lnSpc>
                <a:spcPct val="120000"/>
              </a:lnSpc>
              <a:buNone/>
            </a:pPr>
            <a:endParaRPr lang="en-US" sz="1100" dirty="0"/>
          </a:p>
          <a:p>
            <a:pPr>
              <a:lnSpc>
                <a:spcPct val="120000"/>
              </a:lnSpc>
              <a:buFont typeface="Arial" panose="020B0604020202020204" pitchFamily="34" charset="0"/>
              <a:buChar char="•"/>
            </a:pPr>
            <a:r>
              <a:rPr lang="en-US" b="1" dirty="0"/>
              <a:t>No support for multicasting</a:t>
            </a:r>
          </a:p>
          <a:p>
            <a:pPr marL="536575" lvl="1" indent="-354013" algn="just">
              <a:lnSpc>
                <a:spcPct val="120000"/>
              </a:lnSpc>
              <a:buFont typeface="Arial" panose="020B0604020202020204" pitchFamily="34" charset="0"/>
              <a:buChar char="ꟷ"/>
            </a:pPr>
            <a:r>
              <a:rPr lang="en-US" sz="1900" dirty="0"/>
              <a:t>Many multimedia applications, such as live streaming, benefit from multicast transmission, where data can be sent to multiple recipients simultaneously - TCP inefficient for such cases</a:t>
            </a:r>
            <a:endParaRPr lang="en-US" sz="100" dirty="0"/>
          </a:p>
        </p:txBody>
      </p:sp>
    </p:spTree>
    <p:extLst>
      <p:ext uri="{BB962C8B-B14F-4D97-AF65-F5344CB8AC3E}">
        <p14:creationId xmlns:p14="http://schemas.microsoft.com/office/powerpoint/2010/main" val="3205058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C313D5-223F-4C55-E093-98C502B2A80F}"/>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3551F156-A355-6C5D-C787-8FC08212664B}"/>
              </a:ext>
            </a:extLst>
          </p:cNvPr>
          <p:cNvSpPr>
            <a:spLocks noGrp="1" noChangeArrowheads="1"/>
          </p:cNvSpPr>
          <p:nvPr>
            <p:ph type="title"/>
          </p:nvPr>
        </p:nvSpPr>
        <p:spPr>
          <a:prstGeom prst="rect">
            <a:avLst/>
          </a:prstGeom>
        </p:spPr>
        <p:txBody>
          <a:bodyPr/>
          <a:lstStyle/>
          <a:p>
            <a:pPr algn="l"/>
            <a:r>
              <a:rPr lang="en-US" sz="3600" b="1" dirty="0"/>
              <a:t>TCP vs UDP – Use Cases</a:t>
            </a:r>
          </a:p>
        </p:txBody>
      </p:sp>
      <p:sp>
        <p:nvSpPr>
          <p:cNvPr id="2" name="Rectangle 3">
            <a:extLst>
              <a:ext uri="{FF2B5EF4-FFF2-40B4-BE49-F238E27FC236}">
                <a16:creationId xmlns="" xmlns:a16="http://schemas.microsoft.com/office/drawing/2014/main" id="{415CFF4C-40F7-B04C-24FA-7DEBEEAB8BD5}"/>
              </a:ext>
            </a:extLst>
          </p:cNvPr>
          <p:cNvSpPr txBox="1">
            <a:spLocks noChangeArrowheads="1"/>
          </p:cNvSpPr>
          <p:nvPr/>
        </p:nvSpPr>
        <p:spPr>
          <a:xfrm>
            <a:off x="0" y="1268760"/>
            <a:ext cx="9144000" cy="5328592"/>
          </a:xfrm>
          <a:prstGeom prst="rect">
            <a:avLst/>
          </a:prstGeom>
        </p:spPr>
        <p:txBody>
          <a:bodyPr vert="horz" lIns="91440" tIns="45720" rIns="91440" bIns="45720" rtlCol="0">
            <a:normAutofit fontScale="92500" lnSpcReduction="1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endParaRPr lang="en-US" dirty="0"/>
          </a:p>
          <a:p>
            <a:pPr algn="just">
              <a:lnSpc>
                <a:spcPct val="110000"/>
              </a:lnSpc>
              <a:buFont typeface="Arial" panose="020B0604020202020204" pitchFamily="34" charset="0"/>
              <a:buChar char="•"/>
            </a:pPr>
            <a:r>
              <a:rPr lang="en-US" sz="2000" b="1" dirty="0"/>
              <a:t>Multimedia applications </a:t>
            </a:r>
            <a:r>
              <a:rPr lang="en-US" sz="2000" dirty="0"/>
              <a:t>often prefer protocols that minimize overhead, thereby increasing bandwidth consumption  - </a:t>
            </a:r>
            <a:r>
              <a:rPr lang="en-US" sz="2000" b="1" dirty="0"/>
              <a:t>UDP</a:t>
            </a:r>
            <a:r>
              <a:rPr lang="en-US" sz="2000" dirty="0"/>
              <a:t> preferred </a:t>
            </a:r>
          </a:p>
          <a:p>
            <a:pPr algn="just">
              <a:lnSpc>
                <a:spcPct val="110000"/>
              </a:lnSpc>
              <a:buFont typeface="Arial" panose="020B0604020202020204" pitchFamily="34" charset="0"/>
              <a:buChar char="•"/>
            </a:pPr>
            <a:endParaRPr lang="en-US" sz="1000" dirty="0"/>
          </a:p>
          <a:p>
            <a:pPr marL="720725" indent="-366713" algn="just">
              <a:lnSpc>
                <a:spcPct val="110000"/>
              </a:lnSpc>
              <a:buFont typeface="Arial" panose="020B0604020202020204" pitchFamily="34" charset="0"/>
              <a:buChar char="ꟷ"/>
            </a:pPr>
            <a:r>
              <a:rPr lang="en-US" sz="2000" dirty="0"/>
              <a:t>UDP is </a:t>
            </a:r>
            <a:r>
              <a:rPr lang="en-US" sz="2000" b="1" dirty="0"/>
              <a:t>faster</a:t>
            </a:r>
            <a:r>
              <a:rPr lang="en-US" sz="2000" dirty="0"/>
              <a:t>, has lower latency, and does not enforce packet order or retransmissions, allowing real-time applications to continue without interruptions and ensuring smoother playback, </a:t>
            </a:r>
            <a:r>
              <a:rPr lang="en-US" sz="2000" b="1" dirty="0"/>
              <a:t>without jitters</a:t>
            </a:r>
          </a:p>
          <a:p>
            <a:pPr algn="just">
              <a:lnSpc>
                <a:spcPct val="110000"/>
              </a:lnSpc>
              <a:buFont typeface="Arial" panose="020B0604020202020204" pitchFamily="34" charset="0"/>
              <a:buChar char="•"/>
            </a:pPr>
            <a:endParaRPr lang="en-US" sz="1000" dirty="0"/>
          </a:p>
          <a:p>
            <a:pPr algn="just">
              <a:lnSpc>
                <a:spcPct val="120000"/>
              </a:lnSpc>
              <a:buFont typeface="Arial" panose="020B0604020202020204" pitchFamily="34" charset="0"/>
              <a:buChar char="•"/>
            </a:pPr>
            <a:r>
              <a:rPr lang="en-US" sz="2000" dirty="0"/>
              <a:t> </a:t>
            </a:r>
            <a:r>
              <a:rPr lang="en-US" sz="2000" b="1" dirty="0"/>
              <a:t>UDP</a:t>
            </a:r>
            <a:r>
              <a:rPr lang="en-US" sz="2000" dirty="0"/>
              <a:t>: Used for </a:t>
            </a:r>
            <a:r>
              <a:rPr lang="en-US" sz="2000" b="1" dirty="0"/>
              <a:t>speed-critical applications</a:t>
            </a:r>
            <a:r>
              <a:rPr lang="en-US" sz="2000" dirty="0"/>
              <a:t>, e.g., video streaming, online gaming, VoIP, and DNS queries.</a:t>
            </a:r>
          </a:p>
          <a:p>
            <a:pPr algn="just">
              <a:lnSpc>
                <a:spcPct val="120000"/>
              </a:lnSpc>
              <a:buFont typeface="Arial" panose="020B0604020202020204" pitchFamily="34" charset="0"/>
              <a:buChar char="•"/>
            </a:pPr>
            <a:endParaRPr lang="en-US" sz="1100" dirty="0"/>
          </a:p>
          <a:p>
            <a:pPr algn="just">
              <a:lnSpc>
                <a:spcPct val="120000"/>
              </a:lnSpc>
              <a:buFont typeface="Arial" panose="020B0604020202020204" pitchFamily="34" charset="0"/>
              <a:buChar char="•"/>
            </a:pPr>
            <a:r>
              <a:rPr lang="en-US" sz="2000" b="1" dirty="0"/>
              <a:t>TCP</a:t>
            </a:r>
            <a:r>
              <a:rPr lang="en-US" sz="2000" dirty="0"/>
              <a:t>: Used for applications needing </a:t>
            </a:r>
            <a:r>
              <a:rPr lang="en-US" sz="2000" b="1" dirty="0"/>
              <a:t>reliability</a:t>
            </a:r>
            <a:r>
              <a:rPr lang="en-US" sz="2000" dirty="0"/>
              <a:t>, e.g., web browsing (HTTP/HTTPS), email (SMTP, IMAP), and file transfers (FTP)  </a:t>
            </a:r>
          </a:p>
          <a:p>
            <a:pPr marL="263525" indent="0" algn="just" defTabSz="628650">
              <a:lnSpc>
                <a:spcPct val="120000"/>
              </a:lnSpc>
              <a:buFont typeface="Arial" panose="020B0604020202020204" pitchFamily="34" charset="0"/>
              <a:buChar char="ꟷ"/>
            </a:pPr>
            <a:r>
              <a:rPr lang="en-US" sz="1900" dirty="0"/>
              <a:t>     Applications that require data be  received in the correct order and without gaps.  </a:t>
            </a:r>
          </a:p>
          <a:p>
            <a:pPr marL="0" indent="0" algn="just">
              <a:lnSpc>
                <a:spcPct val="120000"/>
              </a:lnSpc>
            </a:pPr>
            <a:endParaRPr lang="en-US" sz="2000" dirty="0"/>
          </a:p>
          <a:p>
            <a:pPr marL="0" indent="0" algn="just">
              <a:lnSpc>
                <a:spcPct val="120000"/>
              </a:lnSpc>
            </a:pPr>
            <a:r>
              <a:rPr lang="en-US" sz="2000" i="1" dirty="0"/>
              <a:t>  </a:t>
            </a:r>
            <a:r>
              <a:rPr lang="en-US" sz="2000" b="1" i="1" dirty="0">
                <a:solidFill>
                  <a:srgbClr val="FF0000"/>
                </a:solidFill>
              </a:rPr>
              <a:t>TCP</a:t>
            </a:r>
            <a:r>
              <a:rPr lang="en-US" sz="2000" i="1" dirty="0"/>
              <a:t> is best when</a:t>
            </a:r>
            <a:r>
              <a:rPr lang="en-US" sz="2000" b="1" i="1" dirty="0"/>
              <a:t> </a:t>
            </a:r>
            <a:r>
              <a:rPr lang="en-US" sz="2000" b="1" i="1" dirty="0">
                <a:solidFill>
                  <a:srgbClr val="FF0000"/>
                </a:solidFill>
              </a:rPr>
              <a:t>accuracy</a:t>
            </a:r>
            <a:r>
              <a:rPr lang="en-US" sz="2000" b="1" i="1" dirty="0"/>
              <a:t> </a:t>
            </a:r>
            <a:r>
              <a:rPr lang="en-US" sz="2000" i="1" dirty="0"/>
              <a:t>matters, and </a:t>
            </a:r>
            <a:r>
              <a:rPr lang="en-US" sz="2000" b="1" i="1" dirty="0">
                <a:solidFill>
                  <a:srgbClr val="FF0000"/>
                </a:solidFill>
              </a:rPr>
              <a:t>UDP</a:t>
            </a:r>
            <a:r>
              <a:rPr lang="en-US" sz="2000" i="1" dirty="0"/>
              <a:t> is ideal when</a:t>
            </a:r>
            <a:r>
              <a:rPr lang="en-US" sz="2000" b="1" i="1" dirty="0"/>
              <a:t> </a:t>
            </a:r>
            <a:r>
              <a:rPr lang="en-US" sz="2000" b="1" i="1" dirty="0">
                <a:solidFill>
                  <a:srgbClr val="FF0000"/>
                </a:solidFill>
              </a:rPr>
              <a:t>speed</a:t>
            </a:r>
            <a:r>
              <a:rPr lang="en-US" sz="2000" b="1" i="1" dirty="0"/>
              <a:t> </a:t>
            </a:r>
            <a:r>
              <a:rPr lang="en-US" sz="2000" i="1" dirty="0"/>
              <a:t>is a priority.</a:t>
            </a:r>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370792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E616710-70AE-90B4-1DBC-3CB4B981AFB6}"/>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F9D99252-2D4A-9BD5-94F5-CD18C8915018}"/>
              </a:ext>
            </a:extLst>
          </p:cNvPr>
          <p:cNvSpPr>
            <a:spLocks noGrp="1" noChangeArrowheads="1"/>
          </p:cNvSpPr>
          <p:nvPr>
            <p:ph type="title"/>
          </p:nvPr>
        </p:nvSpPr>
        <p:spPr>
          <a:prstGeom prst="rect">
            <a:avLst/>
          </a:prstGeom>
        </p:spPr>
        <p:txBody>
          <a:bodyPr/>
          <a:lstStyle/>
          <a:p>
            <a:pPr algn="l"/>
            <a:r>
              <a:rPr lang="en-US" sz="3600" b="1" dirty="0"/>
              <a:t>   Reliability Mechanisms</a:t>
            </a:r>
          </a:p>
        </p:txBody>
      </p:sp>
      <p:sp>
        <p:nvSpPr>
          <p:cNvPr id="2" name="Rectangle 3">
            <a:extLst>
              <a:ext uri="{FF2B5EF4-FFF2-40B4-BE49-F238E27FC236}">
                <a16:creationId xmlns="" xmlns:a16="http://schemas.microsoft.com/office/drawing/2014/main" id="{81B97893-A822-1E58-511B-56C144733C59}"/>
              </a:ext>
            </a:extLst>
          </p:cNvPr>
          <p:cNvSpPr txBox="1">
            <a:spLocks noChangeArrowheads="1"/>
          </p:cNvSpPr>
          <p:nvPr/>
        </p:nvSpPr>
        <p:spPr>
          <a:xfrm>
            <a:off x="0" y="1268760"/>
            <a:ext cx="9144000" cy="5328592"/>
          </a:xfrm>
          <a:prstGeom prst="rect">
            <a:avLst/>
          </a:prstGeom>
        </p:spPr>
        <p:txBody>
          <a:bodyPr vert="horz" lIns="91440" tIns="45720" rIns="91440" bIns="45720" rtlCol="0">
            <a:normAutofit fontScale="85000" lnSpcReduction="1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endParaRPr lang="en-US" dirty="0"/>
          </a:p>
          <a:p>
            <a:pPr algn="just">
              <a:lnSpc>
                <a:spcPct val="110000"/>
              </a:lnSpc>
              <a:buFont typeface="Arial" panose="020B0604020202020204" pitchFamily="34" charset="0"/>
              <a:buChar char="•"/>
            </a:pPr>
            <a:r>
              <a:rPr lang="en-US" sz="2000" dirty="0"/>
              <a:t>Data Link Layer provides error control mechanisms, is it needed at the transport layer too? </a:t>
            </a:r>
          </a:p>
          <a:p>
            <a:pPr algn="just">
              <a:lnSpc>
                <a:spcPct val="110000"/>
              </a:lnSpc>
              <a:buFont typeface="Arial" panose="020B0604020202020204" pitchFamily="34" charset="0"/>
              <a:buChar char="•"/>
            </a:pPr>
            <a:endParaRPr lang="en-US" sz="1000" dirty="0"/>
          </a:p>
          <a:p>
            <a:pPr marL="720725" indent="-366713" algn="just">
              <a:lnSpc>
                <a:spcPct val="110000"/>
              </a:lnSpc>
              <a:buFont typeface="Arial" panose="020B0604020202020204" pitchFamily="34" charset="0"/>
              <a:buChar char="ꟷ"/>
            </a:pPr>
            <a:r>
              <a:rPr lang="en-US" sz="2000" dirty="0"/>
              <a:t>Yes, they serve different purposes and operate at different levels on the network stack </a:t>
            </a:r>
          </a:p>
          <a:p>
            <a:pPr algn="just">
              <a:lnSpc>
                <a:spcPct val="110000"/>
              </a:lnSpc>
              <a:buFont typeface="Arial" panose="020B0604020202020204" pitchFamily="34" charset="0"/>
              <a:buChar char="•"/>
            </a:pPr>
            <a:endParaRPr lang="en-US" sz="1000" dirty="0"/>
          </a:p>
          <a:p>
            <a:pPr algn="just">
              <a:lnSpc>
                <a:spcPct val="120000"/>
              </a:lnSpc>
              <a:buFont typeface="Arial" panose="020B0604020202020204" pitchFamily="34" charset="0"/>
              <a:buChar char="•"/>
            </a:pPr>
            <a:r>
              <a:rPr lang="en-US" sz="2000" dirty="0"/>
              <a:t> </a:t>
            </a:r>
            <a:r>
              <a:rPr lang="en-US" sz="2000" b="1" dirty="0"/>
              <a:t>Data Link Layer </a:t>
            </a:r>
            <a:r>
              <a:rPr lang="en-US" sz="2000" dirty="0"/>
              <a:t>provided local error control on per link basis, ensuring error-free delivery of frames between directly connected devices (</a:t>
            </a:r>
            <a:r>
              <a:rPr lang="en-US" sz="2000" b="1" dirty="0"/>
              <a:t>node-to-node delivery</a:t>
            </a:r>
            <a:r>
              <a:rPr lang="en-US" sz="2000" dirty="0"/>
              <a:t>) </a:t>
            </a:r>
          </a:p>
          <a:p>
            <a:pPr marL="0" indent="0" algn="just">
              <a:lnSpc>
                <a:spcPct val="120000"/>
              </a:lnSpc>
            </a:pPr>
            <a:r>
              <a:rPr lang="en-US" sz="2000" dirty="0"/>
              <a:t>       - Deals with errors caused by physical error noise, bit corruption etc. </a:t>
            </a:r>
          </a:p>
          <a:p>
            <a:pPr algn="just">
              <a:lnSpc>
                <a:spcPct val="120000"/>
              </a:lnSpc>
              <a:buFont typeface="Arial" panose="020B0604020202020204" pitchFamily="34" charset="0"/>
              <a:buChar char="•"/>
            </a:pPr>
            <a:endParaRPr lang="en-US" sz="1100" dirty="0"/>
          </a:p>
          <a:p>
            <a:pPr algn="just">
              <a:lnSpc>
                <a:spcPct val="120000"/>
              </a:lnSpc>
              <a:buFont typeface="Arial" panose="020B0604020202020204" pitchFamily="34" charset="0"/>
              <a:buChar char="•"/>
            </a:pPr>
            <a:r>
              <a:rPr lang="en-US" sz="2000" b="1" dirty="0"/>
              <a:t>Transport Layer </a:t>
            </a:r>
            <a:r>
              <a:rPr lang="en-US" sz="2000" dirty="0"/>
              <a:t>Mechanisms ensure error-free, complete and ordered delivery of data for </a:t>
            </a:r>
            <a:r>
              <a:rPr lang="en-US" sz="2000" b="1" dirty="0"/>
              <a:t>end-to-end systems </a:t>
            </a:r>
          </a:p>
          <a:p>
            <a:pPr marL="446088" indent="-446088" algn="just">
              <a:lnSpc>
                <a:spcPct val="120000"/>
              </a:lnSpc>
            </a:pPr>
            <a:r>
              <a:rPr lang="en-US" sz="2000" dirty="0"/>
              <a:t>     - Deals with errors caused due to packet loss in routers and switches, packet        reordering due to network congestion etc.  </a:t>
            </a:r>
          </a:p>
          <a:p>
            <a:pPr marL="0" indent="0" algn="just">
              <a:lnSpc>
                <a:spcPct val="120000"/>
              </a:lnSpc>
            </a:pPr>
            <a:r>
              <a:rPr lang="en-US" sz="1900" dirty="0"/>
              <a:t>      .  </a:t>
            </a:r>
          </a:p>
          <a:p>
            <a:pPr marL="354013" indent="-354013" algn="just">
              <a:lnSpc>
                <a:spcPct val="120000"/>
              </a:lnSpc>
            </a:pPr>
            <a:r>
              <a:rPr lang="en-US" sz="2000" dirty="0"/>
              <a:t>      Similarly, flow control mechanisms are implemented at both layers, using the sliding window </a:t>
            </a:r>
          </a:p>
          <a:p>
            <a:pPr marL="0" indent="0" algn="just">
              <a:lnSpc>
                <a:spcPct val="120000"/>
              </a:lnSpc>
            </a:pPr>
            <a:r>
              <a:rPr lang="en-US" sz="2000" dirty="0"/>
              <a:t>  </a:t>
            </a: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113505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05469C-7567-917C-FE21-6BBDA002AD79}"/>
            </a:ext>
          </a:extLst>
        </p:cNvPr>
        <p:cNvGrpSpPr/>
        <p:nvPr/>
      </p:nvGrpSpPr>
      <p:grpSpPr>
        <a:xfrm>
          <a:off x="0" y="0"/>
          <a:ext cx="0" cy="0"/>
          <a:chOff x="0" y="0"/>
          <a:chExt cx="0" cy="0"/>
        </a:xfrm>
      </p:grpSpPr>
      <p:pic>
        <p:nvPicPr>
          <p:cNvPr id="5" name="object 5">
            <a:extLst>
              <a:ext uri="{FF2B5EF4-FFF2-40B4-BE49-F238E27FC236}">
                <a16:creationId xmlns="" xmlns:a16="http://schemas.microsoft.com/office/drawing/2014/main" id="{BD4614D7-C46F-6084-DAC9-6594C101A067}"/>
              </a:ext>
            </a:extLst>
          </p:cNvPr>
          <p:cNvPicPr/>
          <p:nvPr/>
        </p:nvPicPr>
        <p:blipFill>
          <a:blip r:embed="rId2" cstate="print"/>
          <a:stretch>
            <a:fillRect/>
          </a:stretch>
        </p:blipFill>
        <p:spPr>
          <a:xfrm>
            <a:off x="611559" y="1815487"/>
            <a:ext cx="8075241" cy="3366112"/>
          </a:xfrm>
          <a:prstGeom prst="rect">
            <a:avLst/>
          </a:prstGeom>
        </p:spPr>
      </p:pic>
      <p:sp>
        <p:nvSpPr>
          <p:cNvPr id="6" name="object 2">
            <a:extLst>
              <a:ext uri="{FF2B5EF4-FFF2-40B4-BE49-F238E27FC236}">
                <a16:creationId xmlns="" xmlns:a16="http://schemas.microsoft.com/office/drawing/2014/main" id="{7298A891-8115-6317-7709-8B91EA0664F5}"/>
              </a:ext>
            </a:extLst>
          </p:cNvPr>
          <p:cNvSpPr txBox="1">
            <a:spLocks noGrp="1"/>
          </p:cNvSpPr>
          <p:nvPr>
            <p:ph type="title"/>
          </p:nvPr>
        </p:nvSpPr>
        <p:spPr>
          <a:prstGeom prst="rect">
            <a:avLst/>
          </a:prstGeom>
        </p:spPr>
        <p:txBody>
          <a:bodyPr/>
          <a:lstStyle/>
          <a:p>
            <a:pPr algn="l"/>
            <a:r>
              <a:rPr lang="en-IN" sz="3600" b="1" dirty="0"/>
              <a:t>Error control:  Layered Approach</a:t>
            </a:r>
            <a:endParaRPr sz="3600" b="1" dirty="0"/>
          </a:p>
        </p:txBody>
      </p:sp>
    </p:spTree>
    <p:extLst>
      <p:ext uri="{BB962C8B-B14F-4D97-AF65-F5344CB8AC3E}">
        <p14:creationId xmlns:p14="http://schemas.microsoft.com/office/powerpoint/2010/main" val="869181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8BA5056-606B-94CB-5F11-EFADCF9A9CAE}"/>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866E073C-BF37-5229-5062-C5C75B554161}"/>
              </a:ext>
            </a:extLst>
          </p:cNvPr>
          <p:cNvSpPr>
            <a:spLocks noGrp="1" noChangeArrowheads="1"/>
          </p:cNvSpPr>
          <p:nvPr>
            <p:ph type="title"/>
          </p:nvPr>
        </p:nvSpPr>
        <p:spPr>
          <a:prstGeom prst="rect">
            <a:avLst/>
          </a:prstGeom>
        </p:spPr>
        <p:txBody>
          <a:bodyPr/>
          <a:lstStyle/>
          <a:p>
            <a:pPr algn="l"/>
            <a:r>
              <a:rPr lang="en-US" sz="3600" b="1" dirty="0"/>
              <a:t>UDP Header Format</a:t>
            </a:r>
            <a:br>
              <a:rPr lang="en-US" sz="3600" b="1" dirty="0"/>
            </a:br>
            <a:r>
              <a:rPr lang="en-US" sz="3000" b="1" dirty="0"/>
              <a:t>(including pseudo header) </a:t>
            </a:r>
          </a:p>
        </p:txBody>
      </p:sp>
      <p:pic>
        <p:nvPicPr>
          <p:cNvPr id="4" name="Picture 3">
            <a:extLst>
              <a:ext uri="{FF2B5EF4-FFF2-40B4-BE49-F238E27FC236}">
                <a16:creationId xmlns="" xmlns:a16="http://schemas.microsoft.com/office/drawing/2014/main" id="{2E1B25DE-5445-C241-240D-9B9E312DA04D}"/>
              </a:ext>
            </a:extLst>
          </p:cNvPr>
          <p:cNvPicPr>
            <a:picLocks noChangeAspect="1"/>
          </p:cNvPicPr>
          <p:nvPr/>
        </p:nvPicPr>
        <p:blipFill>
          <a:blip r:embed="rId3"/>
          <a:stretch>
            <a:fillRect/>
          </a:stretch>
        </p:blipFill>
        <p:spPr>
          <a:xfrm>
            <a:off x="323528" y="1340769"/>
            <a:ext cx="6997484" cy="4248472"/>
          </a:xfrm>
          <a:prstGeom prst="rect">
            <a:avLst/>
          </a:prstGeom>
        </p:spPr>
      </p:pic>
      <p:sp>
        <p:nvSpPr>
          <p:cNvPr id="5" name="TextBox 4">
            <a:extLst>
              <a:ext uri="{FF2B5EF4-FFF2-40B4-BE49-F238E27FC236}">
                <a16:creationId xmlns="" xmlns:a16="http://schemas.microsoft.com/office/drawing/2014/main" id="{CCD53849-D1B4-2A2F-5725-3531DEF4BBE1}"/>
              </a:ext>
            </a:extLst>
          </p:cNvPr>
          <p:cNvSpPr txBox="1"/>
          <p:nvPr/>
        </p:nvSpPr>
        <p:spPr>
          <a:xfrm>
            <a:off x="158387" y="5344727"/>
            <a:ext cx="8827225" cy="923330"/>
          </a:xfrm>
          <a:prstGeom prst="rect">
            <a:avLst/>
          </a:prstGeom>
          <a:noFill/>
        </p:spPr>
        <p:txBody>
          <a:bodyPr wrap="none" rtlCol="0">
            <a:spAutoFit/>
          </a:bodyPr>
          <a:lstStyle/>
          <a:p>
            <a:r>
              <a:rPr lang="en-IN" dirty="0"/>
              <a:t>Total length field (includes both header and payload of UDP packet), same in pseudo-header</a:t>
            </a:r>
          </a:p>
          <a:p>
            <a:r>
              <a:rPr lang="en-IN" dirty="0"/>
              <a:t>Checksum computation involves pseudo-header, header and data</a:t>
            </a:r>
          </a:p>
          <a:p>
            <a:r>
              <a:rPr lang="en-IN" dirty="0"/>
              <a:t> </a:t>
            </a:r>
          </a:p>
        </p:txBody>
      </p:sp>
      <p:sp>
        <p:nvSpPr>
          <p:cNvPr id="6" name="TextBox 5">
            <a:extLst>
              <a:ext uri="{FF2B5EF4-FFF2-40B4-BE49-F238E27FC236}">
                <a16:creationId xmlns="" xmlns:a16="http://schemas.microsoft.com/office/drawing/2014/main" id="{79B8DA59-2CDC-F9C7-B7D1-F04B17E4B5F2}"/>
              </a:ext>
            </a:extLst>
          </p:cNvPr>
          <p:cNvSpPr txBox="1"/>
          <p:nvPr/>
        </p:nvSpPr>
        <p:spPr>
          <a:xfrm>
            <a:off x="6648998" y="2826903"/>
            <a:ext cx="2339551" cy="400110"/>
          </a:xfrm>
          <a:prstGeom prst="rect">
            <a:avLst/>
          </a:prstGeom>
          <a:noFill/>
        </p:spPr>
        <p:txBody>
          <a:bodyPr wrap="none" rtlCol="0">
            <a:spAutoFit/>
          </a:bodyPr>
          <a:lstStyle/>
          <a:p>
            <a:r>
              <a:rPr lang="en-IN" sz="2000" dirty="0"/>
              <a:t>UDP Header: 8 bytes</a:t>
            </a:r>
          </a:p>
        </p:txBody>
      </p:sp>
    </p:spTree>
    <p:extLst>
      <p:ext uri="{BB962C8B-B14F-4D97-AF65-F5344CB8AC3E}">
        <p14:creationId xmlns:p14="http://schemas.microsoft.com/office/powerpoint/2010/main" val="1012747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3B42589-6393-41B9-B809-2D5DFEF9F855}"/>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0D960485-9F83-D2C0-7BCD-022CCD2FB3FC}"/>
              </a:ext>
            </a:extLst>
          </p:cNvPr>
          <p:cNvSpPr>
            <a:spLocks noGrp="1" noChangeArrowheads="1"/>
          </p:cNvSpPr>
          <p:nvPr>
            <p:ph type="title"/>
          </p:nvPr>
        </p:nvSpPr>
        <p:spPr>
          <a:prstGeom prst="rect">
            <a:avLst/>
          </a:prstGeom>
        </p:spPr>
        <p:txBody>
          <a:bodyPr/>
          <a:lstStyle/>
          <a:p>
            <a:pPr algn="l"/>
            <a:r>
              <a:rPr lang="en-US" sz="3600" b="1" dirty="0"/>
              <a:t>Pseudo-header – Why needed?</a:t>
            </a:r>
          </a:p>
        </p:txBody>
      </p:sp>
      <p:sp>
        <p:nvSpPr>
          <p:cNvPr id="2" name="Rectangle 3">
            <a:extLst>
              <a:ext uri="{FF2B5EF4-FFF2-40B4-BE49-F238E27FC236}">
                <a16:creationId xmlns="" xmlns:a16="http://schemas.microsoft.com/office/drawing/2014/main" id="{43BB16BC-E460-C830-35DE-E9297FBD2110}"/>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algn="just">
              <a:lnSpc>
                <a:spcPct val="120000"/>
              </a:lnSpc>
              <a:buFont typeface="Arial" panose="020B0604020202020204" pitchFamily="34" charset="0"/>
              <a:buChar char="•"/>
            </a:pPr>
            <a:r>
              <a:rPr lang="en-US" sz="2000" b="1" dirty="0">
                <a:solidFill>
                  <a:srgbClr val="FF0000"/>
                </a:solidFill>
              </a:rPr>
              <a:t>Pseudo-header</a:t>
            </a:r>
            <a:r>
              <a:rPr lang="en-US" sz="2000" dirty="0"/>
              <a:t>:  A temporary structure used for </a:t>
            </a:r>
            <a:r>
              <a:rPr lang="en-US" sz="2000" b="1" dirty="0">
                <a:solidFill>
                  <a:srgbClr val="FF0000"/>
                </a:solidFill>
              </a:rPr>
              <a:t>checksum calculation</a:t>
            </a:r>
          </a:p>
          <a:p>
            <a:pPr marL="0" indent="0" algn="just">
              <a:lnSpc>
                <a:spcPct val="120000"/>
              </a:lnSpc>
            </a:pPr>
            <a:endParaRPr lang="en-US" sz="1800" dirty="0"/>
          </a:p>
          <a:p>
            <a:pPr algn="just">
              <a:lnSpc>
                <a:spcPct val="120000"/>
              </a:lnSpc>
              <a:buFont typeface="Arial" panose="020B0604020202020204" pitchFamily="34" charset="0"/>
              <a:buChar char="•"/>
            </a:pPr>
            <a:r>
              <a:rPr lang="en-US" sz="2000" dirty="0"/>
              <a:t>Includes </a:t>
            </a:r>
            <a:r>
              <a:rPr lang="en-US" sz="2000" b="1" dirty="0">
                <a:solidFill>
                  <a:srgbClr val="FF0000"/>
                </a:solidFill>
              </a:rPr>
              <a:t>critical IP layer information </a:t>
            </a:r>
            <a:r>
              <a:rPr lang="en-US" sz="2000" dirty="0"/>
              <a:t>(like source &amp; destination IP addresses) </a:t>
            </a:r>
          </a:p>
          <a:p>
            <a:pPr marL="1235075" algn="just">
              <a:lnSpc>
                <a:spcPct val="120000"/>
              </a:lnSpc>
              <a:buFont typeface="Arial" panose="020B0604020202020204" pitchFamily="34" charset="0"/>
              <a:buChar char="ꟷ"/>
            </a:pPr>
            <a:r>
              <a:rPr lang="en-US" sz="2000" dirty="0"/>
              <a:t>  to ensure correctness of IP addresses thereby preventing delivery to wrong destinations</a:t>
            </a:r>
          </a:p>
          <a:p>
            <a:pPr marL="892175" indent="0" algn="just">
              <a:lnSpc>
                <a:spcPct val="120000"/>
              </a:lnSpc>
            </a:pPr>
            <a:endParaRPr lang="en-US" sz="1800" dirty="0"/>
          </a:p>
          <a:p>
            <a:pPr algn="just">
              <a:lnSpc>
                <a:spcPct val="120000"/>
              </a:lnSpc>
              <a:buFont typeface="Arial" panose="020B0604020202020204" pitchFamily="34" charset="0"/>
              <a:buChar char="•"/>
            </a:pPr>
            <a:r>
              <a:rPr lang="en-US" sz="2000" dirty="0"/>
              <a:t>Includes </a:t>
            </a:r>
            <a:r>
              <a:rPr lang="en-US" sz="2000" b="1" dirty="0">
                <a:solidFill>
                  <a:srgbClr val="FF0000"/>
                </a:solidFill>
              </a:rPr>
              <a:t>length</a:t>
            </a:r>
            <a:r>
              <a:rPr lang="en-US" sz="2000" b="1" dirty="0"/>
              <a:t> </a:t>
            </a:r>
            <a:r>
              <a:rPr lang="en-US" sz="2000" dirty="0"/>
              <a:t>field to ensure that </a:t>
            </a:r>
            <a:r>
              <a:rPr lang="en-US" sz="2000" b="1" dirty="0">
                <a:solidFill>
                  <a:srgbClr val="FF0000"/>
                </a:solidFill>
              </a:rPr>
              <a:t>correct amount of data </a:t>
            </a:r>
            <a:r>
              <a:rPr lang="en-US" sz="2000" dirty="0"/>
              <a:t>is verified</a:t>
            </a:r>
          </a:p>
          <a:p>
            <a:pPr algn="just">
              <a:lnSpc>
                <a:spcPct val="120000"/>
              </a:lnSpc>
              <a:buFont typeface="Arial" panose="020B0604020202020204" pitchFamily="34" charset="0"/>
              <a:buChar char="•"/>
            </a:pPr>
            <a:endParaRPr lang="en-US" sz="1800" dirty="0"/>
          </a:p>
          <a:p>
            <a:pPr algn="just">
              <a:lnSpc>
                <a:spcPct val="120000"/>
              </a:lnSpc>
              <a:buFont typeface="Arial" panose="020B0604020202020204" pitchFamily="34" charset="0"/>
              <a:buChar char="•"/>
            </a:pPr>
            <a:r>
              <a:rPr lang="en-US" sz="1800" dirty="0"/>
              <a:t> </a:t>
            </a:r>
            <a:endParaRPr lang="en-US" sz="1100" dirty="0"/>
          </a:p>
          <a:p>
            <a:pPr algn="just">
              <a:lnSpc>
                <a:spcPct val="120000"/>
              </a:lnSpc>
              <a:buFont typeface="Arial" panose="020B0604020202020204" pitchFamily="34" charset="0"/>
              <a:buChar char="•"/>
            </a:pPr>
            <a:endParaRPr lang="en-US" sz="100" dirty="0"/>
          </a:p>
          <a:p>
            <a:pPr>
              <a:lnSpc>
                <a:spcPct val="120000"/>
              </a:lnSpc>
              <a:buFont typeface="Arial" panose="020B0604020202020204" pitchFamily="34" charset="0"/>
              <a:buChar char="•"/>
            </a:pPr>
            <a:endParaRPr lang="en-US" sz="100" dirty="0"/>
          </a:p>
        </p:txBody>
      </p:sp>
      <p:sp>
        <p:nvSpPr>
          <p:cNvPr id="6" name="TextBox 5">
            <a:extLst>
              <a:ext uri="{FF2B5EF4-FFF2-40B4-BE49-F238E27FC236}">
                <a16:creationId xmlns="" xmlns:a16="http://schemas.microsoft.com/office/drawing/2014/main" id="{16E2F5CC-D1FD-5C72-4010-9EA415E3856E}"/>
              </a:ext>
            </a:extLst>
          </p:cNvPr>
          <p:cNvSpPr txBox="1"/>
          <p:nvPr/>
        </p:nvSpPr>
        <p:spPr>
          <a:xfrm>
            <a:off x="314103" y="5229200"/>
            <a:ext cx="8515793" cy="1227965"/>
          </a:xfrm>
          <a:prstGeom prst="rect">
            <a:avLst/>
          </a:prstGeom>
          <a:noFill/>
        </p:spPr>
        <p:txBody>
          <a:bodyPr wrap="none" rtlCol="0">
            <a:spAutoFit/>
          </a:bodyPr>
          <a:lstStyle/>
          <a:p>
            <a:r>
              <a:rPr lang="en-IN" sz="2000" dirty="0">
                <a:latin typeface="Arial" pitchFamily="34" charset="0"/>
                <a:cs typeface="Arial" pitchFamily="34" charset="0"/>
              </a:rPr>
              <a:t>Also having both Transport Layer and IP layer Checksums not redundant  </a:t>
            </a:r>
          </a:p>
          <a:p>
            <a:pPr marL="1235075" indent="-342900" algn="just">
              <a:lnSpc>
                <a:spcPct val="120000"/>
              </a:lnSpc>
              <a:spcBef>
                <a:spcPct val="20000"/>
              </a:spcBef>
              <a:buClr>
                <a:srgbClr val="101141"/>
              </a:buClr>
              <a:buFont typeface="Arial" panose="020B0604020202020204" pitchFamily="34" charset="0"/>
              <a:buChar char="ꟷ"/>
            </a:pPr>
            <a:r>
              <a:rPr lang="en-IN" sz="2000" dirty="0"/>
              <a:t>  </a:t>
            </a:r>
            <a:r>
              <a:rPr lang="en-IN" sz="2000" dirty="0">
                <a:latin typeface="Arial" pitchFamily="34" charset="0"/>
                <a:cs typeface="Arial" pitchFamily="34" charset="0"/>
              </a:rPr>
              <a:t>Scope of checksum different</a:t>
            </a:r>
          </a:p>
          <a:p>
            <a:pPr marL="1235075" indent="-342900" algn="just">
              <a:lnSpc>
                <a:spcPct val="120000"/>
              </a:lnSpc>
              <a:spcBef>
                <a:spcPct val="20000"/>
              </a:spcBef>
              <a:buClr>
                <a:srgbClr val="101141"/>
              </a:buClr>
              <a:buFont typeface="Arial" panose="020B0604020202020204" pitchFamily="34" charset="0"/>
              <a:buChar char="ꟷ"/>
            </a:pPr>
            <a:r>
              <a:rPr lang="en-IN" sz="2000" dirty="0">
                <a:latin typeface="Arial" pitchFamily="34" charset="0"/>
                <a:cs typeface="Arial" pitchFamily="34" charset="0"/>
              </a:rPr>
              <a:t>  IP layer may have fragments  - checksum on the fragments</a:t>
            </a:r>
          </a:p>
        </p:txBody>
      </p:sp>
    </p:spTree>
    <p:extLst>
      <p:ext uri="{BB962C8B-B14F-4D97-AF65-F5344CB8AC3E}">
        <p14:creationId xmlns:p14="http://schemas.microsoft.com/office/powerpoint/2010/main" val="4014514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6D80E27-0416-D15E-6953-01B76597225E}"/>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95F4D257-E8BC-A46A-8D99-1C785E09E6A8}"/>
              </a:ext>
            </a:extLst>
          </p:cNvPr>
          <p:cNvSpPr>
            <a:spLocks noGrp="1" noChangeArrowheads="1"/>
          </p:cNvSpPr>
          <p:nvPr>
            <p:ph type="title"/>
          </p:nvPr>
        </p:nvSpPr>
        <p:spPr>
          <a:prstGeom prst="rect">
            <a:avLst/>
          </a:prstGeom>
        </p:spPr>
        <p:txBody>
          <a:bodyPr/>
          <a:lstStyle/>
          <a:p>
            <a:pPr algn="l"/>
            <a:r>
              <a:rPr lang="en-US" sz="3600" b="1" dirty="0"/>
              <a:t>TCP Header  Format  </a:t>
            </a:r>
            <a:br>
              <a:rPr lang="en-US" sz="3600" b="1" dirty="0"/>
            </a:br>
            <a:r>
              <a:rPr lang="en-US" sz="3000" b="1" dirty="0"/>
              <a:t>(including pseudo header)  </a:t>
            </a:r>
          </a:p>
        </p:txBody>
      </p:sp>
      <p:pic>
        <p:nvPicPr>
          <p:cNvPr id="3" name="Picture 2">
            <a:extLst>
              <a:ext uri="{FF2B5EF4-FFF2-40B4-BE49-F238E27FC236}">
                <a16:creationId xmlns="" xmlns:a16="http://schemas.microsoft.com/office/drawing/2014/main" id="{A7893A8F-93C1-7C1C-661E-2994CB0035FB}"/>
              </a:ext>
            </a:extLst>
          </p:cNvPr>
          <p:cNvPicPr>
            <a:picLocks noChangeAspect="1"/>
          </p:cNvPicPr>
          <p:nvPr/>
        </p:nvPicPr>
        <p:blipFill>
          <a:blip r:embed="rId3"/>
          <a:stretch>
            <a:fillRect/>
          </a:stretch>
        </p:blipFill>
        <p:spPr>
          <a:xfrm>
            <a:off x="179512" y="1484784"/>
            <a:ext cx="6915262" cy="4248472"/>
          </a:xfrm>
          <a:prstGeom prst="rect">
            <a:avLst/>
          </a:prstGeom>
        </p:spPr>
      </p:pic>
      <p:sp>
        <p:nvSpPr>
          <p:cNvPr id="5" name="TextBox 4">
            <a:extLst>
              <a:ext uri="{FF2B5EF4-FFF2-40B4-BE49-F238E27FC236}">
                <a16:creationId xmlns="" xmlns:a16="http://schemas.microsoft.com/office/drawing/2014/main" id="{EDE4B154-0538-C40B-F41C-C5FD4DBE3E27}"/>
              </a:ext>
            </a:extLst>
          </p:cNvPr>
          <p:cNvSpPr txBox="1"/>
          <p:nvPr/>
        </p:nvSpPr>
        <p:spPr>
          <a:xfrm>
            <a:off x="683568" y="5733256"/>
            <a:ext cx="5454314" cy="400110"/>
          </a:xfrm>
          <a:prstGeom prst="rect">
            <a:avLst/>
          </a:prstGeom>
          <a:noFill/>
        </p:spPr>
        <p:txBody>
          <a:bodyPr wrap="none" rtlCol="0">
            <a:spAutoFit/>
          </a:bodyPr>
          <a:lstStyle/>
          <a:p>
            <a:r>
              <a:rPr lang="en-IN" sz="2000" dirty="0"/>
              <a:t>TCP  Header: 20 to 60 bytes – variable options field</a:t>
            </a:r>
          </a:p>
        </p:txBody>
      </p:sp>
    </p:spTree>
    <p:extLst>
      <p:ext uri="{BB962C8B-B14F-4D97-AF65-F5344CB8AC3E}">
        <p14:creationId xmlns:p14="http://schemas.microsoft.com/office/powerpoint/2010/main" val="2783242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EEE6825-1EBF-C9DC-C7B3-0276E6D5A567}"/>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AC32BF5E-A07E-DD70-BDEB-775B17EA1914}"/>
              </a:ext>
            </a:extLst>
          </p:cNvPr>
          <p:cNvSpPr>
            <a:spLocks noGrp="1" noChangeArrowheads="1"/>
          </p:cNvSpPr>
          <p:nvPr>
            <p:ph type="title"/>
          </p:nvPr>
        </p:nvSpPr>
        <p:spPr>
          <a:prstGeom prst="rect">
            <a:avLst/>
          </a:prstGeom>
        </p:spPr>
        <p:txBody>
          <a:bodyPr/>
          <a:lstStyle/>
          <a:p>
            <a:pPr algn="l"/>
            <a:r>
              <a:rPr lang="en-US" sz="3600" b="1" dirty="0"/>
              <a:t>TCP  Header Options</a:t>
            </a:r>
          </a:p>
        </p:txBody>
      </p:sp>
      <p:sp>
        <p:nvSpPr>
          <p:cNvPr id="2" name="Rectangle 3">
            <a:extLst>
              <a:ext uri="{FF2B5EF4-FFF2-40B4-BE49-F238E27FC236}">
                <a16:creationId xmlns="" xmlns:a16="http://schemas.microsoft.com/office/drawing/2014/main" id="{DFAB1D3E-A509-B488-7903-1C21E83FFF46}"/>
              </a:ext>
            </a:extLst>
          </p:cNvPr>
          <p:cNvSpPr txBox="1">
            <a:spLocks noChangeArrowheads="1"/>
          </p:cNvSpPr>
          <p:nvPr/>
        </p:nvSpPr>
        <p:spPr>
          <a:xfrm>
            <a:off x="0" y="1268760"/>
            <a:ext cx="9144000" cy="5328592"/>
          </a:xfrm>
          <a:prstGeom prst="rect">
            <a:avLst/>
          </a:prstGeom>
        </p:spPr>
        <p:txBody>
          <a:bodyPr vert="horz" lIns="91440" tIns="45720" rIns="91440" bIns="45720" rtlCol="0">
            <a:normAutofit fontScale="92500" lnSpcReduction="1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algn="just">
              <a:lnSpc>
                <a:spcPct val="120000"/>
              </a:lnSpc>
              <a:buFont typeface="Arial" panose="020B0604020202020204" pitchFamily="34" charset="0"/>
              <a:buChar char="•"/>
            </a:pPr>
            <a:r>
              <a:rPr lang="en-US" sz="1800" dirty="0"/>
              <a:t>TCP Header is 20 bytes without Options,  </a:t>
            </a:r>
            <a:r>
              <a:rPr lang="en-US" sz="1800" dirty="0" err="1"/>
              <a:t>upto</a:t>
            </a:r>
            <a:r>
              <a:rPr lang="en-US" sz="1800" dirty="0"/>
              <a:t> 60 bytes  including options</a:t>
            </a:r>
          </a:p>
          <a:p>
            <a:pPr algn="just">
              <a:lnSpc>
                <a:spcPct val="120000"/>
              </a:lnSpc>
              <a:buFont typeface="Arial" panose="020B0604020202020204" pitchFamily="34" charset="0"/>
              <a:buChar char="•"/>
            </a:pPr>
            <a:r>
              <a:rPr lang="en-US" sz="1800" dirty="0"/>
              <a:t>Options are variable length fields, each specified by its kind(bytecode) &amp; length</a:t>
            </a:r>
          </a:p>
          <a:p>
            <a:pPr algn="just">
              <a:lnSpc>
                <a:spcPct val="120000"/>
              </a:lnSpc>
              <a:buFont typeface="Arial" panose="020B0604020202020204" pitchFamily="34" charset="0"/>
              <a:buChar char="•"/>
            </a:pPr>
            <a:r>
              <a:rPr lang="en-US" sz="1800" dirty="0"/>
              <a:t>Two common header options are: </a:t>
            </a:r>
            <a:r>
              <a:rPr lang="en-US" sz="1800" b="1" dirty="0"/>
              <a:t>MSS</a:t>
            </a:r>
            <a:r>
              <a:rPr lang="en-US" sz="1800" dirty="0"/>
              <a:t> and </a:t>
            </a:r>
            <a:r>
              <a:rPr lang="en-US" sz="1800" b="1" dirty="0"/>
              <a:t>Window Scaling </a:t>
            </a:r>
          </a:p>
          <a:p>
            <a:pPr algn="just">
              <a:lnSpc>
                <a:spcPct val="120000"/>
              </a:lnSpc>
              <a:buFont typeface="Arial" panose="020B0604020202020204" pitchFamily="34" charset="0"/>
              <a:buChar char="•"/>
            </a:pPr>
            <a:endParaRPr lang="en-US" sz="1100" dirty="0"/>
          </a:p>
          <a:p>
            <a:pPr algn="just">
              <a:lnSpc>
                <a:spcPct val="120000"/>
              </a:lnSpc>
              <a:buFont typeface="Arial" panose="020B0604020202020204" pitchFamily="34" charset="0"/>
              <a:buChar char="•"/>
            </a:pPr>
            <a:r>
              <a:rPr lang="en-US" sz="2000" dirty="0"/>
              <a:t> </a:t>
            </a:r>
            <a:r>
              <a:rPr lang="en-US" sz="2000" b="1" dirty="0"/>
              <a:t>MSS (Maximum Segment Size) </a:t>
            </a:r>
            <a:r>
              <a:rPr lang="en-US" sz="2000" dirty="0"/>
              <a:t>  - [Kind: 2, Length: 4]</a:t>
            </a:r>
          </a:p>
          <a:p>
            <a:pPr lvl="1" algn="just">
              <a:lnSpc>
                <a:spcPct val="120000"/>
              </a:lnSpc>
              <a:buFont typeface="Arial" panose="020B0604020202020204" pitchFamily="34" charset="0"/>
              <a:buChar char="ꟷ"/>
            </a:pPr>
            <a:r>
              <a:rPr lang="en-US" sz="1800" dirty="0"/>
              <a:t>Largest amount of data a TCP segment can carry, excluding the TCP and IP headers, without causing local IP to fragment </a:t>
            </a:r>
          </a:p>
          <a:p>
            <a:pPr lvl="1" algn="just">
              <a:lnSpc>
                <a:spcPct val="120000"/>
              </a:lnSpc>
              <a:buFont typeface="Arial" panose="020B0604020202020204" pitchFamily="34" charset="0"/>
              <a:buChar char="ꟷ"/>
            </a:pPr>
            <a:r>
              <a:rPr lang="en-US" sz="1800" dirty="0"/>
              <a:t>Default 536 bytes for  IPv4, most Ethernet networks allow 1460 bytes </a:t>
            </a:r>
          </a:p>
          <a:p>
            <a:pPr lvl="1" algn="just">
              <a:lnSpc>
                <a:spcPct val="120000"/>
              </a:lnSpc>
              <a:buFont typeface="Arial" panose="020B0604020202020204" pitchFamily="34" charset="0"/>
              <a:buChar char="ꟷ"/>
            </a:pPr>
            <a:r>
              <a:rPr lang="en-US" sz="1800" dirty="0"/>
              <a:t>Specified as a TCP option, initially in the TCP SYN packet during the TCP handshake</a:t>
            </a:r>
          </a:p>
          <a:p>
            <a:pPr lvl="1" algn="just">
              <a:lnSpc>
                <a:spcPct val="120000"/>
              </a:lnSpc>
              <a:buFont typeface="Arial" panose="020B0604020202020204" pitchFamily="34" charset="0"/>
              <a:buChar char="ꟷ"/>
            </a:pPr>
            <a:r>
              <a:rPr lang="en-US" sz="1800" dirty="0"/>
              <a:t>Host can change in later segment also  </a:t>
            </a:r>
            <a:endParaRPr lang="en-US" sz="2000" dirty="0"/>
          </a:p>
          <a:p>
            <a:pPr algn="just">
              <a:lnSpc>
                <a:spcPct val="120000"/>
              </a:lnSpc>
              <a:buFont typeface="Arial" panose="020B0604020202020204" pitchFamily="34" charset="0"/>
              <a:buChar char="•"/>
            </a:pPr>
            <a:r>
              <a:rPr lang="en-US" sz="2000" dirty="0"/>
              <a:t>  </a:t>
            </a:r>
            <a:r>
              <a:rPr lang="en-US" sz="2000" b="1" dirty="0"/>
              <a:t> Window Scale </a:t>
            </a:r>
            <a:r>
              <a:rPr lang="en-US" sz="2000" dirty="0"/>
              <a:t>- [Kind: 3, Length: 3]</a:t>
            </a:r>
          </a:p>
          <a:p>
            <a:pPr lvl="1" algn="just">
              <a:lnSpc>
                <a:spcPct val="120000"/>
              </a:lnSpc>
              <a:buFont typeface="Arial" panose="020B0604020202020204" pitchFamily="34" charset="0"/>
              <a:buChar char="ꟷ"/>
            </a:pPr>
            <a:r>
              <a:rPr lang="en-US" sz="1800" dirty="0"/>
              <a:t>Allows TCP window sizes to exceed beyond 65535 (16-bit limit in header) </a:t>
            </a:r>
          </a:p>
          <a:p>
            <a:pPr lvl="1" algn="just">
              <a:lnSpc>
                <a:spcPct val="120000"/>
              </a:lnSpc>
              <a:buFont typeface="Arial" panose="020B0604020202020204" pitchFamily="34" charset="0"/>
              <a:buChar char="ꟷ"/>
            </a:pPr>
            <a:r>
              <a:rPr lang="en-US" sz="2000" dirty="0"/>
              <a:t>Useful for high speed networks </a:t>
            </a:r>
          </a:p>
          <a:p>
            <a:pPr lvl="1" algn="just">
              <a:lnSpc>
                <a:spcPct val="120000"/>
              </a:lnSpc>
              <a:buFont typeface="Arial" panose="020B0604020202020204" pitchFamily="34" charset="0"/>
              <a:buChar char="ꟷ"/>
            </a:pPr>
            <a:r>
              <a:rPr lang="en-US" sz="2000" dirty="0"/>
              <a:t>Effective Window Size = Advertised Window Size X 2 </a:t>
            </a:r>
            <a:r>
              <a:rPr lang="en-US" sz="2000" baseline="30000" dirty="0"/>
              <a:t>scaling factor</a:t>
            </a:r>
          </a:p>
          <a:p>
            <a:pPr marL="0" indent="0" algn="just">
              <a:lnSpc>
                <a:spcPct val="120000"/>
              </a:lnSpc>
            </a:pPr>
            <a:endParaRPr lang="en-US" sz="20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412522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8589F0A-02BD-4946-9A18-82B66251123C}"/>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C10A10CC-669A-B628-B7DC-3D0FFAC31506}"/>
              </a:ext>
            </a:extLst>
          </p:cNvPr>
          <p:cNvSpPr>
            <a:spLocks noGrp="1" noChangeArrowheads="1"/>
          </p:cNvSpPr>
          <p:nvPr>
            <p:ph type="title"/>
          </p:nvPr>
        </p:nvSpPr>
        <p:spPr>
          <a:prstGeom prst="rect">
            <a:avLst/>
          </a:prstGeom>
        </p:spPr>
        <p:txBody>
          <a:bodyPr/>
          <a:lstStyle/>
          <a:p>
            <a:pPr algn="l"/>
            <a:r>
              <a:rPr lang="en-US" sz="3600" b="1" dirty="0"/>
              <a:t>Triggering Transmissions</a:t>
            </a:r>
          </a:p>
        </p:txBody>
      </p:sp>
      <p:sp>
        <p:nvSpPr>
          <p:cNvPr id="2" name="Rectangle 3">
            <a:extLst>
              <a:ext uri="{FF2B5EF4-FFF2-40B4-BE49-F238E27FC236}">
                <a16:creationId xmlns="" xmlns:a16="http://schemas.microsoft.com/office/drawing/2014/main" id="{B8BE1050-481F-C8D5-A4E1-C142DCCEF882}"/>
              </a:ext>
            </a:extLst>
          </p:cNvPr>
          <p:cNvSpPr txBox="1">
            <a:spLocks noChangeArrowheads="1"/>
          </p:cNvSpPr>
          <p:nvPr/>
        </p:nvSpPr>
        <p:spPr>
          <a:xfrm>
            <a:off x="0" y="1268760"/>
            <a:ext cx="9144000" cy="5328592"/>
          </a:xfrm>
          <a:prstGeom prst="rect">
            <a:avLst/>
          </a:prstGeom>
        </p:spPr>
        <p:txBody>
          <a:bodyPr vert="horz" lIns="91440" tIns="45720" rIns="91440" bIns="45720" rtlCol="0">
            <a:normAutofit lnSpcReduction="1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0" indent="0" algn="just">
              <a:lnSpc>
                <a:spcPct val="120000"/>
              </a:lnSpc>
            </a:pPr>
            <a:r>
              <a:rPr lang="en-US" sz="2000" dirty="0"/>
              <a:t>What are the mechanisms used by TCP to trigger transmission ?</a:t>
            </a:r>
          </a:p>
          <a:p>
            <a:pPr marL="0" indent="0" algn="just">
              <a:lnSpc>
                <a:spcPct val="120000"/>
              </a:lnSpc>
            </a:pPr>
            <a:endParaRPr lang="en-US" sz="1000" dirty="0"/>
          </a:p>
          <a:p>
            <a:pPr algn="just">
              <a:lnSpc>
                <a:spcPct val="120000"/>
              </a:lnSpc>
              <a:buFont typeface="Arial" panose="020B0604020202020204" pitchFamily="34" charset="0"/>
              <a:buChar char="•"/>
            </a:pPr>
            <a:r>
              <a:rPr lang="en-US" sz="2000" dirty="0"/>
              <a:t>TCP has three mechanism to trigger the transmission of a segment</a:t>
            </a:r>
          </a:p>
          <a:p>
            <a:pPr algn="just">
              <a:lnSpc>
                <a:spcPct val="120000"/>
              </a:lnSpc>
              <a:buFont typeface="Arial" panose="020B0604020202020204" pitchFamily="34" charset="0"/>
              <a:buChar char="•"/>
            </a:pPr>
            <a:endParaRPr lang="en-US" sz="1000" dirty="0"/>
          </a:p>
          <a:p>
            <a:pPr algn="just">
              <a:lnSpc>
                <a:spcPct val="120000"/>
              </a:lnSpc>
              <a:buFont typeface="Arial" panose="020B0604020202020204" pitchFamily="34" charset="0"/>
              <a:buChar char="•"/>
            </a:pPr>
            <a:r>
              <a:rPr lang="en-US" sz="2000" dirty="0"/>
              <a:t> TCP maintains a variable MSS and sends a segment as soon as it has </a:t>
            </a:r>
            <a:r>
              <a:rPr lang="en-US" sz="2000" b="1" dirty="0"/>
              <a:t>collected MSS bytes </a:t>
            </a:r>
            <a:r>
              <a:rPr lang="en-US" sz="2000" dirty="0"/>
              <a:t>from the sending process</a:t>
            </a:r>
          </a:p>
          <a:p>
            <a:pPr lvl="1" algn="just">
              <a:lnSpc>
                <a:spcPct val="120000"/>
              </a:lnSpc>
              <a:buFont typeface="Arial" panose="020B0604020202020204" pitchFamily="34" charset="0"/>
              <a:buChar char="ꟷ"/>
            </a:pPr>
            <a:r>
              <a:rPr lang="en-US" sz="1800" dirty="0"/>
              <a:t>MSS: MTU of directly connected network – (TCP header + IP  header) </a:t>
            </a:r>
          </a:p>
          <a:p>
            <a:pPr marL="457200" lvl="1" indent="0" algn="just">
              <a:lnSpc>
                <a:spcPct val="120000"/>
              </a:lnSpc>
              <a:buNone/>
            </a:pPr>
            <a:endParaRPr lang="en-US" sz="1100" dirty="0"/>
          </a:p>
          <a:p>
            <a:pPr algn="just">
              <a:lnSpc>
                <a:spcPct val="120000"/>
              </a:lnSpc>
              <a:buFont typeface="Arial" panose="020B0604020202020204" pitchFamily="34" charset="0"/>
              <a:buChar char="•"/>
            </a:pPr>
            <a:r>
              <a:rPr lang="en-US" sz="2000" dirty="0"/>
              <a:t>  </a:t>
            </a:r>
            <a:r>
              <a:rPr lang="en-US" sz="2000" b="1" dirty="0"/>
              <a:t> </a:t>
            </a:r>
            <a:r>
              <a:rPr lang="en-US" sz="2000" dirty="0"/>
              <a:t>Sending process has explicitly asked TCP to send it </a:t>
            </a:r>
          </a:p>
          <a:p>
            <a:pPr lvl="1" algn="just">
              <a:lnSpc>
                <a:spcPct val="120000"/>
              </a:lnSpc>
              <a:buFont typeface="Arial" panose="020B0604020202020204" pitchFamily="34" charset="0"/>
              <a:buChar char="ꟷ"/>
            </a:pPr>
            <a:r>
              <a:rPr lang="en-US" sz="1900" dirty="0"/>
              <a:t>TCP supports </a:t>
            </a:r>
            <a:r>
              <a:rPr lang="en-US" sz="1900" b="1" dirty="0"/>
              <a:t>push</a:t>
            </a:r>
            <a:r>
              <a:rPr lang="en-US" sz="1900" dirty="0"/>
              <a:t> operation (PUSH flag set) </a:t>
            </a:r>
          </a:p>
          <a:p>
            <a:pPr marL="457200" lvl="1" indent="0" algn="just">
              <a:lnSpc>
                <a:spcPct val="120000"/>
              </a:lnSpc>
              <a:buNone/>
            </a:pPr>
            <a:endParaRPr lang="en-US" sz="1100" baseline="30000" dirty="0"/>
          </a:p>
          <a:p>
            <a:pPr algn="just">
              <a:lnSpc>
                <a:spcPct val="120000"/>
              </a:lnSpc>
              <a:buFont typeface="Arial" panose="020B0604020202020204" pitchFamily="34" charset="0"/>
              <a:buChar char="•"/>
            </a:pPr>
            <a:r>
              <a:rPr lang="en-IN" sz="2000" dirty="0"/>
              <a:t>When a </a:t>
            </a:r>
            <a:r>
              <a:rPr lang="en-IN" sz="2000" b="1" dirty="0"/>
              <a:t>timer fires</a:t>
            </a:r>
          </a:p>
          <a:p>
            <a:pPr lvl="1" algn="just">
              <a:lnSpc>
                <a:spcPct val="130000"/>
              </a:lnSpc>
              <a:buFont typeface="Arial" panose="020B0604020202020204" pitchFamily="34" charset="0"/>
              <a:buChar char="ꟷ"/>
            </a:pPr>
            <a:r>
              <a:rPr lang="en-US" sz="1900" dirty="0"/>
              <a:t>Resulting segment contains as many bytes as are currently buffered for transmission</a:t>
            </a:r>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403598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A044F1C-7818-4034-368F-6BD6DCBE1549}"/>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9B4652DC-5C90-C4CA-52D8-1BF76FB2C1DF}"/>
              </a:ext>
            </a:extLst>
          </p:cNvPr>
          <p:cNvSpPr>
            <a:spLocks noGrp="1" noChangeArrowheads="1"/>
          </p:cNvSpPr>
          <p:nvPr>
            <p:ph type="title"/>
          </p:nvPr>
        </p:nvSpPr>
        <p:spPr>
          <a:prstGeom prst="rect">
            <a:avLst/>
          </a:prstGeom>
        </p:spPr>
        <p:txBody>
          <a:bodyPr/>
          <a:lstStyle/>
          <a:p>
            <a:pPr algn="l"/>
            <a:r>
              <a:rPr lang="en-US" sz="3600" b="1" dirty="0"/>
              <a:t>TCP: Go Back N or Selective Repeat </a:t>
            </a:r>
          </a:p>
        </p:txBody>
      </p:sp>
      <p:sp>
        <p:nvSpPr>
          <p:cNvPr id="2" name="Rectangle 3">
            <a:extLst>
              <a:ext uri="{FF2B5EF4-FFF2-40B4-BE49-F238E27FC236}">
                <a16:creationId xmlns="" xmlns:a16="http://schemas.microsoft.com/office/drawing/2014/main" id="{5D8EC0DE-9C46-E037-53B3-F9B82E782FE7}"/>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0" indent="0" algn="just">
              <a:lnSpc>
                <a:spcPct val="120000"/>
              </a:lnSpc>
            </a:pPr>
            <a:r>
              <a:rPr lang="en-US" sz="2000" dirty="0"/>
              <a:t> </a:t>
            </a:r>
          </a:p>
          <a:p>
            <a:pPr marL="0" indent="0" algn="just">
              <a:lnSpc>
                <a:spcPct val="120000"/>
              </a:lnSpc>
            </a:pPr>
            <a:endParaRPr lang="en-US" sz="10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pic>
        <p:nvPicPr>
          <p:cNvPr id="4" name="Picture 3">
            <a:extLst>
              <a:ext uri="{FF2B5EF4-FFF2-40B4-BE49-F238E27FC236}">
                <a16:creationId xmlns="" xmlns:a16="http://schemas.microsoft.com/office/drawing/2014/main" id="{AC5DD75E-784E-4F6B-89C3-F85F5E53C4B8}"/>
              </a:ext>
            </a:extLst>
          </p:cNvPr>
          <p:cNvPicPr>
            <a:picLocks noChangeAspect="1"/>
          </p:cNvPicPr>
          <p:nvPr/>
        </p:nvPicPr>
        <p:blipFill>
          <a:blip r:embed="rId3"/>
          <a:stretch>
            <a:fillRect/>
          </a:stretch>
        </p:blipFill>
        <p:spPr>
          <a:xfrm>
            <a:off x="107504" y="1629240"/>
            <a:ext cx="8958651" cy="3960000"/>
          </a:xfrm>
          <a:prstGeom prst="rect">
            <a:avLst/>
          </a:prstGeom>
        </p:spPr>
      </p:pic>
      <p:sp>
        <p:nvSpPr>
          <p:cNvPr id="6" name="TextBox 5">
            <a:extLst>
              <a:ext uri="{FF2B5EF4-FFF2-40B4-BE49-F238E27FC236}">
                <a16:creationId xmlns="" xmlns:a16="http://schemas.microsoft.com/office/drawing/2014/main" id="{F6E0629B-0981-EBFD-B1F7-C0B7BD65061E}"/>
              </a:ext>
            </a:extLst>
          </p:cNvPr>
          <p:cNvSpPr txBox="1"/>
          <p:nvPr/>
        </p:nvSpPr>
        <p:spPr>
          <a:xfrm>
            <a:off x="958988" y="5666240"/>
            <a:ext cx="7027950" cy="923330"/>
          </a:xfrm>
          <a:prstGeom prst="rect">
            <a:avLst/>
          </a:prstGeom>
          <a:noFill/>
        </p:spPr>
        <p:txBody>
          <a:bodyPr wrap="none" rtlCol="0">
            <a:spAutoFit/>
          </a:bodyPr>
          <a:lstStyle/>
          <a:p>
            <a:r>
              <a:rPr lang="en-IN" dirty="0"/>
              <a:t>Rule 1: Acknowledgement slightly delayed to piggyback data transmission</a:t>
            </a:r>
          </a:p>
          <a:p>
            <a:r>
              <a:rPr lang="en-IN" dirty="0"/>
              <a:t>Rule 2: Acknowledgement sent when ACK delaying timer times out</a:t>
            </a:r>
          </a:p>
          <a:p>
            <a:r>
              <a:rPr lang="en-IN" dirty="0"/>
              <a:t>Rule 3: One ACK sent normally for two received segments</a:t>
            </a:r>
          </a:p>
        </p:txBody>
      </p:sp>
      <p:sp>
        <p:nvSpPr>
          <p:cNvPr id="7" name="TextBox 6">
            <a:extLst>
              <a:ext uri="{FF2B5EF4-FFF2-40B4-BE49-F238E27FC236}">
                <a16:creationId xmlns="" xmlns:a16="http://schemas.microsoft.com/office/drawing/2014/main" id="{883B9FD6-E9C8-6455-BC29-A4C996DEEFDC}"/>
              </a:ext>
            </a:extLst>
          </p:cNvPr>
          <p:cNvSpPr txBox="1"/>
          <p:nvPr/>
        </p:nvSpPr>
        <p:spPr>
          <a:xfrm>
            <a:off x="251520" y="1466610"/>
            <a:ext cx="1971245" cy="369332"/>
          </a:xfrm>
          <a:prstGeom prst="rect">
            <a:avLst/>
          </a:prstGeom>
          <a:noFill/>
        </p:spPr>
        <p:txBody>
          <a:bodyPr wrap="none" rtlCol="0">
            <a:spAutoFit/>
          </a:bodyPr>
          <a:lstStyle/>
          <a:p>
            <a:r>
              <a:rPr lang="en-IN" b="1" dirty="0">
                <a:solidFill>
                  <a:srgbClr val="FF0000"/>
                </a:solidFill>
              </a:rPr>
              <a:t>Normal Operation </a:t>
            </a:r>
          </a:p>
        </p:txBody>
      </p:sp>
    </p:spTree>
    <p:extLst>
      <p:ext uri="{BB962C8B-B14F-4D97-AF65-F5344CB8AC3E}">
        <p14:creationId xmlns:p14="http://schemas.microsoft.com/office/powerpoint/2010/main" val="82214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1645172-1793-CCC5-552B-970E34F0E0FE}"/>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951A02F3-D66F-B312-E6E3-FBC108E701AE}"/>
              </a:ext>
            </a:extLst>
          </p:cNvPr>
          <p:cNvSpPr>
            <a:spLocks noGrp="1" noChangeArrowheads="1"/>
          </p:cNvSpPr>
          <p:nvPr>
            <p:ph type="title"/>
          </p:nvPr>
        </p:nvSpPr>
        <p:spPr>
          <a:prstGeom prst="rect">
            <a:avLst/>
          </a:prstGeom>
        </p:spPr>
        <p:txBody>
          <a:bodyPr/>
          <a:lstStyle/>
          <a:p>
            <a:pPr algn="l"/>
            <a:r>
              <a:rPr lang="en-US" sz="3600" b="1" dirty="0"/>
              <a:t>Contd.. </a:t>
            </a:r>
          </a:p>
        </p:txBody>
      </p:sp>
      <p:sp>
        <p:nvSpPr>
          <p:cNvPr id="2" name="Rectangle 3">
            <a:extLst>
              <a:ext uri="{FF2B5EF4-FFF2-40B4-BE49-F238E27FC236}">
                <a16:creationId xmlns="" xmlns:a16="http://schemas.microsoft.com/office/drawing/2014/main" id="{CDC27BFB-306A-2A4F-73E0-DA771AA241BC}"/>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0" indent="0" algn="just">
              <a:lnSpc>
                <a:spcPct val="120000"/>
              </a:lnSpc>
            </a:pPr>
            <a:r>
              <a:rPr lang="en-US" sz="2000" dirty="0"/>
              <a:t> </a:t>
            </a:r>
          </a:p>
          <a:p>
            <a:pPr marL="0" indent="0" algn="just">
              <a:lnSpc>
                <a:spcPct val="120000"/>
              </a:lnSpc>
            </a:pPr>
            <a:endParaRPr lang="en-US" sz="10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
        <p:nvSpPr>
          <p:cNvPr id="6" name="TextBox 5">
            <a:extLst>
              <a:ext uri="{FF2B5EF4-FFF2-40B4-BE49-F238E27FC236}">
                <a16:creationId xmlns="" xmlns:a16="http://schemas.microsoft.com/office/drawing/2014/main" id="{A752EC9A-33C6-9A39-DFCD-3F4041880B5C}"/>
              </a:ext>
            </a:extLst>
          </p:cNvPr>
          <p:cNvSpPr txBox="1"/>
          <p:nvPr/>
        </p:nvSpPr>
        <p:spPr>
          <a:xfrm>
            <a:off x="144016" y="5325015"/>
            <a:ext cx="8964488" cy="1200329"/>
          </a:xfrm>
          <a:prstGeom prst="rect">
            <a:avLst/>
          </a:prstGeom>
          <a:noFill/>
        </p:spPr>
        <p:txBody>
          <a:bodyPr wrap="square" rtlCol="0">
            <a:spAutoFit/>
          </a:bodyPr>
          <a:lstStyle/>
          <a:p>
            <a:r>
              <a:rPr lang="en-IN" dirty="0"/>
              <a:t>Rule 4: Acknowledgement sent when out of order detected, highest in-order received </a:t>
            </a:r>
            <a:r>
              <a:rPr lang="en-IN" dirty="0" err="1"/>
              <a:t>seq</a:t>
            </a:r>
            <a:r>
              <a:rPr lang="en-IN" dirty="0"/>
              <a:t> number (Normally, cumulative acknowledgement like Go Back N – ACK 3  if  packets 1,2, 4 arrive) </a:t>
            </a:r>
          </a:p>
          <a:p>
            <a:r>
              <a:rPr lang="en-IN" dirty="0"/>
              <a:t>Rule 5: ACK sent when out-of-order corrected</a:t>
            </a:r>
          </a:p>
        </p:txBody>
      </p:sp>
      <p:pic>
        <p:nvPicPr>
          <p:cNvPr id="3" name="Picture 2">
            <a:extLst>
              <a:ext uri="{FF2B5EF4-FFF2-40B4-BE49-F238E27FC236}">
                <a16:creationId xmlns="" xmlns:a16="http://schemas.microsoft.com/office/drawing/2014/main" id="{354B39F2-F6E3-FB8F-37B5-C74AA33472D6}"/>
              </a:ext>
            </a:extLst>
          </p:cNvPr>
          <p:cNvPicPr>
            <a:picLocks noChangeAspect="1"/>
          </p:cNvPicPr>
          <p:nvPr/>
        </p:nvPicPr>
        <p:blipFill>
          <a:blip r:embed="rId3"/>
          <a:stretch>
            <a:fillRect/>
          </a:stretch>
        </p:blipFill>
        <p:spPr>
          <a:xfrm>
            <a:off x="557554" y="1484784"/>
            <a:ext cx="8334926" cy="3960000"/>
          </a:xfrm>
          <a:prstGeom prst="rect">
            <a:avLst/>
          </a:prstGeom>
        </p:spPr>
      </p:pic>
      <p:sp>
        <p:nvSpPr>
          <p:cNvPr id="4" name="TextBox 3">
            <a:extLst>
              <a:ext uri="{FF2B5EF4-FFF2-40B4-BE49-F238E27FC236}">
                <a16:creationId xmlns="" xmlns:a16="http://schemas.microsoft.com/office/drawing/2014/main" id="{E2FAE524-2480-8B28-FEF8-264A7C114CCC}"/>
              </a:ext>
            </a:extLst>
          </p:cNvPr>
          <p:cNvSpPr txBox="1"/>
          <p:nvPr/>
        </p:nvSpPr>
        <p:spPr>
          <a:xfrm>
            <a:off x="231438" y="1479232"/>
            <a:ext cx="1465594" cy="369332"/>
          </a:xfrm>
          <a:prstGeom prst="rect">
            <a:avLst/>
          </a:prstGeom>
          <a:noFill/>
        </p:spPr>
        <p:txBody>
          <a:bodyPr wrap="none" rtlCol="0">
            <a:spAutoFit/>
          </a:bodyPr>
          <a:lstStyle/>
          <a:p>
            <a:r>
              <a:rPr lang="en-IN" b="1" dirty="0">
                <a:solidFill>
                  <a:srgbClr val="FF0000"/>
                </a:solidFill>
              </a:rPr>
              <a:t>Lost Segment</a:t>
            </a:r>
          </a:p>
        </p:txBody>
      </p:sp>
    </p:spTree>
    <p:extLst>
      <p:ext uri="{BB962C8B-B14F-4D97-AF65-F5344CB8AC3E}">
        <p14:creationId xmlns:p14="http://schemas.microsoft.com/office/powerpoint/2010/main" val="163351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04114EE-B2D9-1409-15C3-19F81DFBAE56}"/>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0BA7CB08-0F40-A6EC-252A-999DF5940415}"/>
              </a:ext>
            </a:extLst>
          </p:cNvPr>
          <p:cNvSpPr>
            <a:spLocks noGrp="1" noChangeArrowheads="1"/>
          </p:cNvSpPr>
          <p:nvPr>
            <p:ph type="title"/>
          </p:nvPr>
        </p:nvSpPr>
        <p:spPr>
          <a:prstGeom prst="rect">
            <a:avLst/>
          </a:prstGeom>
        </p:spPr>
        <p:txBody>
          <a:bodyPr/>
          <a:lstStyle/>
          <a:p>
            <a:pPr algn="l"/>
            <a:r>
              <a:rPr lang="en-US" sz="3600" b="1" dirty="0"/>
              <a:t>Contd..</a:t>
            </a:r>
          </a:p>
        </p:txBody>
      </p:sp>
      <p:sp>
        <p:nvSpPr>
          <p:cNvPr id="2" name="Rectangle 3">
            <a:extLst>
              <a:ext uri="{FF2B5EF4-FFF2-40B4-BE49-F238E27FC236}">
                <a16:creationId xmlns="" xmlns:a16="http://schemas.microsoft.com/office/drawing/2014/main" id="{3315635E-4F89-1757-051C-D24060147D0C}"/>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0" indent="0" algn="just">
              <a:lnSpc>
                <a:spcPct val="120000"/>
              </a:lnSpc>
            </a:pPr>
            <a:r>
              <a:rPr lang="en-US" sz="2000" dirty="0"/>
              <a:t> </a:t>
            </a:r>
          </a:p>
          <a:p>
            <a:pPr marL="0" indent="0" algn="just">
              <a:lnSpc>
                <a:spcPct val="120000"/>
              </a:lnSpc>
            </a:pPr>
            <a:endParaRPr lang="en-US" sz="10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
        <p:nvSpPr>
          <p:cNvPr id="7" name="TextBox 6">
            <a:extLst>
              <a:ext uri="{FF2B5EF4-FFF2-40B4-BE49-F238E27FC236}">
                <a16:creationId xmlns="" xmlns:a16="http://schemas.microsoft.com/office/drawing/2014/main" id="{5D22297B-5111-2068-2386-BEA755F4D0B3}"/>
              </a:ext>
            </a:extLst>
          </p:cNvPr>
          <p:cNvSpPr txBox="1"/>
          <p:nvPr/>
        </p:nvSpPr>
        <p:spPr>
          <a:xfrm>
            <a:off x="179512" y="1535989"/>
            <a:ext cx="3037178" cy="369332"/>
          </a:xfrm>
          <a:prstGeom prst="rect">
            <a:avLst/>
          </a:prstGeom>
          <a:noFill/>
        </p:spPr>
        <p:txBody>
          <a:bodyPr wrap="none" rtlCol="0">
            <a:spAutoFit/>
          </a:bodyPr>
          <a:lstStyle/>
          <a:p>
            <a:r>
              <a:rPr lang="en-IN" b="1" dirty="0">
                <a:solidFill>
                  <a:srgbClr val="FF0000"/>
                </a:solidFill>
              </a:rPr>
              <a:t>Fast Retransmit (3 DUP ACKs) </a:t>
            </a:r>
          </a:p>
        </p:txBody>
      </p:sp>
      <p:pic>
        <p:nvPicPr>
          <p:cNvPr id="4" name="Picture 3">
            <a:extLst>
              <a:ext uri="{FF2B5EF4-FFF2-40B4-BE49-F238E27FC236}">
                <a16:creationId xmlns="" xmlns:a16="http://schemas.microsoft.com/office/drawing/2014/main" id="{6BABF912-3219-693E-8C83-B94883622E20}"/>
              </a:ext>
            </a:extLst>
          </p:cNvPr>
          <p:cNvPicPr>
            <a:picLocks noChangeAspect="1"/>
          </p:cNvPicPr>
          <p:nvPr/>
        </p:nvPicPr>
        <p:blipFill>
          <a:blip r:embed="rId3"/>
          <a:stretch>
            <a:fillRect/>
          </a:stretch>
        </p:blipFill>
        <p:spPr>
          <a:xfrm>
            <a:off x="881812" y="1905321"/>
            <a:ext cx="7619281" cy="4381444"/>
          </a:xfrm>
          <a:prstGeom prst="rect">
            <a:avLst/>
          </a:prstGeom>
        </p:spPr>
      </p:pic>
    </p:spTree>
    <p:extLst>
      <p:ext uri="{BB962C8B-B14F-4D97-AF65-F5344CB8AC3E}">
        <p14:creationId xmlns:p14="http://schemas.microsoft.com/office/powerpoint/2010/main" val="397415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8A22AAF-9C51-D403-6D15-ACA6F60133A5}"/>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641942CE-1A89-9521-DD9B-E42ED8A0508F}"/>
              </a:ext>
            </a:extLst>
          </p:cNvPr>
          <p:cNvSpPr>
            <a:spLocks noGrp="1" noChangeArrowheads="1"/>
          </p:cNvSpPr>
          <p:nvPr>
            <p:ph type="title"/>
          </p:nvPr>
        </p:nvSpPr>
        <p:spPr>
          <a:prstGeom prst="rect">
            <a:avLst/>
          </a:prstGeom>
        </p:spPr>
        <p:txBody>
          <a:bodyPr/>
          <a:lstStyle/>
          <a:p>
            <a:pPr algn="l"/>
            <a:r>
              <a:rPr lang="en-US" sz="3600" b="1" dirty="0"/>
              <a:t>Contd..</a:t>
            </a:r>
          </a:p>
        </p:txBody>
      </p:sp>
      <p:sp>
        <p:nvSpPr>
          <p:cNvPr id="2" name="Rectangle 3">
            <a:extLst>
              <a:ext uri="{FF2B5EF4-FFF2-40B4-BE49-F238E27FC236}">
                <a16:creationId xmlns="" xmlns:a16="http://schemas.microsoft.com/office/drawing/2014/main" id="{626A326C-96AC-3195-F057-A1273D3F09E2}"/>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0" indent="0" algn="just">
              <a:lnSpc>
                <a:spcPct val="120000"/>
              </a:lnSpc>
            </a:pPr>
            <a:r>
              <a:rPr lang="en-US" sz="2000" dirty="0"/>
              <a:t> </a:t>
            </a:r>
          </a:p>
          <a:p>
            <a:pPr marL="0" indent="0" algn="just">
              <a:lnSpc>
                <a:spcPct val="120000"/>
              </a:lnSpc>
            </a:pPr>
            <a:endParaRPr lang="en-US" sz="10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
        <p:nvSpPr>
          <p:cNvPr id="7" name="TextBox 6">
            <a:extLst>
              <a:ext uri="{FF2B5EF4-FFF2-40B4-BE49-F238E27FC236}">
                <a16:creationId xmlns="" xmlns:a16="http://schemas.microsoft.com/office/drawing/2014/main" id="{BBFEE4FD-5694-7CD7-ABB0-8384358A3D55}"/>
              </a:ext>
            </a:extLst>
          </p:cNvPr>
          <p:cNvSpPr txBox="1"/>
          <p:nvPr/>
        </p:nvSpPr>
        <p:spPr>
          <a:xfrm>
            <a:off x="179512" y="1547500"/>
            <a:ext cx="8784976" cy="369332"/>
          </a:xfrm>
          <a:prstGeom prst="rect">
            <a:avLst/>
          </a:prstGeom>
          <a:noFill/>
        </p:spPr>
        <p:txBody>
          <a:bodyPr wrap="square" rtlCol="0">
            <a:spAutoFit/>
          </a:bodyPr>
          <a:lstStyle/>
          <a:p>
            <a:r>
              <a:rPr lang="en-IN" b="1" dirty="0">
                <a:solidFill>
                  <a:srgbClr val="FF0000"/>
                </a:solidFill>
              </a:rPr>
              <a:t>Lost Acknowledgement : </a:t>
            </a:r>
            <a:r>
              <a:rPr lang="en-IN" dirty="0"/>
              <a:t>(automatically corrected by TCP when next segment arrives)</a:t>
            </a:r>
          </a:p>
        </p:txBody>
      </p:sp>
      <p:pic>
        <p:nvPicPr>
          <p:cNvPr id="5" name="Picture 4">
            <a:extLst>
              <a:ext uri="{FF2B5EF4-FFF2-40B4-BE49-F238E27FC236}">
                <a16:creationId xmlns="" xmlns:a16="http://schemas.microsoft.com/office/drawing/2014/main" id="{73E85441-6389-6F1C-23D4-019019BCEC6B}"/>
              </a:ext>
            </a:extLst>
          </p:cNvPr>
          <p:cNvPicPr>
            <a:picLocks noChangeAspect="1"/>
          </p:cNvPicPr>
          <p:nvPr/>
        </p:nvPicPr>
        <p:blipFill>
          <a:blip r:embed="rId3"/>
          <a:stretch>
            <a:fillRect/>
          </a:stretch>
        </p:blipFill>
        <p:spPr>
          <a:xfrm>
            <a:off x="683568" y="2080512"/>
            <a:ext cx="7344816" cy="4023984"/>
          </a:xfrm>
          <a:prstGeom prst="rect">
            <a:avLst/>
          </a:prstGeom>
        </p:spPr>
      </p:pic>
    </p:spTree>
    <p:extLst>
      <p:ext uri="{BB962C8B-B14F-4D97-AF65-F5344CB8AC3E}">
        <p14:creationId xmlns:p14="http://schemas.microsoft.com/office/powerpoint/2010/main" val="197697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4FF6F4-7190-43CC-C42D-FBCC18051DBC}"/>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A6CD317F-1CF7-A625-F7EE-8BE38155FD0D}"/>
              </a:ext>
            </a:extLst>
          </p:cNvPr>
          <p:cNvSpPr>
            <a:spLocks noGrp="1" noChangeArrowheads="1"/>
          </p:cNvSpPr>
          <p:nvPr>
            <p:ph type="title"/>
          </p:nvPr>
        </p:nvSpPr>
        <p:spPr>
          <a:prstGeom prst="rect">
            <a:avLst/>
          </a:prstGeom>
        </p:spPr>
        <p:txBody>
          <a:bodyPr/>
          <a:lstStyle/>
          <a:p>
            <a:pPr algn="l"/>
            <a:r>
              <a:rPr lang="en-US" sz="3600" b="1" dirty="0"/>
              <a:t>Contd..</a:t>
            </a:r>
          </a:p>
        </p:txBody>
      </p:sp>
      <p:sp>
        <p:nvSpPr>
          <p:cNvPr id="7" name="TextBox 6">
            <a:extLst>
              <a:ext uri="{FF2B5EF4-FFF2-40B4-BE49-F238E27FC236}">
                <a16:creationId xmlns="" xmlns:a16="http://schemas.microsoft.com/office/drawing/2014/main" id="{28F50551-22F9-F13F-FDB9-B258041B5A80}"/>
              </a:ext>
            </a:extLst>
          </p:cNvPr>
          <p:cNvSpPr txBox="1"/>
          <p:nvPr/>
        </p:nvSpPr>
        <p:spPr>
          <a:xfrm>
            <a:off x="179512" y="1597623"/>
            <a:ext cx="7540269" cy="369332"/>
          </a:xfrm>
          <a:prstGeom prst="rect">
            <a:avLst/>
          </a:prstGeom>
          <a:noFill/>
        </p:spPr>
        <p:txBody>
          <a:bodyPr wrap="none" rtlCol="0">
            <a:spAutoFit/>
          </a:bodyPr>
          <a:lstStyle/>
          <a:p>
            <a:r>
              <a:rPr lang="en-IN" b="1" dirty="0">
                <a:solidFill>
                  <a:srgbClr val="FF0000"/>
                </a:solidFill>
              </a:rPr>
              <a:t>Lost Acknowledgement </a:t>
            </a:r>
            <a:r>
              <a:rPr lang="en-IN" dirty="0"/>
              <a:t>(corrected by resending  segment when timer expires)</a:t>
            </a:r>
          </a:p>
        </p:txBody>
      </p:sp>
      <p:pic>
        <p:nvPicPr>
          <p:cNvPr id="4" name="Picture 3">
            <a:extLst>
              <a:ext uri="{FF2B5EF4-FFF2-40B4-BE49-F238E27FC236}">
                <a16:creationId xmlns="" xmlns:a16="http://schemas.microsoft.com/office/drawing/2014/main" id="{A3A0B9B3-AC67-2BF1-14EF-F20C376856AC}"/>
              </a:ext>
            </a:extLst>
          </p:cNvPr>
          <p:cNvPicPr>
            <a:picLocks noChangeAspect="1"/>
          </p:cNvPicPr>
          <p:nvPr/>
        </p:nvPicPr>
        <p:blipFill>
          <a:blip r:embed="rId3"/>
          <a:stretch>
            <a:fillRect/>
          </a:stretch>
        </p:blipFill>
        <p:spPr>
          <a:xfrm>
            <a:off x="755576" y="2039526"/>
            <a:ext cx="7956376" cy="4003343"/>
          </a:xfrm>
          <a:prstGeom prst="rect">
            <a:avLst/>
          </a:prstGeom>
        </p:spPr>
      </p:pic>
      <p:sp>
        <p:nvSpPr>
          <p:cNvPr id="6" name="TextBox 5">
            <a:extLst>
              <a:ext uri="{FF2B5EF4-FFF2-40B4-BE49-F238E27FC236}">
                <a16:creationId xmlns="" xmlns:a16="http://schemas.microsoft.com/office/drawing/2014/main" id="{B04BB09D-F059-0C8C-4F26-0E9B3A023FFB}"/>
              </a:ext>
            </a:extLst>
          </p:cNvPr>
          <p:cNvSpPr txBox="1"/>
          <p:nvPr/>
        </p:nvSpPr>
        <p:spPr>
          <a:xfrm>
            <a:off x="737330" y="5878840"/>
            <a:ext cx="7527958" cy="923330"/>
          </a:xfrm>
          <a:prstGeom prst="rect">
            <a:avLst/>
          </a:prstGeom>
          <a:noFill/>
        </p:spPr>
        <p:txBody>
          <a:bodyPr wrap="none" rtlCol="0">
            <a:spAutoFit/>
          </a:bodyPr>
          <a:lstStyle/>
          <a:p>
            <a:r>
              <a:rPr lang="en-IN" dirty="0"/>
              <a:t>Rule 6: When a duplicate data segment is received for which ACK already sent,</a:t>
            </a:r>
          </a:p>
          <a:p>
            <a:r>
              <a:rPr lang="en-IN" dirty="0"/>
              <a:t>TCP simply resends the last ACK </a:t>
            </a:r>
          </a:p>
          <a:p>
            <a:endParaRPr lang="en-IN" dirty="0"/>
          </a:p>
        </p:txBody>
      </p:sp>
    </p:spTree>
    <p:extLst>
      <p:ext uri="{BB962C8B-B14F-4D97-AF65-F5344CB8AC3E}">
        <p14:creationId xmlns:p14="http://schemas.microsoft.com/office/powerpoint/2010/main" val="839672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B7B344B-B50F-1538-0EE5-B333C644FDF9}"/>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AB74459C-E17A-0741-0C74-5D23E85BBFD3}"/>
              </a:ext>
            </a:extLst>
          </p:cNvPr>
          <p:cNvSpPr>
            <a:spLocks noGrp="1" noChangeArrowheads="1"/>
          </p:cNvSpPr>
          <p:nvPr>
            <p:ph type="title"/>
          </p:nvPr>
        </p:nvSpPr>
        <p:spPr>
          <a:prstGeom prst="rect">
            <a:avLst/>
          </a:prstGeom>
        </p:spPr>
        <p:txBody>
          <a:bodyPr/>
          <a:lstStyle/>
          <a:p>
            <a:pPr algn="l"/>
            <a:r>
              <a:rPr lang="en-US" sz="3600" b="1" dirty="0"/>
              <a:t>Silly Window Syndrome (SWS)</a:t>
            </a:r>
          </a:p>
        </p:txBody>
      </p:sp>
      <p:sp>
        <p:nvSpPr>
          <p:cNvPr id="2" name="Rectangle 3">
            <a:extLst>
              <a:ext uri="{FF2B5EF4-FFF2-40B4-BE49-F238E27FC236}">
                <a16:creationId xmlns="" xmlns:a16="http://schemas.microsoft.com/office/drawing/2014/main" id="{5DBDCDC2-B463-EE8A-5B59-20140486B6CE}"/>
              </a:ext>
            </a:extLst>
          </p:cNvPr>
          <p:cNvSpPr txBox="1">
            <a:spLocks noChangeArrowheads="1"/>
          </p:cNvSpPr>
          <p:nvPr/>
        </p:nvSpPr>
        <p:spPr>
          <a:xfrm>
            <a:off x="0" y="1268760"/>
            <a:ext cx="9144000" cy="5328592"/>
          </a:xfrm>
          <a:prstGeom prst="rect">
            <a:avLst/>
          </a:prstGeom>
        </p:spPr>
        <p:txBody>
          <a:bodyPr vert="horz" lIns="91440" tIns="45720" rIns="91440" bIns="45720" rtlCol="0">
            <a:normAutofit fontScale="92500" lnSpcReduction="2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0" indent="0" algn="just">
              <a:lnSpc>
                <a:spcPct val="120000"/>
              </a:lnSpc>
            </a:pPr>
            <a:r>
              <a:rPr lang="en-US" sz="2000" dirty="0"/>
              <a:t>What is Silly Window Syndrome? What are the causes of  SWS ?</a:t>
            </a:r>
          </a:p>
          <a:p>
            <a:pPr marL="0" indent="0" algn="just">
              <a:lnSpc>
                <a:spcPct val="120000"/>
              </a:lnSpc>
            </a:pPr>
            <a:endParaRPr lang="en-US" sz="1000" dirty="0"/>
          </a:p>
          <a:p>
            <a:pPr algn="just">
              <a:lnSpc>
                <a:spcPct val="120000"/>
              </a:lnSpc>
              <a:buFont typeface="Arial" panose="020B0604020202020204" pitchFamily="34" charset="0"/>
              <a:buChar char="•"/>
            </a:pPr>
            <a:r>
              <a:rPr lang="en-US" sz="2000" dirty="0"/>
              <a:t>A performance issue in TCP flow control that occurs when small amounts of data are sent inefficiently, leading to excessive overhead and poor network performance (</a:t>
            </a:r>
            <a:r>
              <a:rPr lang="en-US" sz="2000" dirty="0" err="1"/>
              <a:t>eg</a:t>
            </a:r>
            <a:r>
              <a:rPr lang="en-US" sz="2000" dirty="0"/>
              <a:t>, 1 or 2 bytes of data with 20 bytes of header) </a:t>
            </a:r>
          </a:p>
          <a:p>
            <a:pPr algn="just">
              <a:lnSpc>
                <a:spcPct val="120000"/>
              </a:lnSpc>
              <a:buFont typeface="Arial" panose="020B0604020202020204" pitchFamily="34" charset="0"/>
              <a:buChar char="•"/>
            </a:pPr>
            <a:endParaRPr lang="en-US" sz="1000" dirty="0"/>
          </a:p>
          <a:p>
            <a:pPr algn="just">
              <a:lnSpc>
                <a:spcPct val="120000"/>
              </a:lnSpc>
              <a:buFont typeface="Arial" panose="020B0604020202020204" pitchFamily="34" charset="0"/>
              <a:buChar char="•"/>
            </a:pPr>
            <a:r>
              <a:rPr lang="en-US" sz="2000" dirty="0"/>
              <a:t> Can be  caused by both sender and receiver</a:t>
            </a:r>
          </a:p>
          <a:p>
            <a:pPr marL="457200" indent="-457200" algn="just">
              <a:lnSpc>
                <a:spcPct val="120000"/>
              </a:lnSpc>
              <a:spcBef>
                <a:spcPts val="600"/>
              </a:spcBef>
              <a:buFont typeface="+mj-lt"/>
              <a:buAutoNum type="arabicPeriod"/>
            </a:pPr>
            <a:r>
              <a:rPr lang="en-US" sz="2000" dirty="0"/>
              <a:t>Receiver-induced SWS</a:t>
            </a:r>
            <a:endParaRPr lang="en-US" sz="1100" dirty="0"/>
          </a:p>
          <a:p>
            <a:pPr lvl="1" algn="just">
              <a:lnSpc>
                <a:spcPct val="130000"/>
              </a:lnSpc>
              <a:buFont typeface="Arial" panose="020B0604020202020204" pitchFamily="34" charset="0"/>
              <a:buChar char="ꟷ"/>
            </a:pPr>
            <a:r>
              <a:rPr lang="en-US" sz="1900" dirty="0"/>
              <a:t>Receiver’s buffer fills up slowly</a:t>
            </a:r>
          </a:p>
          <a:p>
            <a:pPr lvl="1" algn="just">
              <a:lnSpc>
                <a:spcPct val="130000"/>
              </a:lnSpc>
              <a:buFont typeface="Arial" panose="020B0604020202020204" pitchFamily="34" charset="0"/>
              <a:buChar char="ꟷ"/>
            </a:pPr>
            <a:r>
              <a:rPr lang="en-US" sz="1900" dirty="0"/>
              <a:t>Instead of waiting for more space to be freed up, receiver advertises a very small window size </a:t>
            </a:r>
          </a:p>
          <a:p>
            <a:pPr marL="457200" lvl="1" indent="0" algn="just">
              <a:lnSpc>
                <a:spcPct val="120000"/>
              </a:lnSpc>
              <a:buNone/>
            </a:pPr>
            <a:endParaRPr lang="en-US" sz="1100" baseline="30000" dirty="0"/>
          </a:p>
          <a:p>
            <a:pPr marL="457200" indent="-457200" algn="just">
              <a:lnSpc>
                <a:spcPct val="120000"/>
              </a:lnSpc>
              <a:spcBef>
                <a:spcPts val="600"/>
              </a:spcBef>
              <a:buFont typeface="+mj-lt"/>
              <a:buAutoNum type="arabicPeriod"/>
            </a:pPr>
            <a:r>
              <a:rPr lang="en-IN" sz="2100" dirty="0"/>
              <a:t>Sender-induced SWS </a:t>
            </a:r>
          </a:p>
          <a:p>
            <a:pPr lvl="1" algn="just">
              <a:lnSpc>
                <a:spcPct val="130000"/>
              </a:lnSpc>
              <a:buFont typeface="Arial" panose="020B0604020202020204" pitchFamily="34" charset="0"/>
              <a:buChar char="ꟷ"/>
            </a:pPr>
            <a:r>
              <a:rPr lang="en-US" sz="1900" dirty="0"/>
              <a:t>Sender send small segments of data, instead of waiting for more data to accumulate</a:t>
            </a:r>
          </a:p>
          <a:p>
            <a:pPr lvl="1" algn="just">
              <a:lnSpc>
                <a:spcPct val="130000"/>
              </a:lnSpc>
              <a:buFont typeface="Arial" panose="020B0604020202020204" pitchFamily="34" charset="0"/>
              <a:buChar char="ꟷ"/>
            </a:pPr>
            <a:r>
              <a:rPr lang="en-US" sz="1900" dirty="0"/>
              <a:t>Often happens when an application generates data very slowly</a:t>
            </a:r>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27355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5C537CC-768C-BACC-4706-C6BB8AE13142}"/>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2D1924FD-30EB-3105-0584-D5A03966599F}"/>
              </a:ext>
            </a:extLst>
          </p:cNvPr>
          <p:cNvSpPr>
            <a:spLocks noGrp="1" noChangeArrowheads="1"/>
          </p:cNvSpPr>
          <p:nvPr>
            <p:ph type="title"/>
          </p:nvPr>
        </p:nvSpPr>
        <p:spPr>
          <a:prstGeom prst="rect">
            <a:avLst/>
          </a:prstGeom>
        </p:spPr>
        <p:txBody>
          <a:bodyPr/>
          <a:lstStyle/>
          <a:p>
            <a:pPr algn="l"/>
            <a:r>
              <a:rPr lang="en-US" sz="3600" b="1" dirty="0"/>
              <a:t>Silly Window Syndrome (SWS)</a:t>
            </a:r>
          </a:p>
        </p:txBody>
      </p:sp>
      <p:sp>
        <p:nvSpPr>
          <p:cNvPr id="2" name="Rectangle 3">
            <a:extLst>
              <a:ext uri="{FF2B5EF4-FFF2-40B4-BE49-F238E27FC236}">
                <a16:creationId xmlns="" xmlns:a16="http://schemas.microsoft.com/office/drawing/2014/main" id="{CC599D8E-55C1-E71B-357B-FCDF5E7A8C58}"/>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0" indent="0" algn="just">
              <a:lnSpc>
                <a:spcPct val="120000"/>
              </a:lnSpc>
            </a:pPr>
            <a:r>
              <a:rPr lang="en-US" sz="2000" dirty="0"/>
              <a:t>How can SWS be prevented ?</a:t>
            </a:r>
          </a:p>
          <a:p>
            <a:pPr marL="0" indent="0" algn="just">
              <a:lnSpc>
                <a:spcPct val="120000"/>
              </a:lnSpc>
            </a:pPr>
            <a:endParaRPr lang="en-US" sz="1000" dirty="0"/>
          </a:p>
          <a:p>
            <a:pPr marL="457200" indent="-457200" algn="just">
              <a:lnSpc>
                <a:spcPct val="120000"/>
              </a:lnSpc>
              <a:spcBef>
                <a:spcPts val="600"/>
              </a:spcBef>
              <a:buFont typeface="+mj-lt"/>
              <a:buAutoNum type="arabicPeriod"/>
            </a:pPr>
            <a:r>
              <a:rPr lang="en-US" sz="2000" dirty="0"/>
              <a:t>Clark’s solution (Receiver-Side Fix)</a:t>
            </a:r>
            <a:endParaRPr lang="en-US" sz="1100" dirty="0"/>
          </a:p>
          <a:p>
            <a:pPr lvl="1" algn="just">
              <a:lnSpc>
                <a:spcPct val="130000"/>
              </a:lnSpc>
              <a:buFont typeface="Arial" panose="020B0604020202020204" pitchFamily="34" charset="0"/>
              <a:buChar char="ꟷ"/>
            </a:pPr>
            <a:r>
              <a:rPr lang="en-US" sz="1900" dirty="0"/>
              <a:t>Receiver should avoid advertising small window size</a:t>
            </a:r>
          </a:p>
          <a:p>
            <a:pPr lvl="1" algn="just">
              <a:lnSpc>
                <a:spcPct val="130000"/>
              </a:lnSpc>
              <a:buFont typeface="Arial" panose="020B0604020202020204" pitchFamily="34" charset="0"/>
              <a:buChar char="ꟷ"/>
            </a:pPr>
            <a:r>
              <a:rPr lang="en-US" sz="1900" dirty="0"/>
              <a:t>Should wait until enough buffer space is available (typically half the buffer size or 1 MSS)</a:t>
            </a:r>
          </a:p>
          <a:p>
            <a:pPr marL="457200" lvl="1" indent="0" algn="just">
              <a:lnSpc>
                <a:spcPct val="120000"/>
              </a:lnSpc>
              <a:buNone/>
            </a:pPr>
            <a:endParaRPr lang="en-US" sz="1100" baseline="30000" dirty="0"/>
          </a:p>
          <a:p>
            <a:pPr marL="457200" indent="-457200" algn="just">
              <a:lnSpc>
                <a:spcPct val="120000"/>
              </a:lnSpc>
              <a:spcBef>
                <a:spcPts val="600"/>
              </a:spcBef>
              <a:buFont typeface="+mj-lt"/>
              <a:buAutoNum type="arabicPeriod"/>
            </a:pPr>
            <a:r>
              <a:rPr lang="en-IN" sz="2100" dirty="0"/>
              <a:t>Nagle’s algorithm (Sender-side fix) </a:t>
            </a:r>
          </a:p>
          <a:p>
            <a:pPr lvl="1" algn="just">
              <a:lnSpc>
                <a:spcPct val="130000"/>
              </a:lnSpc>
              <a:buFont typeface="Arial" panose="020B0604020202020204" pitchFamily="34" charset="0"/>
              <a:buChar char="ꟷ"/>
            </a:pPr>
            <a:r>
              <a:rPr lang="en-US" sz="1900" dirty="0"/>
              <a:t>Sender should avoid sending small segments frequently</a:t>
            </a:r>
          </a:p>
          <a:p>
            <a:pPr lvl="1" algn="just">
              <a:lnSpc>
                <a:spcPct val="130000"/>
              </a:lnSpc>
              <a:buFont typeface="Arial" panose="020B0604020202020204" pitchFamily="34" charset="0"/>
              <a:buChar char="ꟷ"/>
            </a:pPr>
            <a:r>
              <a:rPr lang="en-US" sz="1900" dirty="0"/>
              <a:t>Wait until either :</a:t>
            </a:r>
          </a:p>
          <a:p>
            <a:pPr marL="1165225" lvl="1" algn="just">
              <a:lnSpc>
                <a:spcPct val="130000"/>
              </a:lnSpc>
              <a:buFont typeface="Wingdings" panose="05000000000000000000" pitchFamily="2" charset="2"/>
              <a:buChar char="§"/>
            </a:pPr>
            <a:r>
              <a:rPr lang="en-US" sz="1900" dirty="0"/>
              <a:t>There Is enough data to send a full-sized segment or </a:t>
            </a:r>
          </a:p>
          <a:p>
            <a:pPr marL="1165225" lvl="1" algn="just">
              <a:lnSpc>
                <a:spcPct val="130000"/>
              </a:lnSpc>
              <a:buFont typeface="Wingdings" panose="05000000000000000000" pitchFamily="2" charset="2"/>
              <a:buChar char="§"/>
            </a:pPr>
            <a:r>
              <a:rPr lang="en-US" sz="1900" dirty="0"/>
              <a:t>Outstanding data acknowledged </a:t>
            </a:r>
          </a:p>
          <a:p>
            <a:pPr lvl="1" algn="just">
              <a:lnSpc>
                <a:spcPct val="130000"/>
              </a:lnSpc>
              <a:buFont typeface="Arial" panose="020B0604020202020204" pitchFamily="34" charset="0"/>
              <a:buChar char="ꟷ"/>
            </a:pPr>
            <a:endParaRPr lang="en-US" sz="19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422443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8A83452-329A-1373-B1E9-AF86B60AAEB9}"/>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0D183976-26E1-2553-3B28-6C3608B80913}"/>
              </a:ext>
            </a:extLst>
          </p:cNvPr>
          <p:cNvSpPr>
            <a:spLocks noGrp="1" noChangeArrowheads="1"/>
          </p:cNvSpPr>
          <p:nvPr>
            <p:ph type="title"/>
          </p:nvPr>
        </p:nvSpPr>
        <p:spPr>
          <a:prstGeom prst="rect">
            <a:avLst/>
          </a:prstGeom>
        </p:spPr>
        <p:txBody>
          <a:bodyPr/>
          <a:lstStyle/>
          <a:p>
            <a:pPr algn="l"/>
            <a:r>
              <a:rPr lang="en-US" sz="3600" b="1" dirty="0"/>
              <a:t>Nagle’s Algorithm</a:t>
            </a:r>
          </a:p>
        </p:txBody>
      </p:sp>
      <p:sp>
        <p:nvSpPr>
          <p:cNvPr id="2" name="Rectangle 3">
            <a:extLst>
              <a:ext uri="{FF2B5EF4-FFF2-40B4-BE49-F238E27FC236}">
                <a16:creationId xmlns="" xmlns:a16="http://schemas.microsoft.com/office/drawing/2014/main" id="{623FDED4-0897-766D-5367-48537A5DD80D}"/>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r>
              <a:rPr lang="en-IN" sz="2000" dirty="0"/>
              <a:t> </a:t>
            </a:r>
            <a:r>
              <a:rPr lang="en-US" dirty="0"/>
              <a:t>When the application produces data to send</a:t>
            </a:r>
          </a:p>
          <a:p>
            <a:r>
              <a:rPr lang="en-US" dirty="0"/>
              <a:t>       if both the available data and the window ≥ MSS</a:t>
            </a:r>
          </a:p>
          <a:p>
            <a:r>
              <a:rPr lang="en-IN" dirty="0"/>
              <a:t>              send a full segment</a:t>
            </a:r>
          </a:p>
          <a:p>
            <a:r>
              <a:rPr lang="en-IN" dirty="0"/>
              <a:t>       else</a:t>
            </a:r>
          </a:p>
          <a:p>
            <a:r>
              <a:rPr lang="en-US" dirty="0"/>
              <a:t>             if there is </a:t>
            </a:r>
            <a:r>
              <a:rPr lang="en-US" dirty="0" err="1"/>
              <a:t>unACKed</a:t>
            </a:r>
            <a:r>
              <a:rPr lang="en-US" dirty="0"/>
              <a:t> data in flight</a:t>
            </a:r>
          </a:p>
          <a:p>
            <a:r>
              <a:rPr lang="en-US" dirty="0"/>
              <a:t>                   buffer the new data until an ACK arrives</a:t>
            </a:r>
          </a:p>
          <a:p>
            <a:r>
              <a:rPr lang="en-IN" dirty="0"/>
              <a:t>            else</a:t>
            </a:r>
          </a:p>
          <a:p>
            <a:r>
              <a:rPr lang="en-US" dirty="0"/>
              <a:t>                   send all the new data now</a:t>
            </a:r>
            <a:endParaRPr lang="en-US" sz="1900" dirty="0"/>
          </a:p>
          <a:p>
            <a:pPr lvl="1" algn="just">
              <a:lnSpc>
                <a:spcPct val="130000"/>
              </a:lnSpc>
              <a:buFont typeface="Arial" panose="020B0604020202020204" pitchFamily="34" charset="0"/>
              <a:buChar char="ꟷ"/>
            </a:pPr>
            <a:endParaRPr lang="en-US" sz="19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2312005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F47A830-50C2-9D42-D5FE-083E0B34A1B5}"/>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D7263CB7-514D-525B-C2EF-408F2E259504}"/>
              </a:ext>
            </a:extLst>
          </p:cNvPr>
          <p:cNvSpPr>
            <a:spLocks noGrp="1" noChangeArrowheads="1"/>
          </p:cNvSpPr>
          <p:nvPr>
            <p:ph type="title"/>
          </p:nvPr>
        </p:nvSpPr>
        <p:spPr>
          <a:prstGeom prst="rect">
            <a:avLst/>
          </a:prstGeom>
        </p:spPr>
        <p:txBody>
          <a:bodyPr/>
          <a:lstStyle/>
          <a:p>
            <a:pPr algn="l"/>
            <a:r>
              <a:rPr lang="en-US" sz="3000" b="1"/>
              <a:t>Nagle’s Algorithm for WAN Interactive Exchange</a:t>
            </a:r>
            <a:endParaRPr lang="en-US" sz="3000" b="1" dirty="0"/>
          </a:p>
        </p:txBody>
      </p:sp>
      <p:sp>
        <p:nvSpPr>
          <p:cNvPr id="2" name="Rectangle 3">
            <a:extLst>
              <a:ext uri="{FF2B5EF4-FFF2-40B4-BE49-F238E27FC236}">
                <a16:creationId xmlns="" xmlns:a16="http://schemas.microsoft.com/office/drawing/2014/main" id="{F20C069C-2717-24E0-F4B5-46CCB7517699}"/>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r>
              <a:rPr lang="en-IN" sz="2000" dirty="0"/>
              <a:t> </a:t>
            </a:r>
            <a:endParaRPr lang="en-US" sz="100" dirty="0"/>
          </a:p>
        </p:txBody>
      </p:sp>
      <p:pic>
        <p:nvPicPr>
          <p:cNvPr id="4" name="Picture 3">
            <a:extLst>
              <a:ext uri="{FF2B5EF4-FFF2-40B4-BE49-F238E27FC236}">
                <a16:creationId xmlns="" xmlns:a16="http://schemas.microsoft.com/office/drawing/2014/main" id="{F0C23005-31DF-05AC-8A47-D404067941CF}"/>
              </a:ext>
            </a:extLst>
          </p:cNvPr>
          <p:cNvPicPr>
            <a:picLocks noChangeAspect="1"/>
          </p:cNvPicPr>
          <p:nvPr/>
        </p:nvPicPr>
        <p:blipFill>
          <a:blip r:embed="rId3"/>
          <a:stretch>
            <a:fillRect/>
          </a:stretch>
        </p:blipFill>
        <p:spPr>
          <a:xfrm>
            <a:off x="816207" y="1517732"/>
            <a:ext cx="6878010" cy="4791744"/>
          </a:xfrm>
          <a:prstGeom prst="rect">
            <a:avLst/>
          </a:prstGeom>
        </p:spPr>
      </p:pic>
      <p:sp>
        <p:nvSpPr>
          <p:cNvPr id="5" name="TextBox 4">
            <a:extLst>
              <a:ext uri="{FF2B5EF4-FFF2-40B4-BE49-F238E27FC236}">
                <a16:creationId xmlns="" xmlns:a16="http://schemas.microsoft.com/office/drawing/2014/main" id="{4051A054-FBE6-2EC0-2FF7-06465597925C}"/>
              </a:ext>
            </a:extLst>
          </p:cNvPr>
          <p:cNvSpPr txBox="1"/>
          <p:nvPr/>
        </p:nvSpPr>
        <p:spPr>
          <a:xfrm>
            <a:off x="1115616" y="5959596"/>
            <a:ext cx="1265796" cy="369332"/>
          </a:xfrm>
          <a:prstGeom prst="rect">
            <a:avLst/>
          </a:prstGeom>
          <a:noFill/>
        </p:spPr>
        <p:txBody>
          <a:bodyPr wrap="none" rtlCol="0">
            <a:spAutoFit/>
          </a:bodyPr>
          <a:lstStyle/>
          <a:p>
            <a:r>
              <a:rPr lang="en-IN" dirty="0"/>
              <a:t>Telnet </a:t>
            </a:r>
            <a:r>
              <a:rPr lang="en-IN" dirty="0">
                <a:solidFill>
                  <a:srgbClr val="FF0000"/>
                </a:solidFill>
              </a:rPr>
              <a:t>TYPE</a:t>
            </a:r>
          </a:p>
        </p:txBody>
      </p:sp>
      <p:sp>
        <p:nvSpPr>
          <p:cNvPr id="6" name="TextBox 5">
            <a:extLst>
              <a:ext uri="{FF2B5EF4-FFF2-40B4-BE49-F238E27FC236}">
                <a16:creationId xmlns="" xmlns:a16="http://schemas.microsoft.com/office/drawing/2014/main" id="{1881D7F2-117E-6477-63A7-368F8327511C}"/>
              </a:ext>
            </a:extLst>
          </p:cNvPr>
          <p:cNvSpPr txBox="1"/>
          <p:nvPr/>
        </p:nvSpPr>
        <p:spPr>
          <a:xfrm>
            <a:off x="6372200" y="5949280"/>
            <a:ext cx="1143326" cy="369332"/>
          </a:xfrm>
          <a:prstGeom prst="rect">
            <a:avLst/>
          </a:prstGeom>
          <a:noFill/>
        </p:spPr>
        <p:txBody>
          <a:bodyPr wrap="none" rtlCol="0">
            <a:spAutoFit/>
          </a:bodyPr>
          <a:lstStyle/>
          <a:p>
            <a:r>
              <a:rPr lang="en-IN" dirty="0"/>
              <a:t>Echo </a:t>
            </a:r>
            <a:r>
              <a:rPr lang="en-IN" dirty="0">
                <a:solidFill>
                  <a:srgbClr val="FF0000"/>
                </a:solidFill>
              </a:rPr>
              <a:t>TYPE</a:t>
            </a:r>
          </a:p>
        </p:txBody>
      </p:sp>
      <p:cxnSp>
        <p:nvCxnSpPr>
          <p:cNvPr id="8" name="Straight Arrow Connector 7">
            <a:extLst>
              <a:ext uri="{FF2B5EF4-FFF2-40B4-BE49-F238E27FC236}">
                <a16:creationId xmlns="" xmlns:a16="http://schemas.microsoft.com/office/drawing/2014/main" id="{E10C6022-858B-B208-304F-BF75AB3AB79D}"/>
              </a:ext>
            </a:extLst>
          </p:cNvPr>
          <p:cNvCxnSpPr/>
          <p:nvPr/>
        </p:nvCxnSpPr>
        <p:spPr>
          <a:xfrm>
            <a:off x="1748514" y="6328928"/>
            <a:ext cx="879270" cy="0"/>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 xmlns:a16="http://schemas.microsoft.com/office/drawing/2014/main" id="{58E00356-708D-EB8F-E616-129BD9F3623C}"/>
              </a:ext>
            </a:extLst>
          </p:cNvPr>
          <p:cNvCxnSpPr/>
          <p:nvPr/>
        </p:nvCxnSpPr>
        <p:spPr>
          <a:xfrm>
            <a:off x="6429034" y="6309320"/>
            <a:ext cx="879270" cy="0"/>
          </a:xfrm>
          <a:prstGeom prst="straightConnector1">
            <a:avLst/>
          </a:prstGeom>
          <a:ln w="38100">
            <a:headEnd type="stealth"/>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2007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A448437-20A1-3F8E-4C5C-5F05A6860A7F}"/>
            </a:ext>
          </a:extLst>
        </p:cNvPr>
        <p:cNvGrpSpPr/>
        <p:nvPr/>
      </p:nvGrpSpPr>
      <p:grpSpPr>
        <a:xfrm>
          <a:off x="0" y="0"/>
          <a:ext cx="0" cy="0"/>
          <a:chOff x="0" y="0"/>
          <a:chExt cx="0" cy="0"/>
        </a:xfrm>
      </p:grpSpPr>
      <p:sp>
        <p:nvSpPr>
          <p:cNvPr id="3" name="Title 2">
            <a:extLst>
              <a:ext uri="{FF2B5EF4-FFF2-40B4-BE49-F238E27FC236}">
                <a16:creationId xmlns="" xmlns:a16="http://schemas.microsoft.com/office/drawing/2014/main" id="{85987BC2-CC31-AA11-08EA-623E3F8AF132}"/>
              </a:ext>
            </a:extLst>
          </p:cNvPr>
          <p:cNvSpPr>
            <a:spLocks noGrp="1"/>
          </p:cNvSpPr>
          <p:nvPr>
            <p:ph type="title"/>
          </p:nvPr>
        </p:nvSpPr>
        <p:spPr/>
        <p:txBody>
          <a:bodyPr/>
          <a:lstStyle/>
          <a:p>
            <a:endParaRPr lang="en-IN"/>
          </a:p>
        </p:txBody>
      </p:sp>
      <p:sp>
        <p:nvSpPr>
          <p:cNvPr id="2" name="Content Placeholder 1">
            <a:extLst>
              <a:ext uri="{FF2B5EF4-FFF2-40B4-BE49-F238E27FC236}">
                <a16:creationId xmlns="" xmlns:a16="http://schemas.microsoft.com/office/drawing/2014/main" id="{EE18C918-64E3-3F15-0769-8E7A23B21955}"/>
              </a:ext>
            </a:extLst>
          </p:cNvPr>
          <p:cNvSpPr>
            <a:spLocks noGrp="1"/>
          </p:cNvSpPr>
          <p:nvPr>
            <p:ph type="body" sz="quarter" idx="4294967295"/>
          </p:nvPr>
        </p:nvSpPr>
        <p:spPr>
          <a:xfrm>
            <a:off x="0" y="152400"/>
            <a:ext cx="6324600" cy="1143000"/>
          </a:xfrm>
        </p:spPr>
        <p:txBody>
          <a:bodyPr/>
          <a:lstStyle/>
          <a:p>
            <a:pPr>
              <a:spcBef>
                <a:spcPct val="0"/>
              </a:spcBef>
            </a:pPr>
            <a:r>
              <a:rPr lang="en-IN" altLang="en-US" dirty="0">
                <a:latin typeface="+mj-lt"/>
                <a:ea typeface="+mj-ea"/>
                <a:cs typeface="+mj-cs"/>
              </a:rPr>
              <a:t>Review Questions</a:t>
            </a:r>
          </a:p>
        </p:txBody>
      </p:sp>
    </p:spTree>
    <p:extLst>
      <p:ext uri="{BB962C8B-B14F-4D97-AF65-F5344CB8AC3E}">
        <p14:creationId xmlns:p14="http://schemas.microsoft.com/office/powerpoint/2010/main" val="1215359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318DF84-687B-E1BB-5AC5-FE00246F44AB}"/>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A3D075B8-C536-63DC-1084-8B760ED22A10}"/>
              </a:ext>
            </a:extLst>
          </p:cNvPr>
          <p:cNvSpPr>
            <a:spLocks noGrp="1" noChangeArrowheads="1"/>
          </p:cNvSpPr>
          <p:nvPr>
            <p:ph type="title"/>
          </p:nvPr>
        </p:nvSpPr>
        <p:spPr>
          <a:prstGeom prst="rect">
            <a:avLst/>
          </a:prstGeom>
        </p:spPr>
        <p:txBody>
          <a:bodyPr vert="horz" lIns="91440" tIns="45720" rIns="91440" bIns="45720" rtlCol="0" anchor="ctr">
            <a:normAutofit/>
          </a:bodyPr>
          <a:lstStyle/>
          <a:p>
            <a:pPr marL="342900" indent="-685800" algn="l">
              <a:lnSpc>
                <a:spcPts val="3600"/>
              </a:lnSpc>
            </a:pPr>
            <a:r>
              <a:rPr lang="en-US" sz="3600" b="1" spc="-150" dirty="0"/>
              <a:t>TCP vs GBN </a:t>
            </a:r>
          </a:p>
        </p:txBody>
      </p:sp>
      <p:sp>
        <p:nvSpPr>
          <p:cNvPr id="2" name="Rectangle 3">
            <a:extLst>
              <a:ext uri="{FF2B5EF4-FFF2-40B4-BE49-F238E27FC236}">
                <a16:creationId xmlns="" xmlns:a16="http://schemas.microsoft.com/office/drawing/2014/main" id="{F6FCA631-FA05-1A78-32EA-3A48705540FF}"/>
              </a:ext>
            </a:extLst>
          </p:cNvPr>
          <p:cNvSpPr txBox="1">
            <a:spLocks noChangeArrowheads="1"/>
          </p:cNvSpPr>
          <p:nvPr/>
        </p:nvSpPr>
        <p:spPr>
          <a:xfrm>
            <a:off x="0" y="1268760"/>
            <a:ext cx="8964488"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0" indent="0" algn="just">
              <a:lnSpc>
                <a:spcPct val="120000"/>
              </a:lnSpc>
            </a:pPr>
            <a:r>
              <a:rPr lang="en-US" sz="2000" dirty="0"/>
              <a:t>Mention one similarity and one difference between TCP and Go-Back-N protocols?</a:t>
            </a:r>
          </a:p>
          <a:p>
            <a:pPr marL="0" indent="0" algn="just">
              <a:lnSpc>
                <a:spcPct val="120000"/>
              </a:lnSpc>
            </a:pPr>
            <a:endParaRPr lang="en-US" sz="1000" dirty="0"/>
          </a:p>
          <a:p>
            <a:pPr algn="just">
              <a:lnSpc>
                <a:spcPct val="120000"/>
              </a:lnSpc>
              <a:buFont typeface="Arial" panose="020B0604020202020204" pitchFamily="34" charset="0"/>
              <a:buChar char="•"/>
            </a:pPr>
            <a:endParaRPr lang="en-US" sz="1000" dirty="0"/>
          </a:p>
          <a:p>
            <a:pPr algn="just">
              <a:lnSpc>
                <a:spcPct val="120000"/>
              </a:lnSpc>
              <a:buFont typeface="Arial" panose="020B0604020202020204" pitchFamily="34" charset="0"/>
              <a:buChar char="•"/>
            </a:pPr>
            <a:r>
              <a:rPr lang="en-US" sz="2000" dirty="0"/>
              <a:t> Similarity:        Both use a sliding protocol for retransmission (both also use   cumulative acknowledgement )</a:t>
            </a:r>
          </a:p>
          <a:p>
            <a:pPr marL="0" indent="0" algn="just">
              <a:lnSpc>
                <a:spcPct val="120000"/>
              </a:lnSpc>
              <a:spcBef>
                <a:spcPts val="600"/>
              </a:spcBef>
            </a:pPr>
            <a:endParaRPr lang="en-IN" sz="2000" dirty="0"/>
          </a:p>
          <a:p>
            <a:pPr algn="just">
              <a:lnSpc>
                <a:spcPct val="120000"/>
              </a:lnSpc>
              <a:spcBef>
                <a:spcPts val="600"/>
              </a:spcBef>
              <a:buFont typeface="Arial" panose="020B0604020202020204" pitchFamily="34" charset="0"/>
              <a:buChar char="•"/>
            </a:pPr>
            <a:r>
              <a:rPr lang="en-IN" sz="2000" dirty="0"/>
              <a:t>Difference:  TCP has adaptive retransmission, whereas Go-Back-N retransmits all packets after a lost or erroneous packet, without adaptive retransmission</a:t>
            </a:r>
          </a:p>
          <a:p>
            <a:pPr algn="just">
              <a:lnSpc>
                <a:spcPct val="120000"/>
              </a:lnSpc>
              <a:spcBef>
                <a:spcPts val="600"/>
              </a:spcBef>
              <a:buFont typeface="Arial" panose="020B0604020202020204" pitchFamily="34" charset="0"/>
              <a:buChar char="•"/>
            </a:pPr>
            <a:endParaRPr lang="en-IN" sz="20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303434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6F21D14-730D-C2E8-9F82-A8017BB5F862}"/>
            </a:ext>
          </a:extLst>
        </p:cNvPr>
        <p:cNvGrpSpPr/>
        <p:nvPr/>
      </p:nvGrpSpPr>
      <p:grpSpPr>
        <a:xfrm>
          <a:off x="0" y="0"/>
          <a:ext cx="0" cy="0"/>
          <a:chOff x="0" y="0"/>
          <a:chExt cx="0" cy="0"/>
        </a:xfrm>
      </p:grpSpPr>
      <p:sp>
        <p:nvSpPr>
          <p:cNvPr id="57346" name="Rectangle 2">
            <a:extLst>
              <a:ext uri="{FF2B5EF4-FFF2-40B4-BE49-F238E27FC236}">
                <a16:creationId xmlns="" xmlns:a16="http://schemas.microsoft.com/office/drawing/2014/main" id="{D9F02CCC-726D-FDFD-56C6-55668AA68364}"/>
              </a:ext>
            </a:extLst>
          </p:cNvPr>
          <p:cNvSpPr>
            <a:spLocks noGrp="1" noChangeArrowheads="1"/>
          </p:cNvSpPr>
          <p:nvPr>
            <p:ph type="title"/>
          </p:nvPr>
        </p:nvSpPr>
        <p:spPr>
          <a:prstGeom prst="rect">
            <a:avLst/>
          </a:prstGeom>
        </p:spPr>
        <p:txBody>
          <a:bodyPr vert="horz" lIns="91440" tIns="45720" rIns="91440" bIns="45720" rtlCol="0" anchor="ctr">
            <a:normAutofit/>
          </a:bodyPr>
          <a:lstStyle/>
          <a:p>
            <a:pPr marL="342900" indent="-685800" algn="l">
              <a:lnSpc>
                <a:spcPts val="3600"/>
              </a:lnSpc>
            </a:pPr>
            <a:r>
              <a:rPr lang="en-US" sz="3600" b="1" spc="-150" dirty="0"/>
              <a:t>TCP vs Selective Repeat </a:t>
            </a:r>
          </a:p>
        </p:txBody>
      </p:sp>
      <p:sp>
        <p:nvSpPr>
          <p:cNvPr id="2" name="Rectangle 3">
            <a:extLst>
              <a:ext uri="{FF2B5EF4-FFF2-40B4-BE49-F238E27FC236}">
                <a16:creationId xmlns="" xmlns:a16="http://schemas.microsoft.com/office/drawing/2014/main" id="{EA240668-C6DC-1EC5-BC96-0D4A2938A011}"/>
              </a:ext>
            </a:extLst>
          </p:cNvPr>
          <p:cNvSpPr txBox="1">
            <a:spLocks noChangeArrowheads="1"/>
          </p:cNvSpPr>
          <p:nvPr/>
        </p:nvSpPr>
        <p:spPr>
          <a:xfrm>
            <a:off x="0" y="1268760"/>
            <a:ext cx="8964488" cy="5328592"/>
          </a:xfrm>
          <a:prstGeom prst="rect">
            <a:avLst/>
          </a:prstGeom>
        </p:spPr>
        <p:txBody>
          <a:bodyPr vert="horz" lIns="91440" tIns="45720" rIns="91440" bIns="45720" rtlCol="0">
            <a:normAutofit lnSpcReduction="1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0" indent="0" algn="just">
              <a:lnSpc>
                <a:spcPct val="120000"/>
              </a:lnSpc>
            </a:pPr>
            <a:r>
              <a:rPr lang="en-US" sz="2000" dirty="0"/>
              <a:t>Mention one similarity and one difference between TCP and Selective Repeat protocols?</a:t>
            </a:r>
          </a:p>
          <a:p>
            <a:pPr marL="0" indent="0" algn="just">
              <a:lnSpc>
                <a:spcPct val="120000"/>
              </a:lnSpc>
            </a:pPr>
            <a:endParaRPr lang="en-US" sz="1000" dirty="0"/>
          </a:p>
          <a:p>
            <a:pPr algn="just">
              <a:lnSpc>
                <a:spcPct val="120000"/>
              </a:lnSpc>
              <a:buFont typeface="Arial" panose="020B0604020202020204" pitchFamily="34" charset="0"/>
              <a:buChar char="•"/>
            </a:pPr>
            <a:endParaRPr lang="en-US" sz="1000" dirty="0"/>
          </a:p>
          <a:p>
            <a:pPr algn="just">
              <a:lnSpc>
                <a:spcPct val="120000"/>
              </a:lnSpc>
              <a:buFont typeface="Arial" panose="020B0604020202020204" pitchFamily="34" charset="0"/>
              <a:buChar char="•"/>
            </a:pPr>
            <a:r>
              <a:rPr lang="en-US" sz="2000" dirty="0"/>
              <a:t> Similarity:        Both  avoid unnecessary retransmissions, by retransmitting only lost segments</a:t>
            </a:r>
          </a:p>
          <a:p>
            <a:pPr marL="0" indent="0" algn="just">
              <a:lnSpc>
                <a:spcPct val="120000"/>
              </a:lnSpc>
              <a:spcBef>
                <a:spcPts val="600"/>
              </a:spcBef>
            </a:pPr>
            <a:endParaRPr lang="en-IN" sz="2000" dirty="0"/>
          </a:p>
          <a:p>
            <a:pPr algn="just">
              <a:lnSpc>
                <a:spcPct val="120000"/>
              </a:lnSpc>
              <a:spcBef>
                <a:spcPts val="600"/>
              </a:spcBef>
              <a:buFont typeface="Arial" panose="020B0604020202020204" pitchFamily="34" charset="0"/>
              <a:buChar char="•"/>
            </a:pPr>
            <a:r>
              <a:rPr lang="en-IN" sz="2000" dirty="0"/>
              <a:t>Difference:  TCP (without SACK)  acknowledges the highest in-order byte received  i.e. does a cumulative acknowledgement, while Selective Repeat acknowledges individual packets, allowing sender to resend only lost packets without waiting further </a:t>
            </a:r>
          </a:p>
          <a:p>
            <a:pPr algn="just">
              <a:lnSpc>
                <a:spcPct val="120000"/>
              </a:lnSpc>
              <a:spcBef>
                <a:spcPts val="600"/>
              </a:spcBef>
              <a:buFont typeface="Arial" panose="020B0604020202020204" pitchFamily="34" charset="0"/>
              <a:buChar char="•"/>
            </a:pPr>
            <a:endParaRPr lang="en-IN" sz="2000" dirty="0"/>
          </a:p>
          <a:p>
            <a:pPr marL="0" indent="0" algn="just">
              <a:lnSpc>
                <a:spcPct val="120000"/>
              </a:lnSpc>
              <a:spcBef>
                <a:spcPts val="600"/>
              </a:spcBef>
            </a:pPr>
            <a:r>
              <a:rPr lang="en-IN" sz="1800" dirty="0"/>
              <a:t> [Note: TCP with SACK behaves similar to Selective Repeat by explicitly acknowledging missing packets]</a:t>
            </a:r>
            <a:endParaRPr lang="en-US" sz="1800" dirty="0"/>
          </a:p>
          <a:p>
            <a:pPr algn="just">
              <a:lnSpc>
                <a:spcPct val="120000"/>
              </a:lnSpc>
              <a:spcBef>
                <a:spcPts val="600"/>
              </a:spcBef>
              <a:buFont typeface="Arial" panose="020B0604020202020204" pitchFamily="34" charset="0"/>
              <a:buChar char="•"/>
            </a:pPr>
            <a:endParaRPr lang="en-US" sz="19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82086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F834E50-50F4-A0A1-BB73-E1E802ECD8EF}"/>
            </a:ext>
          </a:extLst>
        </p:cNvPr>
        <p:cNvGrpSpPr/>
        <p:nvPr/>
      </p:nvGrpSpPr>
      <p:grpSpPr>
        <a:xfrm>
          <a:off x="0" y="0"/>
          <a:ext cx="0" cy="0"/>
          <a:chOff x="0" y="0"/>
          <a:chExt cx="0" cy="0"/>
        </a:xfrm>
      </p:grpSpPr>
      <p:sp>
        <p:nvSpPr>
          <p:cNvPr id="2" name="Rectangle 3">
            <a:extLst>
              <a:ext uri="{FF2B5EF4-FFF2-40B4-BE49-F238E27FC236}">
                <a16:creationId xmlns="" xmlns:a16="http://schemas.microsoft.com/office/drawing/2014/main" id="{44667C8D-5AB0-F82F-2B81-9B21BDB0E3EF}"/>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457200" indent="-457200" algn="just">
              <a:lnSpc>
                <a:spcPct val="120000"/>
              </a:lnSpc>
              <a:buAutoNum type="alphaUcPeriod" startAt="17"/>
            </a:pPr>
            <a:r>
              <a:rPr lang="en-US" dirty="0"/>
              <a:t>If a sender sends 6 packets: packets 0, 1, 2, 3, 4, and 5. The sender receives an ACK with </a:t>
            </a:r>
            <a:r>
              <a:rPr lang="en-US" dirty="0" err="1"/>
              <a:t>ackNo</a:t>
            </a:r>
            <a:r>
              <a:rPr lang="en-US" dirty="0"/>
              <a:t>=3. </a:t>
            </a:r>
          </a:p>
          <a:p>
            <a:pPr marL="0" indent="0" algn="just">
              <a:lnSpc>
                <a:spcPct val="120000"/>
              </a:lnSpc>
            </a:pPr>
            <a:r>
              <a:rPr lang="en-US" dirty="0"/>
              <a:t>     What is the interpretation if the system is using GBN or SR? </a:t>
            </a:r>
          </a:p>
          <a:p>
            <a:pPr marL="0" indent="0" algn="just">
              <a:lnSpc>
                <a:spcPct val="120000"/>
              </a:lnSpc>
            </a:pPr>
            <a:endParaRPr lang="en-US" sz="1000" dirty="0"/>
          </a:p>
          <a:p>
            <a:pPr lvl="1" algn="just">
              <a:lnSpc>
                <a:spcPct val="130000"/>
              </a:lnSpc>
              <a:buFont typeface="Arial" panose="020B0604020202020204" pitchFamily="34" charset="0"/>
              <a:buChar char="ꟷ"/>
            </a:pPr>
            <a:r>
              <a:rPr lang="en-US" sz="1900" dirty="0"/>
              <a:t> </a:t>
            </a:r>
            <a:r>
              <a:rPr lang="en-US" sz="2000" dirty="0"/>
              <a:t>If the system is using GBN, it means that packets 0, 1, and 2</a:t>
            </a:r>
          </a:p>
          <a:p>
            <a:pPr marL="457200" lvl="1" indent="0" algn="just">
              <a:lnSpc>
                <a:spcPct val="130000"/>
              </a:lnSpc>
              <a:buNone/>
            </a:pPr>
            <a:r>
              <a:rPr lang="en-US" sz="2000" dirty="0"/>
              <a:t>    have been received uncorrupted and the receiver is  expecting packet 3. </a:t>
            </a:r>
          </a:p>
          <a:p>
            <a:pPr lvl="1" algn="just">
              <a:lnSpc>
                <a:spcPct val="130000"/>
              </a:lnSpc>
              <a:buFont typeface="Arial" panose="020B0604020202020204" pitchFamily="34" charset="0"/>
              <a:buChar char="ꟷ"/>
            </a:pPr>
            <a:r>
              <a:rPr lang="en-US" sz="2000" dirty="0"/>
              <a:t>If the system is using SR, it means that packet 3 has been received uncorrupted; the ACK does not   say anything about other packets</a:t>
            </a:r>
          </a:p>
          <a:p>
            <a:pPr lvl="1" algn="just">
              <a:lnSpc>
                <a:spcPct val="130000"/>
              </a:lnSpc>
              <a:buFont typeface="Arial" panose="020B0604020202020204" pitchFamily="34" charset="0"/>
              <a:buChar char="ꟷ"/>
            </a:pPr>
            <a:endParaRPr lang="en-US" sz="1900" dirty="0"/>
          </a:p>
          <a:p>
            <a:pPr marL="457200" lvl="1" indent="0" algn="just">
              <a:lnSpc>
                <a:spcPct val="120000"/>
              </a:lnSpc>
              <a:buNone/>
            </a:pPr>
            <a:endParaRPr lang="en-US" sz="1100" baseline="30000" dirty="0"/>
          </a:p>
          <a:p>
            <a:pPr marL="457200" lvl="1" indent="0" algn="just">
              <a:lnSpc>
                <a:spcPct val="130000"/>
              </a:lnSpc>
              <a:buNone/>
            </a:pPr>
            <a:endParaRPr lang="en-US" sz="19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36800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39D1A12-7523-4D44-1AE0-461DA0A91846}"/>
            </a:ext>
          </a:extLst>
        </p:cNvPr>
        <p:cNvGrpSpPr/>
        <p:nvPr/>
      </p:nvGrpSpPr>
      <p:grpSpPr>
        <a:xfrm>
          <a:off x="0" y="0"/>
          <a:ext cx="0" cy="0"/>
          <a:chOff x="0" y="0"/>
          <a:chExt cx="0" cy="0"/>
        </a:xfrm>
      </p:grpSpPr>
      <p:sp>
        <p:nvSpPr>
          <p:cNvPr id="2" name="Rectangle 3">
            <a:extLst>
              <a:ext uri="{FF2B5EF4-FFF2-40B4-BE49-F238E27FC236}">
                <a16:creationId xmlns="" xmlns:a16="http://schemas.microsoft.com/office/drawing/2014/main" id="{81546248-9276-7760-E39F-2FAA9F5C7E16}"/>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457200" indent="-457200" algn="just">
              <a:lnSpc>
                <a:spcPct val="120000"/>
              </a:lnSpc>
              <a:buAutoNum type="alphaUcPeriod" startAt="17"/>
            </a:pPr>
            <a:r>
              <a:rPr lang="en-US" sz="2000" dirty="0"/>
              <a:t>In a client-server application that runs over UDP, the UDP server needs only one socket. If this application used TCP, the TCP server would need two sockets. Why? If the TCP server were to support n simultaneous connections, each from a different client host, how many sockets would the TCP server need?</a:t>
            </a:r>
          </a:p>
          <a:p>
            <a:pPr marL="0" indent="0" algn="just">
              <a:lnSpc>
                <a:spcPct val="120000"/>
              </a:lnSpc>
            </a:pPr>
            <a:endParaRPr lang="en-US" sz="1000" dirty="0"/>
          </a:p>
          <a:p>
            <a:pPr lvl="1" algn="just">
              <a:lnSpc>
                <a:spcPct val="130000"/>
              </a:lnSpc>
              <a:buFont typeface="Arial" panose="020B0604020202020204" pitchFamily="34" charset="0"/>
              <a:buChar char="ꟷ"/>
            </a:pPr>
            <a:r>
              <a:rPr lang="en-US" sz="1900" dirty="0"/>
              <a:t> </a:t>
            </a:r>
            <a:r>
              <a:rPr lang="en-US" sz="2000" dirty="0"/>
              <a:t>With the UDP server, there is no welcoming socket, and all data from different clients enters the  server  through  this  one  socket </a:t>
            </a:r>
          </a:p>
          <a:p>
            <a:pPr lvl="1" algn="just">
              <a:lnSpc>
                <a:spcPct val="130000"/>
              </a:lnSpc>
              <a:buFont typeface="Arial" panose="020B0604020202020204" pitchFamily="34" charset="0"/>
              <a:buChar char="ꟷ"/>
            </a:pPr>
            <a:r>
              <a:rPr lang="en-US" sz="2000" dirty="0"/>
              <a:t>With  the  TCP  server,  there  is  a  welcoming  socket,  and each  time  a  client  initiates  a  connection  to  the  server,  a  new  socket  is  created.  Thus,  to support n simultaneous connections, the server would need n+1 sockets (1 welcoming socket and n connection sockets) </a:t>
            </a:r>
            <a:endParaRPr lang="en-US" sz="1900" dirty="0"/>
          </a:p>
          <a:p>
            <a:pPr marL="457200" lvl="1" indent="0" algn="just">
              <a:lnSpc>
                <a:spcPct val="120000"/>
              </a:lnSpc>
              <a:buNone/>
            </a:pPr>
            <a:endParaRPr lang="en-US" sz="1100" baseline="30000" dirty="0"/>
          </a:p>
          <a:p>
            <a:pPr marL="457200" lvl="1" indent="0" algn="just">
              <a:lnSpc>
                <a:spcPct val="130000"/>
              </a:lnSpc>
              <a:buNone/>
            </a:pPr>
            <a:endParaRPr lang="en-US" sz="19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21141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51D5413-A215-AEFB-96FA-71E6C12B8198}"/>
            </a:ext>
          </a:extLst>
        </p:cNvPr>
        <p:cNvGrpSpPr/>
        <p:nvPr/>
      </p:nvGrpSpPr>
      <p:grpSpPr>
        <a:xfrm>
          <a:off x="0" y="0"/>
          <a:ext cx="0" cy="0"/>
          <a:chOff x="0" y="0"/>
          <a:chExt cx="0" cy="0"/>
        </a:xfrm>
      </p:grpSpPr>
      <p:sp>
        <p:nvSpPr>
          <p:cNvPr id="2" name="Rectangle 3">
            <a:extLst>
              <a:ext uri="{FF2B5EF4-FFF2-40B4-BE49-F238E27FC236}">
                <a16:creationId xmlns="" xmlns:a16="http://schemas.microsoft.com/office/drawing/2014/main" id="{D127D202-4D56-A54A-B017-FDEEC0BF265A}"/>
              </a:ext>
            </a:extLst>
          </p:cNvPr>
          <p:cNvSpPr txBox="1">
            <a:spLocks noChangeArrowheads="1"/>
          </p:cNvSpPr>
          <p:nvPr/>
        </p:nvSpPr>
        <p:spPr>
          <a:xfrm>
            <a:off x="0" y="1268760"/>
            <a:ext cx="9144000" cy="5328592"/>
          </a:xfrm>
          <a:prstGeom prst="rect">
            <a:avLst/>
          </a:prstGeom>
        </p:spPr>
        <p:txBody>
          <a:bodyPr vert="horz" lIns="91440" tIns="45720" rIns="91440" bIns="45720" rtlCol="0">
            <a:normAutofit fontScale="925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457200" indent="-457200" algn="just">
              <a:lnSpc>
                <a:spcPct val="120000"/>
              </a:lnSpc>
              <a:buAutoNum type="alphaUcPeriod" startAt="17"/>
            </a:pPr>
            <a:r>
              <a:rPr lang="en-US" sz="2000" dirty="0"/>
              <a:t>Consider a scenario where a user is using a System A with  IP 192.168.1.50   on the Local Ethernet LAN which has its </a:t>
            </a:r>
          </a:p>
          <a:p>
            <a:pPr marL="342900" lvl="1" indent="103188" algn="just">
              <a:lnSpc>
                <a:spcPct val="120000"/>
              </a:lnSpc>
              <a:buClr>
                <a:srgbClr val="101141"/>
              </a:buClr>
              <a:buFont typeface="Arial" panose="020B0604020202020204" pitchFamily="34" charset="0"/>
              <a:buChar char="•"/>
            </a:pPr>
            <a:r>
              <a:rPr lang="en-US" sz="2000" dirty="0"/>
              <a:t>       default router (R) set as 192.168.1.1 </a:t>
            </a:r>
          </a:p>
          <a:p>
            <a:pPr marL="342900" lvl="1" indent="103188" algn="just">
              <a:lnSpc>
                <a:spcPct val="120000"/>
              </a:lnSpc>
              <a:buClr>
                <a:srgbClr val="101141"/>
              </a:buClr>
              <a:buFont typeface="Arial" panose="020B0604020202020204" pitchFamily="34" charset="0"/>
              <a:buChar char="•"/>
            </a:pPr>
            <a:r>
              <a:rPr lang="en-US" sz="2000" dirty="0"/>
              <a:t>       a local DNS server (D)  set as 192.168.1.99. </a:t>
            </a:r>
          </a:p>
          <a:p>
            <a:pPr marL="400050" lvl="1" indent="0" algn="just">
              <a:lnSpc>
                <a:spcPct val="120000"/>
              </a:lnSpc>
              <a:buNone/>
            </a:pPr>
            <a:endParaRPr lang="en-US" sz="1200" dirty="0"/>
          </a:p>
          <a:p>
            <a:pPr marL="400050" lvl="1" indent="0" algn="just">
              <a:lnSpc>
                <a:spcPct val="120000"/>
              </a:lnSpc>
              <a:buNone/>
            </a:pPr>
            <a:r>
              <a:rPr lang="en-US" sz="2000" dirty="0"/>
              <a:t>Another server system B in the same LAN with IP 192.168.1.100 </a:t>
            </a:r>
          </a:p>
          <a:p>
            <a:pPr marL="400050" lvl="1" indent="0" algn="just">
              <a:lnSpc>
                <a:spcPct val="120000"/>
              </a:lnSpc>
              <a:buNone/>
            </a:pPr>
            <a:r>
              <a:rPr lang="en-US" sz="2000" dirty="0"/>
              <a:t>runs the webserver at port 8080.</a:t>
            </a:r>
          </a:p>
          <a:p>
            <a:pPr marL="400050" lvl="1" indent="0" algn="just">
              <a:lnSpc>
                <a:spcPct val="120000"/>
              </a:lnSpc>
              <a:buNone/>
            </a:pPr>
            <a:endParaRPr lang="en-US" sz="1200" dirty="0"/>
          </a:p>
          <a:p>
            <a:pPr marL="400050" lvl="1" indent="0" algn="just">
              <a:lnSpc>
                <a:spcPct val="120000"/>
              </a:lnSpc>
              <a:buNone/>
            </a:pPr>
            <a:r>
              <a:rPr lang="en-US" sz="1200" dirty="0"/>
              <a:t> </a:t>
            </a:r>
            <a:r>
              <a:rPr lang="en-US" sz="2000" dirty="0"/>
              <a:t>It also has a domain name 'company.com' published in the local DNS server. </a:t>
            </a:r>
          </a:p>
          <a:p>
            <a:pPr marL="400050" lvl="1" indent="0" algn="just">
              <a:lnSpc>
                <a:spcPct val="120000"/>
              </a:lnSpc>
              <a:buNone/>
            </a:pPr>
            <a:endParaRPr lang="en-US" sz="1200" dirty="0"/>
          </a:p>
          <a:p>
            <a:pPr marL="400050" lvl="1" indent="0" algn="just">
              <a:lnSpc>
                <a:spcPct val="120000"/>
              </a:lnSpc>
              <a:buNone/>
            </a:pPr>
            <a:r>
              <a:rPr lang="en-US" sz="2000" dirty="0"/>
              <a:t>Show the sequence of messages when the user at A, browses to</a:t>
            </a:r>
          </a:p>
          <a:p>
            <a:pPr marL="400050" lvl="1" indent="0" algn="just">
              <a:lnSpc>
                <a:spcPct val="120000"/>
              </a:lnSpc>
              <a:buNone/>
            </a:pPr>
            <a:r>
              <a:rPr lang="en-US" sz="2000" dirty="0"/>
              <a:t> URL : </a:t>
            </a:r>
            <a:r>
              <a:rPr lang="en-US" sz="2000" dirty="0">
                <a:hlinkClick r:id="rId3"/>
              </a:rPr>
              <a:t>http://company.com:8080/</a:t>
            </a:r>
            <a:endParaRPr lang="en-US" sz="2000" dirty="0"/>
          </a:p>
          <a:p>
            <a:pPr marL="400050" lvl="1" indent="0" algn="just">
              <a:lnSpc>
                <a:spcPct val="120000"/>
              </a:lnSpc>
              <a:buNone/>
            </a:pPr>
            <a:r>
              <a:rPr lang="en-US" sz="2100" dirty="0"/>
              <a:t>HTTP + TCP + IP + DNS messages  have to be shown </a:t>
            </a:r>
          </a:p>
          <a:p>
            <a:pPr marL="400050" lvl="1" indent="0" algn="just">
              <a:lnSpc>
                <a:spcPct val="120000"/>
              </a:lnSpc>
              <a:buNone/>
            </a:pPr>
            <a:endParaRPr lang="en-US" sz="2000" dirty="0"/>
          </a:p>
          <a:p>
            <a:pPr marL="457200" lvl="1" indent="0" algn="just">
              <a:lnSpc>
                <a:spcPct val="120000"/>
              </a:lnSpc>
              <a:buNone/>
            </a:pPr>
            <a:endParaRPr lang="en-US" sz="1100" baseline="30000" dirty="0"/>
          </a:p>
          <a:p>
            <a:pPr marL="457200" lvl="1" indent="0" algn="just">
              <a:lnSpc>
                <a:spcPct val="130000"/>
              </a:lnSpc>
              <a:buNone/>
            </a:pPr>
            <a:endParaRPr lang="en-US" sz="19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8930437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B31BB66-FA59-3424-1654-94742C610D62}"/>
            </a:ext>
          </a:extLst>
        </p:cNvPr>
        <p:cNvGrpSpPr/>
        <p:nvPr/>
      </p:nvGrpSpPr>
      <p:grpSpPr>
        <a:xfrm>
          <a:off x="0" y="0"/>
          <a:ext cx="0" cy="0"/>
          <a:chOff x="0" y="0"/>
          <a:chExt cx="0" cy="0"/>
        </a:xfrm>
      </p:grpSpPr>
      <p:sp>
        <p:nvSpPr>
          <p:cNvPr id="2" name="Rectangle 3">
            <a:extLst>
              <a:ext uri="{FF2B5EF4-FFF2-40B4-BE49-F238E27FC236}">
                <a16:creationId xmlns="" xmlns:a16="http://schemas.microsoft.com/office/drawing/2014/main" id="{9902611E-1EDB-6633-5D6C-D956659FA405}"/>
              </a:ext>
            </a:extLst>
          </p:cNvPr>
          <p:cNvSpPr txBox="1">
            <a:spLocks noChangeArrowheads="1"/>
          </p:cNvSpPr>
          <p:nvPr/>
        </p:nvSpPr>
        <p:spPr>
          <a:xfrm>
            <a:off x="0" y="1268760"/>
            <a:ext cx="9144000" cy="5328592"/>
          </a:xfrm>
          <a:prstGeom prst="rect">
            <a:avLst/>
          </a:prstGeom>
        </p:spPr>
        <p:txBody>
          <a:bodyPr vert="horz" lIns="91440" tIns="45720" rIns="91440" bIns="45720" rtlCol="0">
            <a:normAutofit lnSpcReduction="10000"/>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algn="just">
              <a:lnSpc>
                <a:spcPct val="110000"/>
              </a:lnSpc>
              <a:buFont typeface="Arial" panose="020B0604020202020204" pitchFamily="34" charset="0"/>
              <a:buChar char="•"/>
            </a:pPr>
            <a:endParaRPr lang="en-US" sz="1000" dirty="0"/>
          </a:p>
          <a:p>
            <a:pPr marL="457200" indent="-457200">
              <a:buFontTx/>
              <a:buAutoNum type="arabicParenR"/>
              <a:defRPr/>
            </a:pPr>
            <a:r>
              <a:rPr lang="en-US" sz="2000" dirty="0"/>
              <a:t>System A issues a DNS Query request to local  DNS Server D 192.168.1.99 </a:t>
            </a:r>
          </a:p>
          <a:p>
            <a:pPr marL="0" indent="0">
              <a:defRPr/>
            </a:pPr>
            <a:endParaRPr lang="en-US" sz="1000" dirty="0"/>
          </a:p>
          <a:p>
            <a:pPr marL="457200" indent="-103188">
              <a:defRPr/>
            </a:pPr>
            <a:r>
              <a:rPr lang="en-US" sz="2000" dirty="0"/>
              <a:t> DNS 'A' record look up message </a:t>
            </a:r>
          </a:p>
          <a:p>
            <a:pPr marL="457200" indent="-103188">
              <a:defRPr/>
            </a:pPr>
            <a:r>
              <a:rPr lang="en-US" sz="2000" dirty="0"/>
              <a:t> DNS Question: company.com </a:t>
            </a:r>
          </a:p>
          <a:p>
            <a:pPr marL="457200" indent="-103188">
              <a:defRPr/>
            </a:pPr>
            <a:r>
              <a:rPr lang="en-US" sz="2000" dirty="0"/>
              <a:t> UDP : Source Port : 53 Dest Port : 53</a:t>
            </a:r>
          </a:p>
          <a:p>
            <a:pPr marL="457200" indent="-103188">
              <a:defRPr/>
            </a:pPr>
            <a:r>
              <a:rPr lang="en-US" sz="2000" dirty="0"/>
              <a:t> IP Header: Source IP : 192.168.1.50  Dest IP: 192.168.1.99  </a:t>
            </a:r>
          </a:p>
          <a:p>
            <a:pPr marL="457200" indent="-103188">
              <a:defRPr/>
            </a:pPr>
            <a:endParaRPr lang="en-US" sz="2000" dirty="0"/>
          </a:p>
          <a:p>
            <a:pPr marL="0" indent="0">
              <a:lnSpc>
                <a:spcPct val="110000"/>
              </a:lnSpc>
              <a:defRPr/>
            </a:pPr>
            <a:r>
              <a:rPr lang="en-US" sz="2000" dirty="0"/>
              <a:t>2) Machine A opens a TCP connection to Machine B. </a:t>
            </a:r>
          </a:p>
          <a:p>
            <a:pPr marL="0" indent="0">
              <a:lnSpc>
                <a:spcPct val="110000"/>
              </a:lnSpc>
              <a:defRPr/>
            </a:pPr>
            <a:r>
              <a:rPr lang="en-US" sz="2000" dirty="0"/>
              <a:t>     Sends a TCP SYN segment. </a:t>
            </a:r>
          </a:p>
          <a:p>
            <a:pPr marL="457200" indent="-457200">
              <a:defRPr/>
            </a:pPr>
            <a:r>
              <a:rPr lang="en-US" sz="2000" dirty="0"/>
              <a:t>		TCP: SYN bit -- Source Port : 5050    Dest Port: 8080  </a:t>
            </a:r>
          </a:p>
          <a:p>
            <a:pPr marL="457200" indent="-457200">
              <a:defRPr/>
            </a:pPr>
            <a:r>
              <a:rPr lang="en-US" sz="2000" dirty="0"/>
              <a:t>             IP Header: Source IP : 192.168.1.50  Dest IP: 192.168.1.100  </a:t>
            </a:r>
          </a:p>
          <a:p>
            <a:pPr marL="457200" indent="-457200">
              <a:defRPr/>
            </a:pPr>
            <a:r>
              <a:rPr lang="en-US" sz="2000" dirty="0"/>
              <a:t>    Machine B replies to the connection open request </a:t>
            </a:r>
          </a:p>
          <a:p>
            <a:pPr marL="457200" indent="-457200">
              <a:defRPr/>
            </a:pPr>
            <a:r>
              <a:rPr lang="en-US" sz="2000" dirty="0"/>
              <a:t>          TCP : SYN + ACK - Source Port: 8080 Dest Port: 5050 </a:t>
            </a:r>
          </a:p>
          <a:p>
            <a:pPr marL="457200" indent="-457200">
              <a:defRPr/>
            </a:pPr>
            <a:r>
              <a:rPr lang="en-US" sz="2000" dirty="0"/>
              <a:t>           IP Header: Source IP : 192.168.1.100  Dest IP: 192.168.1.50</a:t>
            </a:r>
          </a:p>
          <a:p>
            <a:pPr marL="457200" indent="-103188">
              <a:defRPr/>
            </a:pPr>
            <a:endParaRPr lang="en-US" sz="2000" dirty="0"/>
          </a:p>
          <a:p>
            <a:pPr marL="400050" lvl="1" indent="0" algn="just">
              <a:lnSpc>
                <a:spcPct val="120000"/>
              </a:lnSpc>
              <a:buNone/>
            </a:pPr>
            <a:endParaRPr lang="en-US" sz="2000" dirty="0"/>
          </a:p>
          <a:p>
            <a:pPr marL="457200" lvl="1" indent="0" algn="just">
              <a:lnSpc>
                <a:spcPct val="120000"/>
              </a:lnSpc>
              <a:buNone/>
            </a:pPr>
            <a:endParaRPr lang="en-US" sz="1100" baseline="30000" dirty="0"/>
          </a:p>
          <a:p>
            <a:pPr marL="457200" lvl="1" indent="0" algn="just">
              <a:lnSpc>
                <a:spcPct val="130000"/>
              </a:lnSpc>
              <a:buNone/>
            </a:pPr>
            <a:endParaRPr lang="en-US" sz="19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261801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4" end="1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458A025-C8C4-D441-011F-32EE0EFB384A}"/>
            </a:ext>
          </a:extLst>
        </p:cNvPr>
        <p:cNvGrpSpPr/>
        <p:nvPr/>
      </p:nvGrpSpPr>
      <p:grpSpPr>
        <a:xfrm>
          <a:off x="0" y="0"/>
          <a:ext cx="0" cy="0"/>
          <a:chOff x="0" y="0"/>
          <a:chExt cx="0" cy="0"/>
        </a:xfrm>
      </p:grpSpPr>
      <p:sp>
        <p:nvSpPr>
          <p:cNvPr id="2" name="Rectangle 3">
            <a:extLst>
              <a:ext uri="{FF2B5EF4-FFF2-40B4-BE49-F238E27FC236}">
                <a16:creationId xmlns="" xmlns:a16="http://schemas.microsoft.com/office/drawing/2014/main" id="{2CEF39CD-ABEA-E684-A732-C5E8AF30BC3E}"/>
              </a:ext>
            </a:extLst>
          </p:cNvPr>
          <p:cNvSpPr txBox="1">
            <a:spLocks noChangeArrowheads="1"/>
          </p:cNvSpPr>
          <p:nvPr/>
        </p:nvSpPr>
        <p:spPr>
          <a:xfrm>
            <a:off x="0" y="1268760"/>
            <a:ext cx="9144000" cy="532859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10000"/>
              </a:lnSpc>
            </a:pPr>
            <a:endParaRPr lang="en-US" sz="1000" dirty="0"/>
          </a:p>
          <a:p>
            <a:pPr marL="0" indent="0">
              <a:lnSpc>
                <a:spcPct val="110000"/>
              </a:lnSpc>
              <a:defRPr/>
            </a:pPr>
            <a:r>
              <a:rPr lang="en-US" sz="2000" dirty="0"/>
              <a:t>3) HTTP GET message as sent out by Machine A (along with final ACK)</a:t>
            </a:r>
          </a:p>
          <a:p>
            <a:pPr marL="0" indent="0">
              <a:lnSpc>
                <a:spcPct val="110000"/>
              </a:lnSpc>
              <a:defRPr/>
            </a:pPr>
            <a:r>
              <a:rPr lang="en-US" sz="2000" dirty="0"/>
              <a:t> </a:t>
            </a:r>
          </a:p>
          <a:p>
            <a:pPr indent="11113">
              <a:defRPr/>
            </a:pPr>
            <a:r>
              <a:rPr lang="en-US" sz="2000" b="1" dirty="0"/>
              <a:t>GET / HTTP/1.1 </a:t>
            </a:r>
          </a:p>
          <a:p>
            <a:pPr indent="11113">
              <a:defRPr/>
            </a:pPr>
            <a:r>
              <a:rPr lang="en-US" sz="2000" dirty="0"/>
              <a:t>Host: 192.168.1.100 </a:t>
            </a:r>
          </a:p>
          <a:p>
            <a:pPr indent="11113">
              <a:defRPr/>
            </a:pPr>
            <a:r>
              <a:rPr lang="en-US" sz="2000" dirty="0"/>
              <a:t>User-Agent: Mozilla/5.0 Gecko/20100101 Firefox/23.0 </a:t>
            </a:r>
          </a:p>
          <a:p>
            <a:pPr indent="11113">
              <a:defRPr/>
            </a:pPr>
            <a:r>
              <a:rPr lang="en-US" sz="2000" dirty="0"/>
              <a:t>Accept: text/</a:t>
            </a:r>
            <a:r>
              <a:rPr lang="en-US" sz="2000" dirty="0" err="1"/>
              <a:t>html,application</a:t>
            </a:r>
            <a:r>
              <a:rPr lang="en-US" sz="2000" dirty="0"/>
              <a:t>/</a:t>
            </a:r>
            <a:r>
              <a:rPr lang="en-US" sz="2000" dirty="0" err="1"/>
              <a:t>xhtml+xml,application</a:t>
            </a:r>
            <a:r>
              <a:rPr lang="en-US" sz="2000" dirty="0"/>
              <a:t>/</a:t>
            </a:r>
            <a:r>
              <a:rPr lang="en-US" sz="2000" dirty="0" err="1"/>
              <a:t>xml;q</a:t>
            </a:r>
            <a:r>
              <a:rPr lang="en-US" sz="2000" dirty="0"/>
              <a:t>=0.9,*/*;q=0.8 </a:t>
            </a:r>
          </a:p>
          <a:p>
            <a:pPr indent="11113">
              <a:defRPr/>
            </a:pPr>
            <a:r>
              <a:rPr lang="en-US" sz="2000" dirty="0"/>
              <a:t>Accept-Language: </a:t>
            </a:r>
            <a:r>
              <a:rPr lang="en-US" sz="2000" dirty="0" err="1"/>
              <a:t>en-US,en;q</a:t>
            </a:r>
            <a:r>
              <a:rPr lang="en-US" sz="2000" dirty="0"/>
              <a:t>=0.5 </a:t>
            </a:r>
          </a:p>
          <a:p>
            <a:pPr indent="11113">
              <a:defRPr/>
            </a:pPr>
            <a:r>
              <a:rPr lang="en-US" sz="2000" dirty="0"/>
              <a:t>Accept-Encoding: </a:t>
            </a:r>
            <a:r>
              <a:rPr lang="en-US" sz="2000" dirty="0" err="1"/>
              <a:t>gzip</a:t>
            </a:r>
            <a:r>
              <a:rPr lang="en-US" sz="2000" dirty="0"/>
              <a:t>, deflate </a:t>
            </a:r>
          </a:p>
          <a:p>
            <a:pPr indent="11113">
              <a:defRPr/>
            </a:pPr>
            <a:r>
              <a:rPr lang="en-US" sz="2000" dirty="0"/>
              <a:t>Connection: keep-alive </a:t>
            </a:r>
          </a:p>
          <a:p>
            <a:pPr marL="457200" indent="-103188">
              <a:defRPr/>
            </a:pPr>
            <a:endParaRPr lang="en-US" sz="2000" dirty="0"/>
          </a:p>
          <a:p>
            <a:pPr marL="400050" lvl="1" indent="0" algn="just">
              <a:lnSpc>
                <a:spcPct val="120000"/>
              </a:lnSpc>
              <a:buNone/>
            </a:pPr>
            <a:endParaRPr lang="en-US" sz="2000" dirty="0"/>
          </a:p>
          <a:p>
            <a:pPr marL="457200" lvl="1" indent="0" algn="just">
              <a:lnSpc>
                <a:spcPct val="120000"/>
              </a:lnSpc>
              <a:buNone/>
            </a:pPr>
            <a:endParaRPr lang="en-US" sz="1100" baseline="30000" dirty="0"/>
          </a:p>
          <a:p>
            <a:pPr marL="457200" lvl="1" indent="0" algn="just">
              <a:lnSpc>
                <a:spcPct val="130000"/>
              </a:lnSpc>
              <a:buNone/>
            </a:pPr>
            <a:endParaRPr lang="en-US" sz="1900" dirty="0"/>
          </a:p>
          <a:p>
            <a:pPr lvl="1" algn="just">
              <a:lnSpc>
                <a:spcPct val="120000"/>
              </a:lnSpc>
              <a:buFont typeface="Arial" panose="020B0604020202020204" pitchFamily="34" charset="0"/>
              <a:buChar char="ꟷ"/>
            </a:pPr>
            <a:endParaRPr lang="en-US" sz="100" dirty="0"/>
          </a:p>
          <a:p>
            <a:pPr>
              <a:lnSpc>
                <a:spcPct val="120000"/>
              </a:lnSpc>
              <a:buFont typeface="Arial" panose="020B0604020202020204" pitchFamily="34" charset="0"/>
              <a:buChar char="•"/>
            </a:pPr>
            <a:endParaRPr lang="en-US" sz="100" dirty="0"/>
          </a:p>
        </p:txBody>
      </p:sp>
    </p:spTree>
    <p:extLst>
      <p:ext uri="{BB962C8B-B14F-4D97-AF65-F5344CB8AC3E}">
        <p14:creationId xmlns:p14="http://schemas.microsoft.com/office/powerpoint/2010/main" val="398364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6C5C907-FF0D-2284-5408-9CCD41A1AE63}"/>
            </a:ext>
          </a:extLst>
        </p:cNvPr>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CC3AF3D4-4474-B762-85F8-A7A03A9BE94F}"/>
              </a:ext>
            </a:extLst>
          </p:cNvPr>
          <p:cNvSpPr txBox="1">
            <a:spLocks/>
          </p:cNvSpPr>
          <p:nvPr/>
        </p:nvSpPr>
        <p:spPr>
          <a:xfrm>
            <a:off x="1485900" y="2865465"/>
            <a:ext cx="6172200" cy="902221"/>
          </a:xfrm>
          <a:prstGeom prst="rect">
            <a:avLst/>
          </a:prstGeom>
        </p:spPr>
        <p:txBody>
          <a:bodyPr vert="horz" lIns="68580" tIns="34290" rIns="68580" bIns="34290" rtlCol="0">
            <a:noAutofit/>
          </a:bodyPr>
          <a:lstStyle>
            <a:lvl1pPr marL="342900" indent="-342900" algn="l" defTabSz="914400" rtl="0" eaLnBrk="1" latinLnBrk="0" hangingPunct="1">
              <a:spcBef>
                <a:spcPct val="20000"/>
              </a:spcBef>
              <a:buFont typeface="Arial"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002060"/>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None/>
              <a:defRPr/>
            </a:pPr>
            <a:r>
              <a:rPr lang="en-US" sz="8250" dirty="0">
                <a:solidFill>
                  <a:schemeClr val="tx1"/>
                </a:solidFill>
                <a:latin typeface="Brush Script MT" panose="03060802040406070304" pitchFamily="66" charset="0"/>
              </a:rPr>
              <a:t>Thank You!</a:t>
            </a:r>
          </a:p>
        </p:txBody>
      </p:sp>
    </p:spTree>
    <p:extLst>
      <p:ext uri="{BB962C8B-B14F-4D97-AF65-F5344CB8AC3E}">
        <p14:creationId xmlns:p14="http://schemas.microsoft.com/office/powerpoint/2010/main" val="1125461152"/>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FCAB33A-F716-08E3-5D0B-14667BFE625B}"/>
            </a:ext>
          </a:extLst>
        </p:cNvPr>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C1083AF4-2AC1-BCA4-1D24-9D19A8735B73}"/>
              </a:ext>
            </a:extLst>
          </p:cNvPr>
          <p:cNvPicPr>
            <a:picLocks noChangeAspect="1"/>
          </p:cNvPicPr>
          <p:nvPr/>
        </p:nvPicPr>
        <p:blipFill>
          <a:blip r:embed="rId2">
            <a:extLst>
              <a:ext uri="{28A0092B-C50C-407E-A947-70E740481C1C}">
                <a14:useLocalDpi xmlns:a14="http://schemas.microsoft.com/office/drawing/2010/main" val="0"/>
              </a:ext>
            </a:extLst>
          </a:blip>
          <a:srcRect l="22007" t="24444" r="27368" b="15557"/>
          <a:stretch>
            <a:fillRect/>
          </a:stretch>
        </p:blipFill>
        <p:spPr>
          <a:xfrm>
            <a:off x="1475656" y="2060848"/>
            <a:ext cx="6336704" cy="3091411"/>
          </a:xfrm>
          <a:prstGeom prst="rect">
            <a:avLst/>
          </a:prstGeom>
        </p:spPr>
      </p:pic>
      <p:sp>
        <p:nvSpPr>
          <p:cNvPr id="6" name="Text Placeholder 5">
            <a:extLst>
              <a:ext uri="{FF2B5EF4-FFF2-40B4-BE49-F238E27FC236}">
                <a16:creationId xmlns="" xmlns:a16="http://schemas.microsoft.com/office/drawing/2014/main" id="{83DFAEEB-2CE4-BC6E-563A-E2FA06913213}"/>
              </a:ext>
            </a:extLst>
          </p:cNvPr>
          <p:cNvSpPr txBox="1">
            <a:spLocks/>
          </p:cNvSpPr>
          <p:nvPr/>
        </p:nvSpPr>
        <p:spPr>
          <a:xfrm>
            <a:off x="179512" y="692696"/>
            <a:ext cx="6858000" cy="4340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000" b="1" dirty="0">
                <a:latin typeface="Times New Roman" panose="02020603050405020304" pitchFamily="18" charset="0"/>
                <a:cs typeface="Times New Roman" panose="02020603050405020304" pitchFamily="18" charset="0"/>
              </a:rPr>
              <a:t>END the session before leaving </a:t>
            </a:r>
          </a:p>
        </p:txBody>
      </p:sp>
    </p:spTree>
    <p:extLst>
      <p:ext uri="{BB962C8B-B14F-4D97-AF65-F5344CB8AC3E}">
        <p14:creationId xmlns:p14="http://schemas.microsoft.com/office/powerpoint/2010/main" val="150470553"/>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F9002533A2C464CBD7F5B3D09DA59C7" ma:contentTypeVersion="28" ma:contentTypeDescription="Create a new document." ma:contentTypeScope="" ma:versionID="1685237c5012c7d90733e3feefc4a729">
  <xsd:schema xmlns:xsd="http://www.w3.org/2001/XMLSchema" xmlns:xs="http://www.w3.org/2001/XMLSchema" xmlns:p="http://schemas.microsoft.com/office/2006/metadata/properties" xmlns:ns2="6fdd37d2-8c27-4924-b2e6-c1d2ce638cc3" targetNamespace="http://schemas.microsoft.com/office/2006/metadata/properties" ma:root="true" ma:fieldsID="c68d5ebc5661ba923e8f5fcf6ca981fc" ns2:_="">
    <xsd:import namespace="6fdd37d2-8c27-4924-b2e6-c1d2ce638c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dd37d2-8c27-4924-b2e6-c1d2ce638c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msChannelId" ma:index="15" nillable="true" ma:displayName="Teams Channel Id" ma:internalName="TeamsChannelId">
      <xsd:simpleType>
        <xsd:restriction base="dms:Text"/>
      </xsd:simpleType>
    </xsd:element>
    <xsd:element name="Owner" ma:index="1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xsd:simpleType>
        <xsd:restriction base="dms:Text"/>
      </xsd:simpleType>
    </xsd:element>
    <xsd:element name="DefaultSectionNames" ma:index="18" nillable="true" ma:displayName="Default Section Names" ma:internalName="DefaultSectionNames">
      <xsd:simpleType>
        <xsd:restriction base="dms:Note">
          <xsd:maxLength value="255"/>
        </xsd:restriction>
      </xsd:simpleType>
    </xsd:element>
    <xsd:element name="Templates" ma:index="19" nillable="true" ma:displayName="Templates" ma:internalName="Templates">
      <xsd:simpleType>
        <xsd:restriction base="dms:Note">
          <xsd:maxLength value="255"/>
        </xsd:restriction>
      </xsd:simpleType>
    </xsd:element>
    <xsd:element name="Teachers" ma:index="2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3" nillable="true" ma:displayName="Distribution Groups" ma:internalName="Distribution_Groups">
      <xsd:simpleType>
        <xsd:restriction base="dms:Note">
          <xsd:maxLength value="255"/>
        </xsd:restriction>
      </xsd:simpleType>
    </xsd:element>
    <xsd:element name="LMS_Mappings" ma:index="24" nillable="true" ma:displayName="LMS Mappings" ma:internalName="LMS_Mappings">
      <xsd:simpleType>
        <xsd:restriction base="dms:Note">
          <xsd:maxLength value="255"/>
        </xsd:restriction>
      </xsd:simpleType>
    </xsd:element>
    <xsd:element name="Invited_Teachers" ma:index="25" nillable="true" ma:displayName="Invited Teachers" ma:internalName="Invited_Teachers">
      <xsd:simpleType>
        <xsd:restriction base="dms:Note">
          <xsd:maxLength value="255"/>
        </xsd:restriction>
      </xsd:simpleType>
    </xsd:element>
    <xsd:element name="Invited_Students" ma:index="26" nillable="true" ma:displayName="Invited Students" ma:internalName="Invited_Students">
      <xsd:simpleType>
        <xsd:restriction base="dms:Note">
          <xsd:maxLength value="255"/>
        </xsd:restriction>
      </xsd:simpleType>
    </xsd:element>
    <xsd:element name="Self_Registration_Enabled" ma:index="27" nillable="true" ma:displayName="Self Registration Enabled" ma:internalName="Self_Registration_Enabled">
      <xsd:simpleType>
        <xsd:restriction base="dms:Boolean"/>
      </xsd:simpleType>
    </xsd:element>
    <xsd:element name="Has_Teacher_Only_SectionGroup" ma:index="28" nillable="true" ma:displayName="Has Teacher Only SectionGroup" ma:internalName="Has_Teacher_Only_SectionGroup">
      <xsd:simpleType>
        <xsd:restriction base="dms:Boolean"/>
      </xsd:simpleType>
    </xsd:element>
    <xsd:element name="Is_Collaboration_Space_Locked" ma:index="29" nillable="true" ma:displayName="Is Collaboration Space Locked" ma:internalName="Is_Collaboration_Space_Locked">
      <xsd:simpleType>
        <xsd:restriction base="dms:Boolean"/>
      </xsd:simpleType>
    </xsd:element>
    <xsd:element name="IsNotebookLocked" ma:index="30" nillable="true" ma:displayName="Is Notebook Locked" ma:internalName="IsNotebookLocked">
      <xsd:simpleType>
        <xsd:restriction base="dms:Boolean"/>
      </xsd:simpleType>
    </xsd:element>
    <xsd:element name="Teams_Channel_Section_Location" ma:index="31" nillable="true" ma:displayName="Teams Channel Section Location" ma:internalName="Teams_Channel_Section_Location">
      <xsd:simpleType>
        <xsd:restriction base="dms:Text"/>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Has_Teacher_Only_SectionGroup xmlns="6fdd37d2-8c27-4924-b2e6-c1d2ce638cc3" xsi:nil="true"/>
    <NotebookType xmlns="6fdd37d2-8c27-4924-b2e6-c1d2ce638cc3" xsi:nil="true"/>
    <LMS_Mappings xmlns="6fdd37d2-8c27-4924-b2e6-c1d2ce638cc3" xsi:nil="true"/>
    <Teams_Channel_Section_Location xmlns="6fdd37d2-8c27-4924-b2e6-c1d2ce638cc3" xsi:nil="true"/>
    <FolderType xmlns="6fdd37d2-8c27-4924-b2e6-c1d2ce638cc3" xsi:nil="true"/>
    <CultureName xmlns="6fdd37d2-8c27-4924-b2e6-c1d2ce638cc3" xsi:nil="true"/>
    <Owner xmlns="6fdd37d2-8c27-4924-b2e6-c1d2ce638cc3">
      <UserInfo>
        <DisplayName/>
        <AccountId xsi:nil="true"/>
        <AccountType/>
      </UserInfo>
    </Owner>
    <Invited_Students xmlns="6fdd37d2-8c27-4924-b2e6-c1d2ce638cc3" xsi:nil="true"/>
    <Math_Settings xmlns="6fdd37d2-8c27-4924-b2e6-c1d2ce638cc3" xsi:nil="true"/>
    <Templates xmlns="6fdd37d2-8c27-4924-b2e6-c1d2ce638cc3" xsi:nil="true"/>
    <AppVersion xmlns="6fdd37d2-8c27-4924-b2e6-c1d2ce638cc3" xsi:nil="true"/>
    <Self_Registration_Enabled xmlns="6fdd37d2-8c27-4924-b2e6-c1d2ce638cc3" xsi:nil="true"/>
    <Distribution_Groups xmlns="6fdd37d2-8c27-4924-b2e6-c1d2ce638cc3" xsi:nil="true"/>
    <TeamsChannelId xmlns="6fdd37d2-8c27-4924-b2e6-c1d2ce638cc3" xsi:nil="true"/>
    <Invited_Teachers xmlns="6fdd37d2-8c27-4924-b2e6-c1d2ce638cc3" xsi:nil="true"/>
    <IsNotebookLocked xmlns="6fdd37d2-8c27-4924-b2e6-c1d2ce638cc3" xsi:nil="true"/>
    <Teachers xmlns="6fdd37d2-8c27-4924-b2e6-c1d2ce638cc3">
      <UserInfo>
        <DisplayName/>
        <AccountId xsi:nil="true"/>
        <AccountType/>
      </UserInfo>
    </Teachers>
    <Students xmlns="6fdd37d2-8c27-4924-b2e6-c1d2ce638cc3">
      <UserInfo>
        <DisplayName/>
        <AccountId xsi:nil="true"/>
        <AccountType/>
      </UserInfo>
    </Students>
    <Student_Groups xmlns="6fdd37d2-8c27-4924-b2e6-c1d2ce638cc3">
      <UserInfo>
        <DisplayName/>
        <AccountId xsi:nil="true"/>
        <AccountType/>
      </UserInfo>
    </Student_Groups>
    <DefaultSectionNames xmlns="6fdd37d2-8c27-4924-b2e6-c1d2ce638cc3" xsi:nil="true"/>
    <Is_Collaboration_Space_Locked xmlns="6fdd37d2-8c27-4924-b2e6-c1d2ce638cc3" xsi:nil="true"/>
  </documentManagement>
</p:properties>
</file>

<file path=customXml/itemProps1.xml><?xml version="1.0" encoding="utf-8"?>
<ds:datastoreItem xmlns:ds="http://schemas.openxmlformats.org/officeDocument/2006/customXml" ds:itemID="{B4DABB22-AFEC-4CC7-AE2F-B5322E99F804}"/>
</file>

<file path=customXml/itemProps2.xml><?xml version="1.0" encoding="utf-8"?>
<ds:datastoreItem xmlns:ds="http://schemas.openxmlformats.org/officeDocument/2006/customXml" ds:itemID="{85F78BC7-2727-493C-A541-E2CE11687A35}"/>
</file>

<file path=customXml/itemProps3.xml><?xml version="1.0" encoding="utf-8"?>
<ds:datastoreItem xmlns:ds="http://schemas.openxmlformats.org/officeDocument/2006/customXml" ds:itemID="{AA10739C-E294-43F3-98B6-77EC6E39D120}"/>
</file>

<file path=docProps/app.xml><?xml version="1.0" encoding="utf-8"?>
<Properties xmlns="http://schemas.openxmlformats.org/officeDocument/2006/extended-properties" xmlns:vt="http://schemas.openxmlformats.org/officeDocument/2006/docPropsVTypes">
  <TotalTime>1986</TotalTime>
  <Words>2715</Words>
  <Application>Microsoft Office PowerPoint</Application>
  <PresentationFormat>On-screen Show (4:3)</PresentationFormat>
  <Paragraphs>398</Paragraphs>
  <Slides>39</Slides>
  <Notes>26</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39</vt:i4>
      </vt:variant>
    </vt:vector>
  </HeadingPairs>
  <TitlesOfParts>
    <vt:vector size="53" baseType="lpstr">
      <vt:lpstr>ＭＳ Ｐゴシック</vt:lpstr>
      <vt:lpstr>SimSun</vt:lpstr>
      <vt:lpstr>Arial</vt:lpstr>
      <vt:lpstr>Brush Script MT</vt:lpstr>
      <vt:lpstr>Calibri</vt:lpstr>
      <vt:lpstr>Calibri Light</vt:lpstr>
      <vt:lpstr>Google Sans</vt:lpstr>
      <vt:lpstr>Helvetica</vt:lpstr>
      <vt:lpstr>Times New Roman</vt:lpstr>
      <vt:lpstr>Ubuntu</vt:lpstr>
      <vt:lpstr>Wingdings</vt:lpstr>
      <vt:lpstr>Office Theme</vt:lpstr>
      <vt:lpstr>1_Office Theme</vt:lpstr>
      <vt:lpstr>2_Office Theme</vt:lpstr>
      <vt:lpstr>Computer Networks</vt:lpstr>
      <vt:lpstr>PowerPoint Presentation</vt:lpstr>
      <vt:lpstr>PowerPoint Presentation</vt:lpstr>
      <vt:lpstr>PowerPoint Presentation</vt:lpstr>
      <vt:lpstr>Transport Layer </vt:lpstr>
      <vt:lpstr>Types of  Data Deliveries </vt:lpstr>
      <vt:lpstr>Port Numbers for Addressing</vt:lpstr>
      <vt:lpstr>IP addresses versus port numbers</vt:lpstr>
      <vt:lpstr>Transport Layer Protocols</vt:lpstr>
      <vt:lpstr>UDP</vt:lpstr>
      <vt:lpstr>TCP vs UDP</vt:lpstr>
      <vt:lpstr>Why TCP not suitable for multimedia apps?</vt:lpstr>
      <vt:lpstr>TCP vs UDP – Use Cases</vt:lpstr>
      <vt:lpstr>   Reliability Mechanisms</vt:lpstr>
      <vt:lpstr>Error control:  Layered Approach</vt:lpstr>
      <vt:lpstr>UDP Header Format (including pseudo header) </vt:lpstr>
      <vt:lpstr>Pseudo-header – Why needed?</vt:lpstr>
      <vt:lpstr>TCP Header  Format   (including pseudo header)  </vt:lpstr>
      <vt:lpstr>TCP  Header Options</vt:lpstr>
      <vt:lpstr>Triggering Transmissions</vt:lpstr>
      <vt:lpstr>TCP: Go Back N or Selective Repeat </vt:lpstr>
      <vt:lpstr>Contd.. </vt:lpstr>
      <vt:lpstr>Contd..</vt:lpstr>
      <vt:lpstr>Contd..</vt:lpstr>
      <vt:lpstr>Contd..</vt:lpstr>
      <vt:lpstr>Silly Window Syndrome (SWS)</vt:lpstr>
      <vt:lpstr>Silly Window Syndrome (SWS)</vt:lpstr>
      <vt:lpstr>Nagle’s Algorithm</vt:lpstr>
      <vt:lpstr>Nagle’s Algorithm for WAN Interactive Exchange</vt:lpstr>
      <vt:lpstr>PowerPoint Presentation</vt:lpstr>
      <vt:lpstr>TCP vs GBN </vt:lpstr>
      <vt:lpstr>TCP vs Selective Repeat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Prabhu S</cp:lastModifiedBy>
  <cp:revision>240</cp:revision>
  <dcterms:created xsi:type="dcterms:W3CDTF">2012-01-02T05:05:52Z</dcterms:created>
  <dcterms:modified xsi:type="dcterms:W3CDTF">2026-03-20T13:15:02Z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0x0101006F9002533A2C464CBD7F5B3D09DA59C7</vt:lpwstr>
  </property>
</Properties>
</file>