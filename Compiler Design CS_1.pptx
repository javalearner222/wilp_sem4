
<file path=[Content_Types].xml><?xml version="1.0" encoding="utf-8"?>
<Types xmlns="http://schemas.openxmlformats.org/package/2006/content-types">
  <Default Extension="png" ContentType="image/png"/>
  <Default Extension="jpeg" ContentType="image/jpeg"/>
  <Default Extension="JPG" ContentType="image/.jp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Lst>
  <p:notesMasterIdLst>
    <p:notesMasterId r:id="rId13"/>
  </p:notesMasterIdLst>
  <p:handoutMasterIdLst>
    <p:handoutMasterId r:id="rId65"/>
  </p:handoutMasterIdLst>
  <p:sldIdLst>
    <p:sldId id="365" r:id="rId9"/>
    <p:sldId id="366" r:id="rId10"/>
    <p:sldId id="385" r:id="rId11"/>
    <p:sldId id="313" r:id="rId12"/>
    <p:sldId id="386" r:id="rId14"/>
    <p:sldId id="387" r:id="rId15"/>
    <p:sldId id="388" r:id="rId16"/>
    <p:sldId id="389" r:id="rId17"/>
    <p:sldId id="311" r:id="rId18"/>
    <p:sldId id="312" r:id="rId19"/>
    <p:sldId id="314" r:id="rId20"/>
    <p:sldId id="328" r:id="rId21"/>
    <p:sldId id="316" r:id="rId22"/>
    <p:sldId id="317" r:id="rId23"/>
    <p:sldId id="318" r:id="rId24"/>
    <p:sldId id="319" r:id="rId25"/>
    <p:sldId id="320" r:id="rId26"/>
    <p:sldId id="323" r:id="rId27"/>
    <p:sldId id="321" r:id="rId28"/>
    <p:sldId id="697" r:id="rId29"/>
    <p:sldId id="322" r:id="rId30"/>
    <p:sldId id="327" r:id="rId31"/>
    <p:sldId id="329" r:id="rId32"/>
    <p:sldId id="330" r:id="rId33"/>
    <p:sldId id="331" r:id="rId34"/>
    <p:sldId id="404" r:id="rId35"/>
    <p:sldId id="694" r:id="rId36"/>
    <p:sldId id="695" r:id="rId37"/>
    <p:sldId id="696" r:id="rId38"/>
    <p:sldId id="403" r:id="rId39"/>
    <p:sldId id="326" r:id="rId40"/>
    <p:sldId id="418" r:id="rId41"/>
    <p:sldId id="356" r:id="rId42"/>
    <p:sldId id="698" r:id="rId43"/>
    <p:sldId id="347" r:id="rId44"/>
    <p:sldId id="408" r:id="rId45"/>
    <p:sldId id="337" r:id="rId46"/>
    <p:sldId id="333" r:id="rId47"/>
    <p:sldId id="334" r:id="rId48"/>
    <p:sldId id="335" r:id="rId49"/>
    <p:sldId id="338" r:id="rId50"/>
    <p:sldId id="339" r:id="rId51"/>
    <p:sldId id="343" r:id="rId52"/>
    <p:sldId id="340" r:id="rId53"/>
    <p:sldId id="341" r:id="rId54"/>
    <p:sldId id="344" r:id="rId55"/>
    <p:sldId id="706" r:id="rId56"/>
    <p:sldId id="699" r:id="rId57"/>
    <p:sldId id="700" r:id="rId58"/>
    <p:sldId id="701" r:id="rId59"/>
    <p:sldId id="705" r:id="rId60"/>
    <p:sldId id="702" r:id="rId61"/>
    <p:sldId id="703" r:id="rId62"/>
    <p:sldId id="704" r:id="rId63"/>
    <p:sldId id="693" r:id="rId64"/>
  </p:sldIdLst>
  <p:sldSz cx="9144000" cy="6858000" type="screen4x3"/>
  <p:notesSz cx="9236075" cy="7010400"/>
  <p:defaultTextStyle>
    <a:defPPr>
      <a:defRPr lang="zh-CN"/>
    </a:defPPr>
    <a:lvl1pPr algn="l" rtl="0" fontAlgn="base">
      <a:spcBef>
        <a:spcPct val="0"/>
      </a:spcBef>
      <a:spcAft>
        <a:spcPct val="0"/>
      </a:spcAft>
      <a:defRPr kern="1200">
        <a:solidFill>
          <a:srgbClr val="000000"/>
        </a:solidFill>
        <a:latin typeface="Arial" panose="020B0704020202020204" pitchFamily="34" charset="0"/>
        <a:ea typeface="SimSun" pitchFamily="2" charset="-122"/>
        <a:cs typeface="+mn-cs"/>
        <a:sym typeface="Arial" panose="020B0704020202020204" pitchFamily="34" charset="0"/>
      </a:defRPr>
    </a:lvl1pPr>
    <a:lvl2pPr marL="457200" algn="l" rtl="0" fontAlgn="base">
      <a:spcBef>
        <a:spcPct val="0"/>
      </a:spcBef>
      <a:spcAft>
        <a:spcPct val="0"/>
      </a:spcAft>
      <a:defRPr kern="1200">
        <a:solidFill>
          <a:srgbClr val="000000"/>
        </a:solidFill>
        <a:latin typeface="Arial" panose="020B0704020202020204" pitchFamily="34" charset="0"/>
        <a:ea typeface="SimSun" pitchFamily="2" charset="-122"/>
        <a:cs typeface="+mn-cs"/>
        <a:sym typeface="Arial" panose="020B0704020202020204" pitchFamily="34" charset="0"/>
      </a:defRPr>
    </a:lvl2pPr>
    <a:lvl3pPr marL="914400" algn="l" rtl="0" fontAlgn="base">
      <a:spcBef>
        <a:spcPct val="0"/>
      </a:spcBef>
      <a:spcAft>
        <a:spcPct val="0"/>
      </a:spcAft>
      <a:defRPr kern="1200">
        <a:solidFill>
          <a:srgbClr val="000000"/>
        </a:solidFill>
        <a:latin typeface="Arial" panose="020B0704020202020204" pitchFamily="34" charset="0"/>
        <a:ea typeface="SimSun" pitchFamily="2" charset="-122"/>
        <a:cs typeface="+mn-cs"/>
        <a:sym typeface="Arial" panose="020B0704020202020204" pitchFamily="34" charset="0"/>
      </a:defRPr>
    </a:lvl3pPr>
    <a:lvl4pPr marL="1371600" algn="l" rtl="0" fontAlgn="base">
      <a:spcBef>
        <a:spcPct val="0"/>
      </a:spcBef>
      <a:spcAft>
        <a:spcPct val="0"/>
      </a:spcAft>
      <a:defRPr kern="1200">
        <a:solidFill>
          <a:srgbClr val="000000"/>
        </a:solidFill>
        <a:latin typeface="Arial" panose="020B0704020202020204" pitchFamily="34" charset="0"/>
        <a:ea typeface="SimSun" pitchFamily="2" charset="-122"/>
        <a:cs typeface="+mn-cs"/>
        <a:sym typeface="Arial" panose="020B0704020202020204" pitchFamily="34" charset="0"/>
      </a:defRPr>
    </a:lvl4pPr>
    <a:lvl5pPr marL="1828800" algn="l" rtl="0" fontAlgn="base">
      <a:spcBef>
        <a:spcPct val="0"/>
      </a:spcBef>
      <a:spcAft>
        <a:spcPct val="0"/>
      </a:spcAft>
      <a:defRPr kern="1200">
        <a:solidFill>
          <a:srgbClr val="000000"/>
        </a:solidFill>
        <a:latin typeface="Arial" panose="020B0704020202020204" pitchFamily="34" charset="0"/>
        <a:ea typeface="SimSun" pitchFamily="2" charset="-122"/>
        <a:cs typeface="+mn-cs"/>
        <a:sym typeface="Arial" panose="020B0704020202020204" pitchFamily="34" charset="0"/>
      </a:defRPr>
    </a:lvl5pPr>
    <a:lvl6pPr marL="2286000" algn="l" defTabSz="914400" rtl="0" eaLnBrk="1" latinLnBrk="0" hangingPunct="1">
      <a:defRPr kern="1200">
        <a:solidFill>
          <a:srgbClr val="000000"/>
        </a:solidFill>
        <a:latin typeface="Arial" panose="020B0704020202020204" pitchFamily="34" charset="0"/>
        <a:ea typeface="SimSun" pitchFamily="2" charset="-122"/>
        <a:cs typeface="+mn-cs"/>
        <a:sym typeface="Arial" panose="020B0704020202020204" pitchFamily="34" charset="0"/>
      </a:defRPr>
    </a:lvl6pPr>
    <a:lvl7pPr marL="2743200" algn="l" defTabSz="914400" rtl="0" eaLnBrk="1" latinLnBrk="0" hangingPunct="1">
      <a:defRPr kern="1200">
        <a:solidFill>
          <a:srgbClr val="000000"/>
        </a:solidFill>
        <a:latin typeface="Arial" panose="020B0704020202020204" pitchFamily="34" charset="0"/>
        <a:ea typeface="SimSun" pitchFamily="2" charset="-122"/>
        <a:cs typeface="+mn-cs"/>
        <a:sym typeface="Arial" panose="020B0704020202020204" pitchFamily="34" charset="0"/>
      </a:defRPr>
    </a:lvl7pPr>
    <a:lvl8pPr marL="3200400" algn="l" defTabSz="914400" rtl="0" eaLnBrk="1" latinLnBrk="0" hangingPunct="1">
      <a:defRPr kern="1200">
        <a:solidFill>
          <a:srgbClr val="000000"/>
        </a:solidFill>
        <a:latin typeface="Arial" panose="020B0704020202020204" pitchFamily="34" charset="0"/>
        <a:ea typeface="SimSun" pitchFamily="2" charset="-122"/>
        <a:cs typeface="+mn-cs"/>
        <a:sym typeface="Arial" panose="020B0704020202020204" pitchFamily="34" charset="0"/>
      </a:defRPr>
    </a:lvl8pPr>
    <a:lvl9pPr marL="3657600" algn="l" defTabSz="914400" rtl="0" eaLnBrk="1" latinLnBrk="0" hangingPunct="1">
      <a:defRPr kern="1200">
        <a:solidFill>
          <a:srgbClr val="000000"/>
        </a:solidFill>
        <a:latin typeface="Arial" panose="020B0704020202020204" pitchFamily="34" charset="0"/>
        <a:ea typeface="SimSun" pitchFamily="2" charset="-122"/>
        <a:cs typeface="+mn-cs"/>
        <a:sym typeface="Arial" panose="020B07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15A7"/>
    <a:srgbClr val="2022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7" autoAdjust="0"/>
    <p:restoredTop sz="35842" autoAdjust="0"/>
  </p:normalViewPr>
  <p:slideViewPr>
    <p:cSldViewPr showGuides="1">
      <p:cViewPr varScale="1">
        <p:scale>
          <a:sx n="82" d="100"/>
          <a:sy n="82" d="100"/>
        </p:scale>
        <p:origin x="1478"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handoutMaster" Target="handoutMasters/handoutMaster1.xml"/><Relationship Id="rId64" Type="http://schemas.openxmlformats.org/officeDocument/2006/relationships/slide" Target="slides/slide55.xml"/><Relationship Id="rId63" Type="http://schemas.openxmlformats.org/officeDocument/2006/relationships/slide" Target="slides/slide54.xml"/><Relationship Id="rId62" Type="http://schemas.openxmlformats.org/officeDocument/2006/relationships/slide" Target="slides/slide53.xml"/><Relationship Id="rId61" Type="http://schemas.openxmlformats.org/officeDocument/2006/relationships/slide" Target="slides/slide52.xml"/><Relationship Id="rId60" Type="http://schemas.openxmlformats.org/officeDocument/2006/relationships/slide" Target="slides/slide51.xml"/><Relationship Id="rId6" Type="http://schemas.openxmlformats.org/officeDocument/2006/relationships/slideMaster" Target="slideMasters/slideMaster5.xml"/><Relationship Id="rId59" Type="http://schemas.openxmlformats.org/officeDocument/2006/relationships/slide" Target="slides/slide50.xml"/><Relationship Id="rId58" Type="http://schemas.openxmlformats.org/officeDocument/2006/relationships/slide" Target="slides/slide49.xml"/><Relationship Id="rId57" Type="http://schemas.openxmlformats.org/officeDocument/2006/relationships/slide" Target="slides/slide48.xml"/><Relationship Id="rId56" Type="http://schemas.openxmlformats.org/officeDocument/2006/relationships/slide" Target="slides/slide47.xml"/><Relationship Id="rId55" Type="http://schemas.openxmlformats.org/officeDocument/2006/relationships/slide" Target="slides/slide46.xml"/><Relationship Id="rId54" Type="http://schemas.openxmlformats.org/officeDocument/2006/relationships/slide" Target="slides/slide45.xml"/><Relationship Id="rId53" Type="http://schemas.openxmlformats.org/officeDocument/2006/relationships/slide" Target="slides/slide44.xml"/><Relationship Id="rId52" Type="http://schemas.openxmlformats.org/officeDocument/2006/relationships/slide" Target="slides/slide43.xml"/><Relationship Id="rId51" Type="http://schemas.openxmlformats.org/officeDocument/2006/relationships/slide" Target="slides/slide42.xml"/><Relationship Id="rId50" Type="http://schemas.openxmlformats.org/officeDocument/2006/relationships/slide" Target="slides/slide41.xml"/><Relationship Id="rId5" Type="http://schemas.openxmlformats.org/officeDocument/2006/relationships/slideMaster" Target="slideMasters/slideMaster4.xml"/><Relationship Id="rId49" Type="http://schemas.openxmlformats.org/officeDocument/2006/relationships/slide" Target="slides/slide40.xml"/><Relationship Id="rId48" Type="http://schemas.openxmlformats.org/officeDocument/2006/relationships/slide" Target="slides/slide39.xml"/><Relationship Id="rId47" Type="http://schemas.openxmlformats.org/officeDocument/2006/relationships/slide" Target="slides/slide38.xml"/><Relationship Id="rId46" Type="http://schemas.openxmlformats.org/officeDocument/2006/relationships/slide" Target="slides/slide37.xml"/><Relationship Id="rId45" Type="http://schemas.openxmlformats.org/officeDocument/2006/relationships/slide" Target="slides/slide36.xml"/><Relationship Id="rId44" Type="http://schemas.openxmlformats.org/officeDocument/2006/relationships/slide" Target="slides/slide35.xml"/><Relationship Id="rId43" Type="http://schemas.openxmlformats.org/officeDocument/2006/relationships/slide" Target="slides/slide34.xml"/><Relationship Id="rId42" Type="http://schemas.openxmlformats.org/officeDocument/2006/relationships/slide" Target="slides/slide33.xml"/><Relationship Id="rId41" Type="http://schemas.openxmlformats.org/officeDocument/2006/relationships/slide" Target="slides/slide32.xml"/><Relationship Id="rId40" Type="http://schemas.openxmlformats.org/officeDocument/2006/relationships/slide" Target="slides/slide31.xml"/><Relationship Id="rId4" Type="http://schemas.openxmlformats.org/officeDocument/2006/relationships/slideMaster" Target="slideMasters/slideMaster3.xml"/><Relationship Id="rId39" Type="http://schemas.openxmlformats.org/officeDocument/2006/relationships/slide" Target="slides/slide30.xml"/><Relationship Id="rId38" Type="http://schemas.openxmlformats.org/officeDocument/2006/relationships/slide" Target="slides/slide29.xml"/><Relationship Id="rId37" Type="http://schemas.openxmlformats.org/officeDocument/2006/relationships/slide" Target="slides/slide28.xml"/><Relationship Id="rId36" Type="http://schemas.openxmlformats.org/officeDocument/2006/relationships/slide" Target="slides/slide27.xml"/><Relationship Id="rId35" Type="http://schemas.openxmlformats.org/officeDocument/2006/relationships/slide" Target="slides/slide26.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notesMaster" Target="notesMasters/notesMaster1.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49390" name="Rectangle 814"/>
          <p:cNvSpPr>
            <a:spLocks noGrp="1" noChangeArrowheads="1"/>
          </p:cNvSpPr>
          <p:nvPr>
            <p:ph type="hdr" sz="quarter"/>
          </p:nvPr>
        </p:nvSpPr>
        <p:spPr bwMode="auto">
          <a:xfrm>
            <a:off x="0" y="0"/>
            <a:ext cx="4002088" cy="350838"/>
          </a:xfrm>
          <a:prstGeom prst="rect">
            <a:avLst/>
          </a:prstGeom>
          <a:noFill/>
          <a:ln w="9525">
            <a:noFill/>
            <a:miter lim="800000"/>
          </a:ln>
        </p:spPr>
        <p:txBody>
          <a:bodyPr vert="horz" wrap="square" lIns="92830" tIns="46415" rIns="92830" bIns="46415" numCol="1" anchor="t" anchorCtr="0" compatLnSpc="1"/>
          <a:lstStyle>
            <a:lvl1pPr>
              <a:defRPr sz="1200">
                <a:latin typeface="Arial" panose="020B0704020202020204" pitchFamily="34" charset="0"/>
                <a:ea typeface="+mn-ea"/>
                <a:cs typeface="Arial" panose="020B0704020202020204" pitchFamily="34" charset="0"/>
                <a:sym typeface="Arial" panose="020B0704020202020204" pitchFamily="34" charset="0"/>
              </a:defRPr>
            </a:lvl1pPr>
          </a:lstStyle>
          <a:p>
            <a:pPr>
              <a:defRPr/>
            </a:pPr>
            <a:endParaRPr lang="en-US" altLang="en-US"/>
          </a:p>
        </p:txBody>
      </p:sp>
      <p:sp>
        <p:nvSpPr>
          <p:cNvPr id="1049391" name="Rectangle 815"/>
          <p:cNvSpPr>
            <a:spLocks noGrp="1" noChangeArrowheads="1"/>
          </p:cNvSpPr>
          <p:nvPr>
            <p:ph type="dt" sz="quarter" idx="1"/>
          </p:nvPr>
        </p:nvSpPr>
        <p:spPr bwMode="auto">
          <a:xfrm>
            <a:off x="5232400" y="0"/>
            <a:ext cx="4002088" cy="350838"/>
          </a:xfrm>
          <a:prstGeom prst="rect">
            <a:avLst/>
          </a:prstGeom>
          <a:noFill/>
          <a:ln w="9525">
            <a:noFill/>
            <a:miter lim="800000"/>
          </a:ln>
        </p:spPr>
        <p:txBody>
          <a:bodyPr vert="horz" wrap="square" lIns="92830" tIns="46415" rIns="92830" bIns="46415" numCol="1" anchor="t" anchorCtr="0" compatLnSpc="1"/>
          <a:lstStyle>
            <a:lvl1pPr algn="r">
              <a:defRPr sz="1200">
                <a:latin typeface="Arial" panose="020B0704020202020204" pitchFamily="34" charset="0"/>
                <a:ea typeface="+mn-ea"/>
                <a:cs typeface="Arial" panose="020B0704020202020204" pitchFamily="34" charset="0"/>
                <a:sym typeface="Arial" panose="020B0704020202020204" pitchFamily="34" charset="0"/>
              </a:defRPr>
            </a:lvl1pPr>
          </a:lstStyle>
          <a:p>
            <a:pPr>
              <a:defRPr/>
            </a:pPr>
            <a:endParaRPr lang="en-US" altLang="en-US"/>
          </a:p>
        </p:txBody>
      </p:sp>
      <p:sp>
        <p:nvSpPr>
          <p:cNvPr id="1049392" name="Rectangle 816"/>
          <p:cNvSpPr>
            <a:spLocks noGrp="1" noChangeArrowheads="1"/>
          </p:cNvSpPr>
          <p:nvPr>
            <p:ph type="ftr" sz="quarter" idx="2"/>
          </p:nvPr>
        </p:nvSpPr>
        <p:spPr bwMode="auto">
          <a:xfrm>
            <a:off x="0" y="6657975"/>
            <a:ext cx="4002088" cy="350838"/>
          </a:xfrm>
          <a:prstGeom prst="rect">
            <a:avLst/>
          </a:prstGeom>
          <a:noFill/>
          <a:ln w="9525">
            <a:noFill/>
            <a:miter lim="800000"/>
          </a:ln>
        </p:spPr>
        <p:txBody>
          <a:bodyPr vert="horz" wrap="square" lIns="92830" tIns="46415" rIns="92830" bIns="46415" numCol="1" anchor="b" anchorCtr="0" compatLnSpc="1"/>
          <a:lstStyle>
            <a:lvl1pPr>
              <a:defRPr sz="1200">
                <a:latin typeface="Arial" panose="020B0704020202020204" pitchFamily="34" charset="0"/>
                <a:ea typeface="+mn-ea"/>
                <a:cs typeface="Arial" panose="020B0704020202020204" pitchFamily="34" charset="0"/>
                <a:sym typeface="Arial" panose="020B0704020202020204" pitchFamily="34" charset="0"/>
              </a:defRPr>
            </a:lvl1pPr>
          </a:lstStyle>
          <a:p>
            <a:pPr>
              <a:defRPr/>
            </a:pPr>
            <a:endParaRPr lang="en-US" altLang="en-US"/>
          </a:p>
        </p:txBody>
      </p:sp>
      <p:sp>
        <p:nvSpPr>
          <p:cNvPr id="1049393" name="Rectangle 817"/>
          <p:cNvSpPr>
            <a:spLocks noGrp="1" noChangeArrowheads="1"/>
          </p:cNvSpPr>
          <p:nvPr>
            <p:ph type="sldNum" sz="quarter" idx="3"/>
          </p:nvPr>
        </p:nvSpPr>
        <p:spPr bwMode="auto">
          <a:xfrm>
            <a:off x="5232400" y="6657975"/>
            <a:ext cx="4002088" cy="350838"/>
          </a:xfrm>
          <a:prstGeom prst="rect">
            <a:avLst/>
          </a:prstGeom>
          <a:noFill/>
          <a:ln w="9525">
            <a:noFill/>
            <a:miter lim="800000"/>
          </a:ln>
        </p:spPr>
        <p:txBody>
          <a:bodyPr vert="horz" wrap="square" lIns="92830" tIns="46415" rIns="92830" bIns="46415" numCol="1" anchor="b" anchorCtr="0" compatLnSpc="1"/>
          <a:lstStyle>
            <a:lvl1pPr algn="r">
              <a:defRPr sz="1200">
                <a:latin typeface="Arial" panose="020B0704020202020204" pitchFamily="34" charset="0"/>
                <a:ea typeface="+mn-ea"/>
                <a:cs typeface="Arial" panose="020B0704020202020204" pitchFamily="34" charset="0"/>
                <a:sym typeface="Arial" panose="020B0704020202020204" pitchFamily="34" charset="0"/>
              </a:defRPr>
            </a:lvl1pPr>
          </a:lstStyle>
          <a:p>
            <a:pPr>
              <a:defRPr/>
            </a:pPr>
            <a:fld id="{D39B61A6-2C67-4B73-AA15-9ED9CB9F94E4}"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0000"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0-10-18T04:40:04"/>
    </inkml:context>
    <inkml:brush xml:id="br0">
      <inkml:brushProperty name="width" value="0.05292" units="cm"/>
      <inkml:brushProperty name="height" value="0.05292" units="cm"/>
      <inkml:brushProperty name="color" value="#ff0000"/>
    </inkml:brush>
  </inkml:definitions>
  <inkml:trace contextRef="#ctx0" brushRef="#br0">10848.000 15840.000 0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0000"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0-10-18T04:42:47"/>
    </inkml:context>
    <inkml:brush xml:id="br0">
      <inkml:brushProperty name="width" value="0.05292" units="cm"/>
      <inkml:brushProperty name="height" value="0.05292" units="cm"/>
      <inkml:brushProperty name="color" value="#ff0000"/>
    </inkml:brush>
  </inkml:definitions>
  <inkml:trace contextRef="#ctx0" brushRef="#br0">18486.000 16104.000 0,'52.000'0.000'156,"19.000"0.000"-156,17.000 0.000 16,-17.000 18.000-16,52.000-18.000 0,-35.000 0.000 16,1.000 0.000-16,34.000 0.000 15,1.000 0.000-15,-36.000 0.000 16,35.000 0.000 0,-35.000 0.000-16,36.000 0.000 15,-18.000 0.000-15,-18.000 0.000 16,35.000 0.000-16,1.000 18.000 15,-1.000-1.000-15,1.000-17.000 16,-54.000 0.000-16,36.000 0.000 16,18.000 0.000-16,17.000 0.000 15,18.000 0.000-15,-18.000 0.000 16,17.000 0.000-16,-16.000 0.000 16,-19.000 0.000-1,-17.000 0.000-15,17.000 0.000 0,-35.000 0.000 16,-17.000 0.000-16,17.000 0.000 15,0.000 0.000-15,-17.000 0.000 16,-18.000 0.000 0,-18.000 0.000-16,36.000 0.000 15,-36.000 0.000-15,18.000 0.000 16,-35.000 0.000-16,-1.000 0.000 16,18.000 0.000-1,-17.000 0.000 1,17.000 0.000-1</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0000"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0-10-18T04:45:19"/>
    </inkml:context>
    <inkml:brush xml:id="br0">
      <inkml:brushProperty name="width" value="0.05292" units="cm"/>
      <inkml:brushProperty name="height" value="0.05292" units="cm"/>
      <inkml:brushProperty name="color" value="#ff0000"/>
    </inkml:brush>
  </inkml:definitions>
  <inkml:trace contextRef="#ctx0" brushRef="#br0">22595.000 16581.000 0,'-17.000'0.000'125,"17.000"17.000"-109,0.000 1.000-1,0.000 17.000-15,0.000-17.000 0,0.000 17.000 47,0.000-17.000 16,-18.000-18.000 30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49384" name="Rectangle 808"/>
          <p:cNvSpPr>
            <a:spLocks noGrp="1" noChangeArrowheads="1"/>
          </p:cNvSpPr>
          <p:nvPr>
            <p:ph type="hdr" sz="quarter"/>
          </p:nvPr>
        </p:nvSpPr>
        <p:spPr bwMode="auto">
          <a:xfrm>
            <a:off x="0" y="0"/>
            <a:ext cx="4002088" cy="350838"/>
          </a:xfrm>
          <a:prstGeom prst="rect">
            <a:avLst/>
          </a:prstGeom>
          <a:noFill/>
          <a:ln w="9525">
            <a:noFill/>
            <a:miter lim="800000"/>
          </a:ln>
        </p:spPr>
        <p:txBody>
          <a:bodyPr vert="horz" wrap="square" lIns="92830" tIns="46415" rIns="92830" bIns="46415" numCol="1" anchor="t" anchorCtr="0" compatLnSpc="1"/>
          <a:lstStyle>
            <a:lvl1pPr>
              <a:defRPr sz="1200">
                <a:latin typeface="Calibri" pitchFamily="34" charset="0"/>
                <a:ea typeface="+mn-ea"/>
                <a:cs typeface="Arial" panose="020B0704020202020204" pitchFamily="34" charset="0"/>
                <a:sym typeface="Arial" panose="020B0704020202020204" pitchFamily="34" charset="0"/>
              </a:defRPr>
            </a:lvl1pPr>
          </a:lstStyle>
          <a:p>
            <a:pPr>
              <a:defRPr/>
            </a:pPr>
            <a:endParaRPr lang="en-US" altLang="en-US"/>
          </a:p>
        </p:txBody>
      </p:sp>
      <p:sp>
        <p:nvSpPr>
          <p:cNvPr id="1049385" name="Rectangle 809"/>
          <p:cNvSpPr>
            <a:spLocks noGrp="1" noChangeArrowheads="1"/>
          </p:cNvSpPr>
          <p:nvPr>
            <p:ph type="dt" idx="1"/>
          </p:nvPr>
        </p:nvSpPr>
        <p:spPr bwMode="auto">
          <a:xfrm>
            <a:off x="5232400" y="0"/>
            <a:ext cx="4002088" cy="350838"/>
          </a:xfrm>
          <a:prstGeom prst="rect">
            <a:avLst/>
          </a:prstGeom>
          <a:noFill/>
          <a:ln w="9525">
            <a:noFill/>
            <a:miter lim="800000"/>
          </a:ln>
        </p:spPr>
        <p:txBody>
          <a:bodyPr vert="horz" wrap="square" lIns="92830" tIns="46415" rIns="92830" bIns="46415" numCol="1" anchor="t" anchorCtr="0" compatLnSpc="1"/>
          <a:lstStyle>
            <a:lvl1pPr algn="r">
              <a:defRPr sz="1200">
                <a:latin typeface="Calibri" pitchFamily="34" charset="0"/>
                <a:ea typeface="+mn-ea"/>
                <a:cs typeface="Arial" panose="020B0704020202020204" pitchFamily="34" charset="0"/>
                <a:sym typeface="Arial" panose="020B0704020202020204" pitchFamily="34" charset="0"/>
              </a:defRPr>
            </a:lvl1pPr>
          </a:lstStyle>
          <a:p>
            <a:pPr>
              <a:defRPr/>
            </a:pPr>
            <a:endParaRPr lang="en-US" altLang="en-US"/>
          </a:p>
        </p:txBody>
      </p:sp>
      <p:sp>
        <p:nvSpPr>
          <p:cNvPr id="75780" name="Rectangle 810"/>
          <p:cNvSpPr>
            <a:spLocks noGrp="1" noRot="1" noChangeAspect="1"/>
          </p:cNvSpPr>
          <p:nvPr>
            <p:ph type="sldImg" idx="2"/>
          </p:nvPr>
        </p:nvSpPr>
        <p:spPr bwMode="auto">
          <a:xfrm>
            <a:off x="2865438" y="525463"/>
            <a:ext cx="3505200" cy="2628900"/>
          </a:xfrm>
          <a:prstGeom prst="rect">
            <a:avLst/>
          </a:prstGeom>
          <a:noFill/>
          <a:ln w="12700">
            <a:solidFill>
              <a:srgbClr val="000000"/>
            </a:solidFill>
            <a:miter lim="800000"/>
          </a:ln>
        </p:spPr>
      </p:sp>
      <p:sp>
        <p:nvSpPr>
          <p:cNvPr id="1049387" name="Rectangle 811"/>
          <p:cNvSpPr>
            <a:spLocks noGrp="1" noChangeArrowheads="1"/>
          </p:cNvSpPr>
          <p:nvPr>
            <p:ph type="body" sz="quarter" idx="3"/>
          </p:nvPr>
        </p:nvSpPr>
        <p:spPr bwMode="auto">
          <a:xfrm>
            <a:off x="923925" y="3330575"/>
            <a:ext cx="7388225" cy="3154363"/>
          </a:xfrm>
          <a:prstGeom prst="rect">
            <a:avLst/>
          </a:prstGeom>
          <a:noFill/>
          <a:ln w="9525">
            <a:noFill/>
            <a:miter lim="800000"/>
          </a:ln>
        </p:spPr>
        <p:txBody>
          <a:bodyPr vert="horz" wrap="square" lIns="92830" tIns="46415" rIns="92830" bIns="46415" numCol="1" anchor="t" anchorCtr="0" compatLnSpc="1"/>
          <a:lstStyle/>
          <a:p>
            <a:pPr lvl="0"/>
            <a:r>
              <a:rPr lang="en-US" altLang="en-US" noProof="0">
                <a:sym typeface="Arial" panose="020B0704020202020204" pitchFamily="34" charset="0"/>
              </a:rPr>
              <a:t>Click to edit Master text styles</a:t>
            </a:r>
            <a:endParaRPr lang="en-US" altLang="en-US" noProof="0">
              <a:sym typeface="Arial" panose="020B0704020202020204" pitchFamily="34" charset="0"/>
            </a:endParaRPr>
          </a:p>
          <a:p>
            <a:pPr lvl="1"/>
            <a:r>
              <a:rPr lang="en-US" altLang="en-US" noProof="0">
                <a:sym typeface="Arial" panose="020B0704020202020204" pitchFamily="34" charset="0"/>
              </a:rPr>
              <a:t>Second level</a:t>
            </a:r>
            <a:endParaRPr lang="en-US" altLang="en-US" noProof="0">
              <a:sym typeface="Arial" panose="020B0704020202020204" pitchFamily="34" charset="0"/>
            </a:endParaRPr>
          </a:p>
          <a:p>
            <a:pPr lvl="2"/>
            <a:r>
              <a:rPr lang="en-US" altLang="en-US" noProof="0">
                <a:sym typeface="Arial" panose="020B0704020202020204" pitchFamily="34" charset="0"/>
              </a:rPr>
              <a:t>Third level</a:t>
            </a:r>
            <a:endParaRPr lang="en-US" altLang="en-US" noProof="0">
              <a:sym typeface="Arial" panose="020B0704020202020204" pitchFamily="34" charset="0"/>
            </a:endParaRPr>
          </a:p>
          <a:p>
            <a:pPr lvl="3"/>
            <a:r>
              <a:rPr lang="en-US" altLang="en-US" noProof="0">
                <a:sym typeface="Arial" panose="020B0704020202020204" pitchFamily="34" charset="0"/>
              </a:rPr>
              <a:t>Fourth level</a:t>
            </a:r>
            <a:endParaRPr lang="en-US" altLang="en-US" noProof="0">
              <a:sym typeface="Arial" panose="020B0704020202020204" pitchFamily="34" charset="0"/>
            </a:endParaRPr>
          </a:p>
          <a:p>
            <a:pPr lvl="4"/>
            <a:r>
              <a:rPr lang="en-US" altLang="en-US" noProof="0">
                <a:sym typeface="Arial" panose="020B0704020202020204" pitchFamily="34" charset="0"/>
              </a:rPr>
              <a:t>Fifth level</a:t>
            </a:r>
            <a:endParaRPr lang="en-US" altLang="en-US" noProof="0">
              <a:sym typeface="Arial" panose="020B0704020202020204" pitchFamily="34" charset="0"/>
            </a:endParaRPr>
          </a:p>
        </p:txBody>
      </p:sp>
      <p:sp>
        <p:nvSpPr>
          <p:cNvPr id="1049388" name="Rectangle 812"/>
          <p:cNvSpPr>
            <a:spLocks noGrp="1" noChangeArrowheads="1"/>
          </p:cNvSpPr>
          <p:nvPr>
            <p:ph type="ftr" sz="quarter" idx="4"/>
          </p:nvPr>
        </p:nvSpPr>
        <p:spPr bwMode="auto">
          <a:xfrm>
            <a:off x="0" y="6657975"/>
            <a:ext cx="4002088" cy="350838"/>
          </a:xfrm>
          <a:prstGeom prst="rect">
            <a:avLst/>
          </a:prstGeom>
          <a:noFill/>
          <a:ln w="9525">
            <a:noFill/>
            <a:miter lim="800000"/>
          </a:ln>
        </p:spPr>
        <p:txBody>
          <a:bodyPr vert="horz" wrap="square" lIns="92830" tIns="46415" rIns="92830" bIns="46415" numCol="1" anchor="b" anchorCtr="0" compatLnSpc="1"/>
          <a:lstStyle>
            <a:lvl1pPr>
              <a:defRPr sz="1200">
                <a:latin typeface="Calibri" pitchFamily="34" charset="0"/>
                <a:ea typeface="+mn-ea"/>
                <a:cs typeface="Arial" panose="020B0704020202020204" pitchFamily="34" charset="0"/>
                <a:sym typeface="Arial" panose="020B0704020202020204" pitchFamily="34" charset="0"/>
              </a:defRPr>
            </a:lvl1pPr>
          </a:lstStyle>
          <a:p>
            <a:pPr>
              <a:defRPr/>
            </a:pPr>
            <a:endParaRPr lang="en-US" altLang="en-US"/>
          </a:p>
        </p:txBody>
      </p:sp>
      <p:sp>
        <p:nvSpPr>
          <p:cNvPr id="1049389" name="Rectangle 813"/>
          <p:cNvSpPr>
            <a:spLocks noGrp="1" noChangeArrowheads="1"/>
          </p:cNvSpPr>
          <p:nvPr>
            <p:ph type="sldNum" sz="quarter" idx="5"/>
          </p:nvPr>
        </p:nvSpPr>
        <p:spPr bwMode="auto">
          <a:xfrm>
            <a:off x="5232400" y="6657975"/>
            <a:ext cx="4002088" cy="350838"/>
          </a:xfrm>
          <a:prstGeom prst="rect">
            <a:avLst/>
          </a:prstGeom>
          <a:noFill/>
          <a:ln w="9525">
            <a:noFill/>
            <a:miter lim="800000"/>
          </a:ln>
        </p:spPr>
        <p:txBody>
          <a:bodyPr vert="horz" wrap="square" lIns="92830" tIns="46415" rIns="92830" bIns="46415" numCol="1" anchor="b" anchorCtr="0" compatLnSpc="1"/>
          <a:lstStyle>
            <a:lvl1pPr algn="r">
              <a:defRPr sz="1200">
                <a:latin typeface="Calibri" pitchFamily="34" charset="0"/>
                <a:ea typeface="+mn-ea"/>
                <a:cs typeface="Arial" panose="020B0704020202020204" pitchFamily="34" charset="0"/>
                <a:sym typeface="Arial" panose="020B0704020202020204" pitchFamily="34" charset="0"/>
              </a:defRPr>
            </a:lvl1pPr>
          </a:lstStyle>
          <a:p>
            <a:pPr>
              <a:defRPr/>
            </a:pPr>
            <a:fld id="{C72DFB74-CFE3-442A-BBF9-DC2730A8B032}"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rgbClr val="000000"/>
        </a:solidFill>
        <a:latin typeface="Calibri" pitchFamily="34" charset="0"/>
        <a:ea typeface="SimSun" pitchFamily="2" charset="-122"/>
        <a:cs typeface="+mn-cs"/>
        <a:sym typeface="Arial" panose="020B0704020202020204" pitchFamily="34" charset="0"/>
      </a:defRPr>
    </a:lvl1pPr>
    <a:lvl2pPr marL="457200" algn="l" rtl="0" eaLnBrk="0" fontAlgn="base" hangingPunct="0">
      <a:spcBef>
        <a:spcPct val="30000"/>
      </a:spcBef>
      <a:spcAft>
        <a:spcPct val="0"/>
      </a:spcAft>
      <a:defRPr sz="1200" kern="1200">
        <a:solidFill>
          <a:srgbClr val="000000"/>
        </a:solidFill>
        <a:latin typeface="Calibri" pitchFamily="34" charset="0"/>
        <a:ea typeface="SimSun" pitchFamily="2" charset="-122"/>
        <a:cs typeface="+mn-cs"/>
        <a:sym typeface="Arial" panose="020B0704020202020204" pitchFamily="34" charset="0"/>
      </a:defRPr>
    </a:lvl2pPr>
    <a:lvl3pPr marL="914400" algn="l" rtl="0" eaLnBrk="0" fontAlgn="base" hangingPunct="0">
      <a:spcBef>
        <a:spcPct val="30000"/>
      </a:spcBef>
      <a:spcAft>
        <a:spcPct val="0"/>
      </a:spcAft>
      <a:defRPr sz="1200" kern="1200">
        <a:solidFill>
          <a:srgbClr val="000000"/>
        </a:solidFill>
        <a:latin typeface="Calibri" pitchFamily="34" charset="0"/>
        <a:ea typeface="SimSun" pitchFamily="2" charset="-122"/>
        <a:cs typeface="+mn-cs"/>
        <a:sym typeface="Arial" panose="020B0704020202020204" pitchFamily="34" charset="0"/>
      </a:defRPr>
    </a:lvl3pPr>
    <a:lvl4pPr marL="1371600" algn="l" rtl="0" eaLnBrk="0" fontAlgn="base" hangingPunct="0">
      <a:spcBef>
        <a:spcPct val="30000"/>
      </a:spcBef>
      <a:spcAft>
        <a:spcPct val="0"/>
      </a:spcAft>
      <a:defRPr sz="1200" kern="1200">
        <a:solidFill>
          <a:srgbClr val="000000"/>
        </a:solidFill>
        <a:latin typeface="Calibri" pitchFamily="34" charset="0"/>
        <a:ea typeface="SimSun" pitchFamily="2" charset="-122"/>
        <a:cs typeface="+mn-cs"/>
        <a:sym typeface="Arial" panose="020B0704020202020204" pitchFamily="34" charset="0"/>
      </a:defRPr>
    </a:lvl4pPr>
    <a:lvl5pPr marL="1828800" algn="l" rtl="0" eaLnBrk="0" fontAlgn="base" hangingPunct="0">
      <a:spcBef>
        <a:spcPct val="30000"/>
      </a:spcBef>
      <a:spcAft>
        <a:spcPct val="0"/>
      </a:spcAft>
      <a:defRPr sz="1200" kern="1200">
        <a:solidFill>
          <a:srgbClr val="000000"/>
        </a:solidFill>
        <a:latin typeface="Calibri" pitchFamily="34" charset="0"/>
        <a:ea typeface="SimSun" pitchFamily="2" charset="-122"/>
        <a:cs typeface="+mn-cs"/>
        <a:sym typeface="Arial" panose="020B07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FB440B47-3306-4744-A971-F3DC8662D64F}" type="slidenum">
              <a:rPr lang="en-US" altLang="en-US" sz="1200">
                <a:latin typeface="Arial" panose="020B0704020202020204" pitchFamily="34" charset="0"/>
              </a:rPr>
            </a:fld>
            <a:endParaRPr lang="en-US" altLang="en-US" sz="1200">
              <a:latin typeface="Arial" panose="020B0704020202020204" pitchFamily="34" charset="0"/>
            </a:endParaRPr>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704020202020204" pitchFamily="34" charset="0"/>
              <a:cs typeface="Arial" panose="020B07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15BE5B6D-4A9B-459D-97B9-13837E48F7EB}" type="slidenum">
              <a:rPr lang="en-US" altLang="en-US" sz="1200">
                <a:latin typeface="Arial" panose="020B0704020202020204" pitchFamily="34" charset="0"/>
              </a:rPr>
            </a:fld>
            <a:endParaRPr lang="en-US" altLang="en-US" sz="1200">
              <a:latin typeface="Arial" panose="020B0704020202020204" pitchFamily="34" charset="0"/>
            </a:endParaRPr>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704020202020204" pitchFamily="34" charset="0"/>
              <a:cs typeface="Arial" panose="020B07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67874617-04CD-466F-895A-6A4C10695E69}" type="slidenum">
              <a:rPr lang="en-US" altLang="en-US" sz="1200">
                <a:latin typeface="Arial" panose="020B0704020202020204" pitchFamily="34" charset="0"/>
              </a:rPr>
            </a:fld>
            <a:endParaRPr lang="en-US" altLang="en-US" sz="1200">
              <a:latin typeface="Arial" panose="020B0704020202020204" pitchFamily="34" charset="0"/>
            </a:endParaRPr>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704020202020204" pitchFamily="34" charset="0"/>
              <a:cs typeface="Arial" panose="020B07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5E2315A8-D91D-416B-B7CB-23E376E0B481}" type="slidenum">
              <a:rPr lang="en-US" altLang="en-US" sz="1200">
                <a:latin typeface="Arial" panose="020B0704020202020204" pitchFamily="34" charset="0"/>
              </a:rPr>
            </a:fld>
            <a:endParaRPr lang="en-US" altLang="en-US" sz="1200">
              <a:latin typeface="Arial" panose="020B0704020202020204" pitchFamily="34" charset="0"/>
            </a:endParaRPr>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704020202020204" pitchFamily="34" charset="0"/>
                <a:cs typeface="Arial" panose="020B0704020202020204" pitchFamily="34" charset="0"/>
              </a:rPr>
              <a:t>Note the words used</a:t>
            </a:r>
            <a:endParaRPr lang="en-US" altLang="en-US">
              <a:latin typeface="Arial" panose="020B0704020202020204" pitchFamily="34" charset="0"/>
              <a:cs typeface="Arial" panose="020B0704020202020204" pitchFamily="34" charset="0"/>
            </a:endParaRPr>
          </a:p>
          <a:p>
            <a:pPr eaLnBrk="1" hangingPunct="1"/>
            <a:r>
              <a:rPr lang="en-US" altLang="en-US">
                <a:latin typeface="Arial" panose="020B0704020202020204" pitchFamily="34" charset="0"/>
                <a:cs typeface="Arial" panose="020B0704020202020204" pitchFamily="34" charset="0"/>
              </a:rPr>
              <a:t>Like notation, Set of rules and  Abstract mechanism</a:t>
            </a:r>
            <a:endParaRPr lang="en-US" altLang="en-US">
              <a:latin typeface="Arial" panose="020B0704020202020204" pitchFamily="34" charset="0"/>
              <a:cs typeface="Arial" panose="020B0704020202020204" pitchFamily="34" charset="0"/>
            </a:endParaRPr>
          </a:p>
          <a:p>
            <a:pPr eaLnBrk="1" hangingPunct="1"/>
            <a:endParaRPr lang="en-US" altLang="en-US">
              <a:latin typeface="Arial" panose="020B0704020202020204" pitchFamily="34" charset="0"/>
              <a:cs typeface="Arial" panose="020B0704020202020204" pitchFamily="34" charset="0"/>
            </a:endParaRPr>
          </a:p>
          <a:p>
            <a:pPr eaLnBrk="1" hangingPunct="1"/>
            <a:r>
              <a:rPr lang="en-US" altLang="en-US">
                <a:latin typeface="Arial" panose="020B0704020202020204" pitchFamily="34" charset="0"/>
                <a:cs typeface="Arial" panose="020B0704020202020204" pitchFamily="34" charset="0"/>
              </a:rPr>
              <a:t>It is interesting that the definition does not mention the word computer! </a:t>
            </a:r>
            <a:endParaRPr lang="en-US" altLang="en-US">
              <a:latin typeface="Arial" panose="020B0704020202020204" pitchFamily="34" charset="0"/>
              <a:cs typeface="Arial" panose="020B0704020202020204" pitchFamily="34" charset="0"/>
            </a:endParaRPr>
          </a:p>
          <a:p>
            <a:pPr eaLnBrk="1" hangingPunct="1"/>
            <a:endParaRPr lang="en-US" altLang="en-US">
              <a:latin typeface="Arial" panose="020B0704020202020204" pitchFamily="34" charset="0"/>
              <a:cs typeface="Arial" panose="020B0704020202020204" pitchFamily="34" charset="0"/>
            </a:endParaRPr>
          </a:p>
          <a:p>
            <a:pPr eaLnBrk="1" hangingPunct="1"/>
            <a:r>
              <a:rPr lang="en-US" altLang="en-US">
                <a:latin typeface="Arial" panose="020B0704020202020204" pitchFamily="34" charset="0"/>
                <a:cs typeface="Arial" panose="020B0704020202020204" pitchFamily="34" charset="0"/>
              </a:rPr>
              <a:t>Programs &amp; languages can be defined as purely formal mathematical objects.</a:t>
            </a:r>
            <a:endParaRPr lang="en-US" altLang="en-US">
              <a:latin typeface="Arial" panose="020B0704020202020204" pitchFamily="34" charset="0"/>
              <a:cs typeface="Arial" panose="020B0704020202020204" pitchFamily="34" charset="0"/>
            </a:endParaRPr>
          </a:p>
          <a:p>
            <a:pPr eaLnBrk="1" hangingPunct="1"/>
            <a:r>
              <a:rPr lang="en-US" altLang="en-US">
                <a:latin typeface="Arial" panose="020B0704020202020204" pitchFamily="34" charset="0"/>
                <a:cs typeface="Arial" panose="020B0704020202020204" pitchFamily="34" charset="0"/>
              </a:rPr>
              <a:t> However, more people are interested in programs than in other mathematical objects such as groups, precisely because it is possible to use the program—the sequence of symbols—to control the execution of a computer.</a:t>
            </a:r>
            <a:endParaRPr lang="en-US" altLang="en-US">
              <a:latin typeface="Arial" panose="020B0704020202020204" pitchFamily="34" charset="0"/>
              <a:cs typeface="Arial" panose="020B0704020202020204" pitchFamily="34" charset="0"/>
            </a:endParaRPr>
          </a:p>
          <a:p>
            <a:pPr eaLnBrk="1" hangingPunct="1"/>
            <a:endParaRPr lang="en-US" altLang="en-US">
              <a:latin typeface="Arial" panose="020B0704020202020204" pitchFamily="34" charset="0"/>
              <a:cs typeface="Arial" panose="020B07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373C29F8-814C-4046-97E3-B2B475053848}" type="slidenum">
              <a:rPr lang="en-US" altLang="en-US" sz="1200">
                <a:latin typeface="Arial" panose="020B0704020202020204" pitchFamily="34" charset="0"/>
              </a:rPr>
            </a:fld>
            <a:endParaRPr lang="en-US" altLang="en-US" sz="1200">
              <a:latin typeface="Arial" panose="020B0704020202020204" pitchFamily="34" charset="0"/>
            </a:endParaRPr>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704020202020204" pitchFamily="34" charset="0"/>
                <a:cs typeface="Arial" panose="020B0704020202020204" pitchFamily="34" charset="0"/>
              </a:rPr>
              <a:t>Take the Example of UNIX  written in C providing benefits of</a:t>
            </a:r>
            <a:endParaRPr lang="en-US" altLang="en-US">
              <a:latin typeface="Arial" panose="020B0704020202020204" pitchFamily="34" charset="0"/>
              <a:cs typeface="Arial" panose="020B0704020202020204" pitchFamily="34" charset="0"/>
            </a:endParaRPr>
          </a:p>
          <a:p>
            <a:pPr eaLnBrk="1" hangingPunct="1"/>
            <a:r>
              <a:rPr lang="en-US" altLang="en-US">
                <a:latin typeface="Arial" panose="020B0704020202020204" pitchFamily="34" charset="0"/>
                <a:cs typeface="Arial" panose="020B0704020202020204" pitchFamily="34" charset="0"/>
              </a:rPr>
              <a:t>      Portability </a:t>
            </a:r>
            <a:endParaRPr lang="en-US" altLang="en-US">
              <a:latin typeface="Arial" panose="020B0704020202020204" pitchFamily="34" charset="0"/>
              <a:cs typeface="Arial" panose="020B0704020202020204" pitchFamily="34" charset="0"/>
            </a:endParaRPr>
          </a:p>
          <a:p>
            <a:pPr eaLnBrk="1" hangingPunct="1"/>
            <a:r>
              <a:rPr lang="en-US" altLang="en-US">
                <a:latin typeface="Arial" panose="020B0704020202020204" pitchFamily="34" charset="0"/>
                <a:cs typeface="Arial" panose="020B0704020202020204" pitchFamily="34" charset="0"/>
              </a:rPr>
              <a:t>     Ease of implementation and Maintenance</a:t>
            </a:r>
            <a:endParaRPr lang="en-US" altLang="en-US">
              <a:latin typeface="Arial" panose="020B0704020202020204" pitchFamily="34" charset="0"/>
              <a:cs typeface="Arial" panose="020B0704020202020204" pitchFamily="34" charset="0"/>
            </a:endParaRPr>
          </a:p>
          <a:p>
            <a:pPr eaLnBrk="1" hangingPunct="1"/>
            <a:endParaRPr lang="en-US" altLang="en-US">
              <a:latin typeface="Arial" panose="020B0704020202020204" pitchFamily="34" charset="0"/>
              <a:cs typeface="Arial" panose="020B0704020202020204" pitchFamily="34" charset="0"/>
            </a:endParaRPr>
          </a:p>
          <a:p>
            <a:pPr eaLnBrk="1" hangingPunct="1"/>
            <a:endParaRPr lang="en-US" altLang="en-US">
              <a:latin typeface="Arial" panose="020B0704020202020204" pitchFamily="34" charset="0"/>
              <a:cs typeface="Arial" panose="020B07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51916C62-F975-4E0B-B354-5103AABA00ED}" type="slidenum">
              <a:rPr lang="en-US" altLang="en-US" sz="1200">
                <a:latin typeface="Arial" panose="020B0704020202020204" pitchFamily="34" charset="0"/>
              </a:rPr>
            </a:fld>
            <a:endParaRPr lang="en-US" altLang="en-US" sz="1200">
              <a:latin typeface="Arial" panose="020B0704020202020204" pitchFamily="34" charset="0"/>
            </a:endParaRPr>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704020202020204" pitchFamily="34" charset="0"/>
                <a:cs typeface="Arial" panose="020B0704020202020204" pitchFamily="34" charset="0"/>
              </a:rPr>
              <a:t>Example :</a:t>
            </a:r>
            <a:endParaRPr lang="en-US" altLang="en-US">
              <a:latin typeface="Arial" panose="020B0704020202020204" pitchFamily="34" charset="0"/>
              <a:cs typeface="Arial" panose="020B0704020202020204" pitchFamily="34" charset="0"/>
            </a:endParaRPr>
          </a:p>
          <a:p>
            <a:pPr eaLnBrk="1" hangingPunct="1"/>
            <a:r>
              <a:rPr lang="en-US" altLang="en-US">
                <a:latin typeface="Arial" panose="020B0704020202020204" pitchFamily="34" charset="0"/>
                <a:cs typeface="Arial" panose="020B0704020202020204" pitchFamily="34" charset="0"/>
              </a:rPr>
              <a:t>	If you write a program in C, you lose the ability you had in assembly language to specify register allocation; </a:t>
            </a:r>
            <a:endParaRPr lang="en-US" altLang="en-US">
              <a:latin typeface="Arial" panose="020B0704020202020204" pitchFamily="34" charset="0"/>
              <a:cs typeface="Arial" panose="020B0704020202020204" pitchFamily="34" charset="0"/>
            </a:endParaRPr>
          </a:p>
          <a:p>
            <a:pPr eaLnBrk="1" hangingPunct="1"/>
            <a:r>
              <a:rPr lang="en-US" altLang="en-US">
                <a:latin typeface="Arial" panose="020B0704020202020204" pitchFamily="34" charset="0"/>
                <a:cs typeface="Arial" panose="020B0704020202020204" pitchFamily="34" charset="0"/>
              </a:rPr>
              <a:t>	if you write in Prolog, you lose the ability you had in C to specify 	arbitrary linked structures using pointers. </a:t>
            </a:r>
            <a:endParaRPr lang="en-US" altLang="en-US">
              <a:latin typeface="Arial" panose="020B0704020202020204" pitchFamily="34" charset="0"/>
              <a:cs typeface="Arial" panose="020B0704020202020204" pitchFamily="34" charset="0"/>
            </a:endParaRPr>
          </a:p>
          <a:p>
            <a:pPr eaLnBrk="1" hangingPunct="1"/>
            <a:r>
              <a:rPr lang="en-US" altLang="en-US">
                <a:latin typeface="Arial" panose="020B0704020202020204" pitchFamily="34" charset="0"/>
                <a:cs typeface="Arial" panose="020B0704020202020204" pitchFamily="34" charset="0"/>
              </a:rPr>
              <a:t>There is a natural tension between striving for the concise, clear and reliable expression of a computation in a high-level abstraction, and wanting the flexibility of specifying the computation in detail. </a:t>
            </a:r>
            <a:endParaRPr lang="en-US" altLang="en-US">
              <a:latin typeface="Arial" panose="020B0704020202020204" pitchFamily="34" charset="0"/>
              <a:cs typeface="Arial" panose="020B0704020202020204" pitchFamily="34" charset="0"/>
            </a:endParaRPr>
          </a:p>
          <a:p>
            <a:pPr eaLnBrk="1" hangingPunct="1"/>
            <a:endParaRPr lang="en-US" altLang="en-US">
              <a:latin typeface="Arial" panose="020B0704020202020204" pitchFamily="34" charset="0"/>
              <a:cs typeface="Arial" panose="020B0704020202020204" pitchFamily="34" charset="0"/>
            </a:endParaRPr>
          </a:p>
          <a:p>
            <a:pPr eaLnBrk="1" hangingPunct="1"/>
            <a:r>
              <a:rPr lang="en-US" altLang="en-US">
                <a:latin typeface="Arial" panose="020B0704020202020204" pitchFamily="34" charset="0"/>
                <a:cs typeface="Arial" panose="020B0704020202020204" pitchFamily="34" charset="0"/>
              </a:rPr>
              <a:t>An abstraction can never be as exact or optimal as a low level specification.</a:t>
            </a:r>
            <a:endParaRPr lang="en-US" altLang="en-US">
              <a:latin typeface="Arial" panose="020B0704020202020204" pitchFamily="34" charset="0"/>
              <a:cs typeface="Arial" panose="020B0704020202020204" pitchFamily="34" charset="0"/>
            </a:endParaRPr>
          </a:p>
          <a:p>
            <a:pPr eaLnBrk="1" hangingPunct="1"/>
            <a:endParaRPr lang="en-US" altLang="en-US">
              <a:latin typeface="Arial" panose="020B0704020202020204" pitchFamily="34" charset="0"/>
              <a:cs typeface="Arial" panose="020B07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20AB5A70-24AC-4BD9-ADA2-8BD4007C8F2D}" type="slidenum">
              <a:rPr lang="en-US" altLang="en-US" sz="1200">
                <a:latin typeface="Arial" panose="020B0704020202020204" pitchFamily="34" charset="0"/>
              </a:rPr>
            </a:fld>
            <a:endParaRPr lang="en-US" altLang="en-US" sz="1200">
              <a:latin typeface="Arial" panose="020B0704020202020204" pitchFamily="34" charset="0"/>
            </a:endParaRPr>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en-US" sz="800">
                <a:latin typeface="Arial" panose="020B0704020202020204" pitchFamily="34" charset="0"/>
                <a:cs typeface="Arial" panose="020B0704020202020204" pitchFamily="34" charset="0"/>
              </a:rPr>
              <a:t>A brief on characteristic of each language is in order:</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1. Fortran:</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developed in the 1950’s by an IBM team led by John Backus, and was intended to provide an abstract way of specifying scientific computations</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 Became a standard in Scientific and engineering computations</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Like most first efforts in programming languages, Fortran was seriously flawed, both in details of the language design and more importantly in the lack of support for modern concepts of data and module structuring.</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 As Backus himself said in retrospective - As far as we were aware, we simply made up the language as we went along. We did not regard language design as a difficult problem, merely a simple prelude to the real problem: designing a compiler which could produce efficient programs.</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COBOL</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developed in the 1950’s for business data processing. </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Was designed by a committee consisting of representatives of the US dept of Defense, computer manufacturers and commercial organizations</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quickly became the most widespread language in its field</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data structuring capabilities far surpass those of algorithmic languages like Fortran or C</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PL / I</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Created by JBM as a universal language having all the features of Fortran,Cobol and Algol., but this very large language was never widely supported </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ALGOL</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 Originally designed by an international team for general and scientific application</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 Has influenced language design more than any other languages</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PASCAL</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Descendant of ALGOL designed primarily for teaching</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Pascal language is too small. Hence spread quickly and died also very quickly</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C</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developed by Dennis Ritchie of Bell Laboratories in the early 1970’s as an implementation language for the UNIX operating system</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Extremely flexible; hence easy to write programs with obscure bugs because unsafe constructs</a:t>
            </a:r>
            <a:endParaRPr lang="en-US" altLang="en-US" sz="800">
              <a:latin typeface="Arial" panose="020B0704020202020204" pitchFamily="34" charset="0"/>
              <a:cs typeface="Arial" panose="020B0704020202020204" pitchFamily="34" charset="0"/>
            </a:endParaRPr>
          </a:p>
          <a:p>
            <a:pPr eaLnBrk="1" hangingPunct="1">
              <a:lnSpc>
                <a:spcPct val="80000"/>
              </a:lnSpc>
            </a:pPr>
            <a:r>
              <a:rPr lang="en-US" altLang="en-US" sz="800">
                <a:latin typeface="Arial" panose="020B0704020202020204" pitchFamily="34" charset="0"/>
                <a:cs typeface="Arial" panose="020B0704020202020204" pitchFamily="34" charset="0"/>
              </a:rPr>
              <a:t>sharp tool when used expertly on small programs, but can cause serious trouble when used on large software systems</a:t>
            </a:r>
            <a:endParaRPr lang="en-US" altLang="en-US" sz="800">
              <a:latin typeface="Arial" panose="020B0704020202020204" pitchFamily="34" charset="0"/>
              <a:cs typeface="Arial" panose="020B0704020202020204" pitchFamily="34" charset="0"/>
            </a:endParaRPr>
          </a:p>
          <a:p>
            <a:pPr eaLnBrk="1" hangingPunct="1">
              <a:lnSpc>
                <a:spcPct val="80000"/>
              </a:lnSpc>
            </a:pPr>
            <a:endParaRPr lang="en-US" altLang="en-US" sz="800">
              <a:latin typeface="Arial" panose="020B0704020202020204" pitchFamily="34" charset="0"/>
              <a:cs typeface="Arial" panose="020B0704020202020204" pitchFamily="34" charset="0"/>
            </a:endParaRPr>
          </a:p>
          <a:p>
            <a:pPr eaLnBrk="1" hangingPunct="1">
              <a:lnSpc>
                <a:spcPct val="80000"/>
              </a:lnSpc>
            </a:pPr>
            <a:endParaRPr lang="en-US" altLang="en-US" sz="800">
              <a:latin typeface="Arial" panose="020B0704020202020204" pitchFamily="34" charset="0"/>
              <a:cs typeface="Arial" panose="020B0704020202020204" pitchFamily="34" charset="0"/>
            </a:endParaRPr>
          </a:p>
          <a:p>
            <a:pPr eaLnBrk="1" hangingPunct="1">
              <a:lnSpc>
                <a:spcPct val="80000"/>
              </a:lnSpc>
            </a:pPr>
            <a:endParaRPr lang="en-US" altLang="en-US" sz="800">
              <a:latin typeface="Arial" panose="020B0704020202020204" pitchFamily="34" charset="0"/>
              <a:cs typeface="Arial" panose="020B0704020202020204" pitchFamily="34" charset="0"/>
            </a:endParaRPr>
          </a:p>
          <a:p>
            <a:pPr eaLnBrk="1" hangingPunct="1">
              <a:lnSpc>
                <a:spcPct val="80000"/>
              </a:lnSpc>
            </a:pPr>
            <a:endParaRPr lang="en-US" altLang="en-US" sz="800">
              <a:latin typeface="Arial" panose="020B0704020202020204" pitchFamily="34" charset="0"/>
              <a:cs typeface="Arial" panose="020B07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E6EAA65C-4BE6-49C9-A98F-95C98155502D}" type="slidenum">
              <a:rPr lang="en-US" altLang="en-US" sz="1200">
                <a:latin typeface="Arial" panose="020B0704020202020204" pitchFamily="34" charset="0"/>
              </a:rPr>
            </a:fld>
            <a:endParaRPr lang="en-US" altLang="en-US" sz="1200">
              <a:latin typeface="Arial" panose="020B0704020202020204" pitchFamily="34" charset="0"/>
            </a:endParaRPr>
          </a:p>
        </p:txBody>
      </p:sp>
      <p:sp>
        <p:nvSpPr>
          <p:cNvPr id="71683" name="Rectangle 2"/>
          <p:cNvSpPr>
            <a:spLocks noGrp="1" noRot="1" noChangeAspect="1" noChangeArrowheads="1" noTextEdit="1"/>
          </p:cNvSpPr>
          <p:nvPr>
            <p:ph type="sldImg"/>
          </p:nvPr>
        </p:nvSpPr>
        <p:spPr>
          <a:xfrm>
            <a:off x="1143000" y="685800"/>
            <a:ext cx="4572000" cy="3429000"/>
          </a:xfrm>
        </p:spPr>
      </p:sp>
      <p:sp>
        <p:nvSpPr>
          <p:cNvPr id="7168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704020202020204" pitchFamily="34" charset="0"/>
              <a:cs typeface="Arial" panose="020B07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19"/>
          <p:cNvSpPr>
            <a:spLocks noGrp="1" noChangeArrowheads="1"/>
          </p:cNvSpPr>
          <p:nvPr>
            <p:ph type="dt" sz="half" idx="10"/>
          </p:nvPr>
        </p:nvSpPr>
        <p:spPr/>
        <p:txBody>
          <a:bodyPr/>
          <a:lstStyle>
            <a:lvl1pPr>
              <a:defRPr/>
            </a:lvl1pPr>
          </a:lstStyle>
          <a:p>
            <a:pPr>
              <a:defRPr/>
            </a:pPr>
            <a:fld id="{BF0E4C60-505D-471A-909D-326AAEAF3F2B}" type="datetimeFigureOut">
              <a:rPr lang="en-US" altLang="en-US"/>
            </a:fld>
            <a:endParaRPr lang="en-US" altLang="en-US" b="1" i="1"/>
          </a:p>
        </p:txBody>
      </p:sp>
      <p:sp>
        <p:nvSpPr>
          <p:cNvPr id="5" name="Rectangle 421"/>
          <p:cNvSpPr>
            <a:spLocks noGrp="1" noChangeArrowheads="1"/>
          </p:cNvSpPr>
          <p:nvPr>
            <p:ph type="ftr" sz="quarter" idx="11"/>
          </p:nvPr>
        </p:nvSpPr>
        <p:spPr/>
        <p:txBody>
          <a:bodyPr/>
          <a:lstStyle>
            <a:lvl1pPr>
              <a:defRPr/>
            </a:lvl1pPr>
          </a:lstStyle>
          <a:p>
            <a:pPr>
              <a:defRPr/>
            </a:pPr>
            <a:endParaRPr lang="en-US" altLang="en-US"/>
          </a:p>
        </p:txBody>
      </p:sp>
      <p:sp>
        <p:nvSpPr>
          <p:cNvPr id="6" name="Rectangle 423"/>
          <p:cNvSpPr>
            <a:spLocks noGrp="1" noChangeArrowheads="1"/>
          </p:cNvSpPr>
          <p:nvPr>
            <p:ph type="sldNum" sz="quarter" idx="12"/>
          </p:nvPr>
        </p:nvSpPr>
        <p:spPr/>
        <p:txBody>
          <a:bodyPr/>
          <a:lstStyle>
            <a:lvl1pPr>
              <a:defRPr/>
            </a:lvl1pPr>
          </a:lstStyle>
          <a:p>
            <a:pPr>
              <a:defRPr/>
            </a:pPr>
            <a:fld id="{99D9809A-2AF1-4590-83BC-6B05C7F637E2}" type="slidenum">
              <a:rPr lang="en-US" altLang="en-US"/>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19"/>
          <p:cNvSpPr>
            <a:spLocks noGrp="1" noChangeArrowheads="1"/>
          </p:cNvSpPr>
          <p:nvPr>
            <p:ph type="dt" sz="half" idx="10"/>
          </p:nvPr>
        </p:nvSpPr>
        <p:spPr/>
        <p:txBody>
          <a:bodyPr/>
          <a:lstStyle>
            <a:lvl1pPr>
              <a:defRPr/>
            </a:lvl1pPr>
          </a:lstStyle>
          <a:p>
            <a:pPr>
              <a:defRPr/>
            </a:pPr>
            <a:fld id="{471952CA-1830-4EF1-B28F-D27FA9D82801}" type="datetimeFigureOut">
              <a:rPr lang="en-US" altLang="en-US"/>
            </a:fld>
            <a:endParaRPr lang="en-US" altLang="en-US" b="1" i="1"/>
          </a:p>
        </p:txBody>
      </p:sp>
      <p:sp>
        <p:nvSpPr>
          <p:cNvPr id="5" name="Rectangle 421"/>
          <p:cNvSpPr>
            <a:spLocks noGrp="1" noChangeArrowheads="1"/>
          </p:cNvSpPr>
          <p:nvPr>
            <p:ph type="ftr" sz="quarter" idx="11"/>
          </p:nvPr>
        </p:nvSpPr>
        <p:spPr/>
        <p:txBody>
          <a:bodyPr/>
          <a:lstStyle>
            <a:lvl1pPr>
              <a:defRPr/>
            </a:lvl1pPr>
          </a:lstStyle>
          <a:p>
            <a:pPr>
              <a:defRPr/>
            </a:pPr>
            <a:endParaRPr lang="en-US" altLang="en-US"/>
          </a:p>
        </p:txBody>
      </p:sp>
      <p:sp>
        <p:nvSpPr>
          <p:cNvPr id="6" name="Rectangle 423"/>
          <p:cNvSpPr>
            <a:spLocks noGrp="1" noChangeArrowheads="1"/>
          </p:cNvSpPr>
          <p:nvPr>
            <p:ph type="sldNum" sz="quarter" idx="12"/>
          </p:nvPr>
        </p:nvSpPr>
        <p:spPr/>
        <p:txBody>
          <a:bodyPr/>
          <a:lstStyle>
            <a:lvl1pPr>
              <a:defRPr/>
            </a:lvl1pPr>
          </a:lstStyle>
          <a:p>
            <a:pPr>
              <a:defRPr/>
            </a:pPr>
            <a:fld id="{3B58731F-1F66-42C7-8158-034F41E1CF8D}" type="slidenum">
              <a:rPr lang="en-US" altLang="en-US"/>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19"/>
          <p:cNvSpPr>
            <a:spLocks noGrp="1" noChangeArrowheads="1"/>
          </p:cNvSpPr>
          <p:nvPr>
            <p:ph type="dt" sz="half" idx="10"/>
          </p:nvPr>
        </p:nvSpPr>
        <p:spPr/>
        <p:txBody>
          <a:bodyPr/>
          <a:lstStyle>
            <a:lvl1pPr>
              <a:defRPr/>
            </a:lvl1pPr>
          </a:lstStyle>
          <a:p>
            <a:pPr>
              <a:defRPr/>
            </a:pPr>
            <a:fld id="{0C521282-5012-4F10-9D9E-25E7534A0A2A}" type="datetimeFigureOut">
              <a:rPr lang="en-US" altLang="en-US"/>
            </a:fld>
            <a:endParaRPr lang="en-US" altLang="en-US" b="1" i="1"/>
          </a:p>
        </p:txBody>
      </p:sp>
      <p:sp>
        <p:nvSpPr>
          <p:cNvPr id="5" name="Rectangle 421"/>
          <p:cNvSpPr>
            <a:spLocks noGrp="1" noChangeArrowheads="1"/>
          </p:cNvSpPr>
          <p:nvPr>
            <p:ph type="ftr" sz="quarter" idx="11"/>
          </p:nvPr>
        </p:nvSpPr>
        <p:spPr/>
        <p:txBody>
          <a:bodyPr/>
          <a:lstStyle>
            <a:lvl1pPr>
              <a:defRPr/>
            </a:lvl1pPr>
          </a:lstStyle>
          <a:p>
            <a:pPr>
              <a:defRPr/>
            </a:pPr>
            <a:endParaRPr lang="en-US" altLang="en-US"/>
          </a:p>
        </p:txBody>
      </p:sp>
      <p:sp>
        <p:nvSpPr>
          <p:cNvPr id="6" name="Rectangle 423"/>
          <p:cNvSpPr>
            <a:spLocks noGrp="1" noChangeArrowheads="1"/>
          </p:cNvSpPr>
          <p:nvPr>
            <p:ph type="sldNum" sz="quarter" idx="12"/>
          </p:nvPr>
        </p:nvSpPr>
        <p:spPr/>
        <p:txBody>
          <a:bodyPr/>
          <a:lstStyle>
            <a:lvl1pPr>
              <a:defRPr/>
            </a:lvl1pPr>
          </a:lstStyle>
          <a:p>
            <a:pPr>
              <a:defRPr/>
            </a:pPr>
            <a:fld id="{DAAEA9C4-730E-4F65-A150-F32BED34623F}"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19"/>
          <p:cNvSpPr>
            <a:spLocks noGrp="1" noChangeArrowheads="1"/>
          </p:cNvSpPr>
          <p:nvPr>
            <p:ph type="dt" sz="half" idx="10"/>
          </p:nvPr>
        </p:nvSpPr>
        <p:spPr/>
        <p:txBody>
          <a:bodyPr/>
          <a:lstStyle>
            <a:lvl1pPr>
              <a:defRPr/>
            </a:lvl1pPr>
          </a:lstStyle>
          <a:p>
            <a:pPr>
              <a:defRPr/>
            </a:pPr>
            <a:fld id="{91D48C0F-AE07-4AE1-88D4-6AE2048ED85C}" type="datetimeFigureOut">
              <a:rPr lang="en-US" altLang="en-US"/>
            </a:fld>
            <a:endParaRPr lang="en-US" altLang="en-US" b="1" i="1"/>
          </a:p>
        </p:txBody>
      </p:sp>
      <p:sp>
        <p:nvSpPr>
          <p:cNvPr id="6" name="Rectangle 421"/>
          <p:cNvSpPr>
            <a:spLocks noGrp="1" noChangeArrowheads="1"/>
          </p:cNvSpPr>
          <p:nvPr>
            <p:ph type="ftr" sz="quarter" idx="11"/>
          </p:nvPr>
        </p:nvSpPr>
        <p:spPr/>
        <p:txBody>
          <a:bodyPr/>
          <a:lstStyle>
            <a:lvl1pPr>
              <a:defRPr/>
            </a:lvl1pPr>
          </a:lstStyle>
          <a:p>
            <a:pPr>
              <a:defRPr/>
            </a:pPr>
            <a:endParaRPr lang="en-US" altLang="en-US"/>
          </a:p>
        </p:txBody>
      </p:sp>
      <p:sp>
        <p:nvSpPr>
          <p:cNvPr id="7" name="Rectangle 423"/>
          <p:cNvSpPr>
            <a:spLocks noGrp="1" noChangeArrowheads="1"/>
          </p:cNvSpPr>
          <p:nvPr>
            <p:ph type="sldNum" sz="quarter" idx="12"/>
          </p:nvPr>
        </p:nvSpPr>
        <p:spPr/>
        <p:txBody>
          <a:bodyPr/>
          <a:lstStyle>
            <a:lvl1pPr>
              <a:defRPr/>
            </a:lvl1pPr>
          </a:lstStyle>
          <a:p>
            <a:pPr>
              <a:defRPr/>
            </a:pPr>
            <a:fld id="{1CF5C15C-E239-4378-B788-C509BFE26633}"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19"/>
          <p:cNvSpPr>
            <a:spLocks noGrp="1" noChangeArrowheads="1"/>
          </p:cNvSpPr>
          <p:nvPr>
            <p:ph type="dt" sz="half" idx="10"/>
          </p:nvPr>
        </p:nvSpPr>
        <p:spPr/>
        <p:txBody>
          <a:bodyPr/>
          <a:lstStyle>
            <a:lvl1pPr>
              <a:defRPr/>
            </a:lvl1pPr>
          </a:lstStyle>
          <a:p>
            <a:pPr>
              <a:defRPr/>
            </a:pPr>
            <a:fld id="{3854E219-2BB0-4758-8FC8-6272E1487094}" type="datetimeFigureOut">
              <a:rPr lang="en-US" altLang="en-US"/>
            </a:fld>
            <a:endParaRPr lang="en-US" altLang="en-US" b="1" i="1"/>
          </a:p>
        </p:txBody>
      </p:sp>
      <p:sp>
        <p:nvSpPr>
          <p:cNvPr id="8" name="Rectangle 421"/>
          <p:cNvSpPr>
            <a:spLocks noGrp="1" noChangeArrowheads="1"/>
          </p:cNvSpPr>
          <p:nvPr>
            <p:ph type="ftr" sz="quarter" idx="11"/>
          </p:nvPr>
        </p:nvSpPr>
        <p:spPr/>
        <p:txBody>
          <a:bodyPr/>
          <a:lstStyle>
            <a:lvl1pPr>
              <a:defRPr/>
            </a:lvl1pPr>
          </a:lstStyle>
          <a:p>
            <a:pPr>
              <a:defRPr/>
            </a:pPr>
            <a:endParaRPr lang="en-US" altLang="en-US"/>
          </a:p>
        </p:txBody>
      </p:sp>
      <p:sp>
        <p:nvSpPr>
          <p:cNvPr id="9" name="Rectangle 423"/>
          <p:cNvSpPr>
            <a:spLocks noGrp="1" noChangeArrowheads="1"/>
          </p:cNvSpPr>
          <p:nvPr>
            <p:ph type="sldNum" sz="quarter" idx="12"/>
          </p:nvPr>
        </p:nvSpPr>
        <p:spPr/>
        <p:txBody>
          <a:bodyPr/>
          <a:lstStyle>
            <a:lvl1pPr>
              <a:defRPr/>
            </a:lvl1pPr>
          </a:lstStyle>
          <a:p>
            <a:pPr>
              <a:defRPr/>
            </a:pPr>
            <a:fld id="{4F68E71A-09A5-4E7C-A2FF-05748733911F}"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19"/>
          <p:cNvSpPr>
            <a:spLocks noGrp="1" noChangeArrowheads="1"/>
          </p:cNvSpPr>
          <p:nvPr>
            <p:ph type="dt" sz="half" idx="10"/>
          </p:nvPr>
        </p:nvSpPr>
        <p:spPr/>
        <p:txBody>
          <a:bodyPr/>
          <a:lstStyle>
            <a:lvl1pPr>
              <a:defRPr/>
            </a:lvl1pPr>
          </a:lstStyle>
          <a:p>
            <a:pPr>
              <a:defRPr/>
            </a:pPr>
            <a:fld id="{7C5DCE74-F201-4F0D-BAFF-8423C6FD55B5}" type="datetimeFigureOut">
              <a:rPr lang="en-US" altLang="en-US"/>
            </a:fld>
            <a:endParaRPr lang="en-US" altLang="en-US" b="1" i="1"/>
          </a:p>
        </p:txBody>
      </p:sp>
      <p:sp>
        <p:nvSpPr>
          <p:cNvPr id="4" name="Rectangle 421"/>
          <p:cNvSpPr>
            <a:spLocks noGrp="1" noChangeArrowheads="1"/>
          </p:cNvSpPr>
          <p:nvPr>
            <p:ph type="ftr" sz="quarter" idx="11"/>
          </p:nvPr>
        </p:nvSpPr>
        <p:spPr/>
        <p:txBody>
          <a:bodyPr/>
          <a:lstStyle>
            <a:lvl1pPr>
              <a:defRPr/>
            </a:lvl1pPr>
          </a:lstStyle>
          <a:p>
            <a:pPr>
              <a:defRPr/>
            </a:pPr>
            <a:endParaRPr lang="en-US" altLang="en-US"/>
          </a:p>
        </p:txBody>
      </p:sp>
      <p:sp>
        <p:nvSpPr>
          <p:cNvPr id="5" name="Rectangle 423"/>
          <p:cNvSpPr>
            <a:spLocks noGrp="1" noChangeArrowheads="1"/>
          </p:cNvSpPr>
          <p:nvPr>
            <p:ph type="sldNum" sz="quarter" idx="12"/>
          </p:nvPr>
        </p:nvSpPr>
        <p:spPr/>
        <p:txBody>
          <a:bodyPr/>
          <a:lstStyle>
            <a:lvl1pPr>
              <a:defRPr/>
            </a:lvl1pPr>
          </a:lstStyle>
          <a:p>
            <a:pPr>
              <a:defRPr/>
            </a:pPr>
            <a:fld id="{C4606EBC-56E2-4C5E-AC28-53D64B9C5B98}"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19"/>
          <p:cNvSpPr>
            <a:spLocks noGrp="1" noChangeArrowheads="1"/>
          </p:cNvSpPr>
          <p:nvPr>
            <p:ph type="dt" sz="half" idx="10"/>
          </p:nvPr>
        </p:nvSpPr>
        <p:spPr/>
        <p:txBody>
          <a:bodyPr/>
          <a:lstStyle>
            <a:lvl1pPr>
              <a:defRPr/>
            </a:lvl1pPr>
          </a:lstStyle>
          <a:p>
            <a:pPr>
              <a:defRPr/>
            </a:pPr>
            <a:fld id="{42A32779-E370-4E29-9D1F-126DA5C61487}" type="datetimeFigureOut">
              <a:rPr lang="en-US" altLang="en-US"/>
            </a:fld>
            <a:endParaRPr lang="en-US" altLang="en-US" b="1" i="1"/>
          </a:p>
        </p:txBody>
      </p:sp>
      <p:sp>
        <p:nvSpPr>
          <p:cNvPr id="3" name="Rectangle 421"/>
          <p:cNvSpPr>
            <a:spLocks noGrp="1" noChangeArrowheads="1"/>
          </p:cNvSpPr>
          <p:nvPr>
            <p:ph type="ftr" sz="quarter" idx="11"/>
          </p:nvPr>
        </p:nvSpPr>
        <p:spPr/>
        <p:txBody>
          <a:bodyPr/>
          <a:lstStyle>
            <a:lvl1pPr>
              <a:defRPr/>
            </a:lvl1pPr>
          </a:lstStyle>
          <a:p>
            <a:pPr>
              <a:defRPr/>
            </a:pPr>
            <a:endParaRPr lang="en-US" altLang="en-US"/>
          </a:p>
        </p:txBody>
      </p:sp>
      <p:sp>
        <p:nvSpPr>
          <p:cNvPr id="4" name="Rectangle 423"/>
          <p:cNvSpPr>
            <a:spLocks noGrp="1" noChangeArrowheads="1"/>
          </p:cNvSpPr>
          <p:nvPr>
            <p:ph type="sldNum" sz="quarter" idx="12"/>
          </p:nvPr>
        </p:nvSpPr>
        <p:spPr/>
        <p:txBody>
          <a:bodyPr/>
          <a:lstStyle>
            <a:lvl1pPr>
              <a:defRPr/>
            </a:lvl1pPr>
          </a:lstStyle>
          <a:p>
            <a:pPr>
              <a:defRPr/>
            </a:pPr>
            <a:fld id="{B87C8AD0-52CF-4F53-B141-664276BEAC09}"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19"/>
          <p:cNvSpPr>
            <a:spLocks noGrp="1" noChangeArrowheads="1"/>
          </p:cNvSpPr>
          <p:nvPr>
            <p:ph type="dt" sz="half" idx="10"/>
          </p:nvPr>
        </p:nvSpPr>
        <p:spPr/>
        <p:txBody>
          <a:bodyPr/>
          <a:lstStyle>
            <a:lvl1pPr>
              <a:defRPr/>
            </a:lvl1pPr>
          </a:lstStyle>
          <a:p>
            <a:pPr>
              <a:defRPr/>
            </a:pPr>
            <a:fld id="{FDF13950-C6E2-4508-B6B9-F44A8D26243B}" type="datetimeFigureOut">
              <a:rPr lang="en-US" altLang="en-US"/>
            </a:fld>
            <a:endParaRPr lang="en-US" altLang="en-US" b="1" i="1"/>
          </a:p>
        </p:txBody>
      </p:sp>
      <p:sp>
        <p:nvSpPr>
          <p:cNvPr id="6" name="Rectangle 421"/>
          <p:cNvSpPr>
            <a:spLocks noGrp="1" noChangeArrowheads="1"/>
          </p:cNvSpPr>
          <p:nvPr>
            <p:ph type="ftr" sz="quarter" idx="11"/>
          </p:nvPr>
        </p:nvSpPr>
        <p:spPr/>
        <p:txBody>
          <a:bodyPr/>
          <a:lstStyle>
            <a:lvl1pPr>
              <a:defRPr/>
            </a:lvl1pPr>
          </a:lstStyle>
          <a:p>
            <a:pPr>
              <a:defRPr/>
            </a:pPr>
            <a:endParaRPr lang="en-US" altLang="en-US"/>
          </a:p>
        </p:txBody>
      </p:sp>
      <p:sp>
        <p:nvSpPr>
          <p:cNvPr id="7" name="Rectangle 423"/>
          <p:cNvSpPr>
            <a:spLocks noGrp="1" noChangeArrowheads="1"/>
          </p:cNvSpPr>
          <p:nvPr>
            <p:ph type="sldNum" sz="quarter" idx="12"/>
          </p:nvPr>
        </p:nvSpPr>
        <p:spPr/>
        <p:txBody>
          <a:bodyPr/>
          <a:lstStyle>
            <a:lvl1pPr>
              <a:defRPr/>
            </a:lvl1pPr>
          </a:lstStyle>
          <a:p>
            <a:pPr>
              <a:defRPr/>
            </a:pPr>
            <a:fld id="{8E30F36E-86CD-44BF-985B-788A2BEF8A7C}"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19"/>
          <p:cNvSpPr>
            <a:spLocks noGrp="1" noChangeArrowheads="1"/>
          </p:cNvSpPr>
          <p:nvPr>
            <p:ph type="dt" sz="half" idx="10"/>
          </p:nvPr>
        </p:nvSpPr>
        <p:spPr/>
        <p:txBody>
          <a:bodyPr/>
          <a:lstStyle>
            <a:lvl1pPr>
              <a:defRPr/>
            </a:lvl1pPr>
          </a:lstStyle>
          <a:p>
            <a:pPr>
              <a:defRPr/>
            </a:pPr>
            <a:fld id="{B185638C-4EC1-43AA-AAD3-1945DD6C0555}" type="datetimeFigureOut">
              <a:rPr lang="en-US" altLang="en-US"/>
            </a:fld>
            <a:endParaRPr lang="en-US" altLang="en-US" b="1" i="1"/>
          </a:p>
        </p:txBody>
      </p:sp>
      <p:sp>
        <p:nvSpPr>
          <p:cNvPr id="6" name="Rectangle 421"/>
          <p:cNvSpPr>
            <a:spLocks noGrp="1" noChangeArrowheads="1"/>
          </p:cNvSpPr>
          <p:nvPr>
            <p:ph type="ftr" sz="quarter" idx="11"/>
          </p:nvPr>
        </p:nvSpPr>
        <p:spPr/>
        <p:txBody>
          <a:bodyPr/>
          <a:lstStyle>
            <a:lvl1pPr>
              <a:defRPr/>
            </a:lvl1pPr>
          </a:lstStyle>
          <a:p>
            <a:pPr>
              <a:defRPr/>
            </a:pPr>
            <a:endParaRPr lang="en-US" altLang="en-US"/>
          </a:p>
        </p:txBody>
      </p:sp>
      <p:sp>
        <p:nvSpPr>
          <p:cNvPr id="7" name="Rectangle 423"/>
          <p:cNvSpPr>
            <a:spLocks noGrp="1" noChangeArrowheads="1"/>
          </p:cNvSpPr>
          <p:nvPr>
            <p:ph type="sldNum" sz="quarter" idx="12"/>
          </p:nvPr>
        </p:nvSpPr>
        <p:spPr/>
        <p:txBody>
          <a:bodyPr/>
          <a:lstStyle>
            <a:lvl1pPr>
              <a:defRPr/>
            </a:lvl1pPr>
          </a:lstStyle>
          <a:p>
            <a:pPr>
              <a:defRPr/>
            </a:pPr>
            <a:fld id="{AC8822EA-BD01-4ED2-A48C-1A1AC3344853}"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19"/>
          <p:cNvSpPr>
            <a:spLocks noGrp="1" noChangeArrowheads="1"/>
          </p:cNvSpPr>
          <p:nvPr>
            <p:ph type="dt" sz="half" idx="10"/>
          </p:nvPr>
        </p:nvSpPr>
        <p:spPr/>
        <p:txBody>
          <a:bodyPr/>
          <a:lstStyle>
            <a:lvl1pPr>
              <a:defRPr/>
            </a:lvl1pPr>
          </a:lstStyle>
          <a:p>
            <a:pPr>
              <a:defRPr/>
            </a:pPr>
            <a:fld id="{92C4594F-F29C-4DC4-8327-A19B5F76DFF1}" type="datetimeFigureOut">
              <a:rPr lang="en-US" altLang="en-US"/>
            </a:fld>
            <a:endParaRPr lang="en-US" altLang="en-US" b="1" i="1"/>
          </a:p>
        </p:txBody>
      </p:sp>
      <p:sp>
        <p:nvSpPr>
          <p:cNvPr id="5" name="Rectangle 421"/>
          <p:cNvSpPr>
            <a:spLocks noGrp="1" noChangeArrowheads="1"/>
          </p:cNvSpPr>
          <p:nvPr>
            <p:ph type="ftr" sz="quarter" idx="11"/>
          </p:nvPr>
        </p:nvSpPr>
        <p:spPr/>
        <p:txBody>
          <a:bodyPr/>
          <a:lstStyle>
            <a:lvl1pPr>
              <a:defRPr/>
            </a:lvl1pPr>
          </a:lstStyle>
          <a:p>
            <a:pPr>
              <a:defRPr/>
            </a:pPr>
            <a:endParaRPr lang="en-US" altLang="en-US"/>
          </a:p>
        </p:txBody>
      </p:sp>
      <p:sp>
        <p:nvSpPr>
          <p:cNvPr id="6" name="Rectangle 423"/>
          <p:cNvSpPr>
            <a:spLocks noGrp="1" noChangeArrowheads="1"/>
          </p:cNvSpPr>
          <p:nvPr>
            <p:ph type="sldNum" sz="quarter" idx="12"/>
          </p:nvPr>
        </p:nvSpPr>
        <p:spPr/>
        <p:txBody>
          <a:bodyPr/>
          <a:lstStyle>
            <a:lvl1pPr>
              <a:defRPr/>
            </a:lvl1pPr>
          </a:lstStyle>
          <a:p>
            <a:pPr>
              <a:defRPr/>
            </a:pPr>
            <a:fld id="{C384BB12-A699-4D8E-B971-EC5E4DD1F796}"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19"/>
          <p:cNvSpPr>
            <a:spLocks noGrp="1" noChangeArrowheads="1"/>
          </p:cNvSpPr>
          <p:nvPr>
            <p:ph type="dt" sz="half" idx="10"/>
          </p:nvPr>
        </p:nvSpPr>
        <p:spPr/>
        <p:txBody>
          <a:bodyPr/>
          <a:lstStyle>
            <a:lvl1pPr>
              <a:defRPr/>
            </a:lvl1pPr>
          </a:lstStyle>
          <a:p>
            <a:pPr>
              <a:defRPr/>
            </a:pPr>
            <a:fld id="{281C2880-C454-4909-A369-BBC6D2F6EC20}" type="datetimeFigureOut">
              <a:rPr lang="en-US" altLang="en-US"/>
            </a:fld>
            <a:endParaRPr lang="en-US" altLang="en-US" b="1" i="1"/>
          </a:p>
        </p:txBody>
      </p:sp>
      <p:sp>
        <p:nvSpPr>
          <p:cNvPr id="5" name="Rectangle 421"/>
          <p:cNvSpPr>
            <a:spLocks noGrp="1" noChangeArrowheads="1"/>
          </p:cNvSpPr>
          <p:nvPr>
            <p:ph type="ftr" sz="quarter" idx="11"/>
          </p:nvPr>
        </p:nvSpPr>
        <p:spPr/>
        <p:txBody>
          <a:bodyPr/>
          <a:lstStyle>
            <a:lvl1pPr>
              <a:defRPr/>
            </a:lvl1pPr>
          </a:lstStyle>
          <a:p>
            <a:pPr>
              <a:defRPr/>
            </a:pPr>
            <a:endParaRPr lang="en-US" altLang="en-US"/>
          </a:p>
        </p:txBody>
      </p:sp>
      <p:sp>
        <p:nvSpPr>
          <p:cNvPr id="6" name="Rectangle 423"/>
          <p:cNvSpPr>
            <a:spLocks noGrp="1" noChangeArrowheads="1"/>
          </p:cNvSpPr>
          <p:nvPr>
            <p:ph type="sldNum" sz="quarter" idx="12"/>
          </p:nvPr>
        </p:nvSpPr>
        <p:spPr/>
        <p:txBody>
          <a:bodyPr/>
          <a:lstStyle>
            <a:lvl1pPr>
              <a:defRPr/>
            </a:lvl1pPr>
          </a:lstStyle>
          <a:p>
            <a:pPr>
              <a:defRPr/>
            </a:pPr>
            <a:fld id="{10B0EFAC-52EF-4E5E-8B8C-84D4B3805584}"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29"/>
          <p:cNvSpPr>
            <a:spLocks noGrp="1" noChangeArrowheads="1"/>
          </p:cNvSpPr>
          <p:nvPr>
            <p:ph type="dt" sz="half" idx="10"/>
          </p:nvPr>
        </p:nvSpPr>
        <p:spPr/>
        <p:txBody>
          <a:bodyPr/>
          <a:lstStyle>
            <a:lvl1pPr>
              <a:defRPr/>
            </a:lvl1pPr>
          </a:lstStyle>
          <a:p>
            <a:pPr>
              <a:defRPr/>
            </a:pPr>
            <a:fld id="{B5AA5BCE-8A68-4251-A874-F5FA25B150FC}" type="datetimeFigureOut">
              <a:rPr lang="en-US" altLang="en-US"/>
            </a:fld>
            <a:endParaRPr lang="en-US" altLang="en-US" b="1" i="1"/>
          </a:p>
        </p:txBody>
      </p:sp>
      <p:sp>
        <p:nvSpPr>
          <p:cNvPr id="5" name="Rectangle 431"/>
          <p:cNvSpPr>
            <a:spLocks noGrp="1" noChangeArrowheads="1"/>
          </p:cNvSpPr>
          <p:nvPr>
            <p:ph type="ftr" sz="quarter" idx="11"/>
          </p:nvPr>
        </p:nvSpPr>
        <p:spPr/>
        <p:txBody>
          <a:bodyPr/>
          <a:lstStyle>
            <a:lvl1pPr>
              <a:defRPr/>
            </a:lvl1pPr>
          </a:lstStyle>
          <a:p>
            <a:pPr>
              <a:defRPr/>
            </a:pPr>
            <a:endParaRPr lang="en-US" altLang="en-US"/>
          </a:p>
        </p:txBody>
      </p:sp>
      <p:sp>
        <p:nvSpPr>
          <p:cNvPr id="6" name="Rectangle 433"/>
          <p:cNvSpPr>
            <a:spLocks noGrp="1" noChangeArrowheads="1"/>
          </p:cNvSpPr>
          <p:nvPr>
            <p:ph type="sldNum" sz="quarter" idx="12"/>
          </p:nvPr>
        </p:nvSpPr>
        <p:spPr/>
        <p:txBody>
          <a:bodyPr/>
          <a:lstStyle>
            <a:lvl1pPr>
              <a:defRPr/>
            </a:lvl1pPr>
          </a:lstStyle>
          <a:p>
            <a:pPr>
              <a:defRPr/>
            </a:pPr>
            <a:fld id="{82EE0483-7052-465C-AA7F-C290B92879B0}" type="slidenum">
              <a:rPr lang="en-US" altLang="en-US"/>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29"/>
          <p:cNvSpPr>
            <a:spLocks noGrp="1" noChangeArrowheads="1"/>
          </p:cNvSpPr>
          <p:nvPr>
            <p:ph type="dt" sz="half" idx="10"/>
          </p:nvPr>
        </p:nvSpPr>
        <p:spPr/>
        <p:txBody>
          <a:bodyPr/>
          <a:lstStyle>
            <a:lvl1pPr>
              <a:defRPr/>
            </a:lvl1pPr>
          </a:lstStyle>
          <a:p>
            <a:pPr>
              <a:defRPr/>
            </a:pPr>
            <a:fld id="{308C2ABB-8AE7-42BD-BA4F-222112E336BC}" type="datetimeFigureOut">
              <a:rPr lang="en-US" altLang="en-US"/>
            </a:fld>
            <a:endParaRPr lang="en-US" altLang="en-US" b="1" i="1"/>
          </a:p>
        </p:txBody>
      </p:sp>
      <p:sp>
        <p:nvSpPr>
          <p:cNvPr id="5" name="Rectangle 431"/>
          <p:cNvSpPr>
            <a:spLocks noGrp="1" noChangeArrowheads="1"/>
          </p:cNvSpPr>
          <p:nvPr>
            <p:ph type="ftr" sz="quarter" idx="11"/>
          </p:nvPr>
        </p:nvSpPr>
        <p:spPr/>
        <p:txBody>
          <a:bodyPr/>
          <a:lstStyle>
            <a:lvl1pPr>
              <a:defRPr/>
            </a:lvl1pPr>
          </a:lstStyle>
          <a:p>
            <a:pPr>
              <a:defRPr/>
            </a:pPr>
            <a:endParaRPr lang="en-US" altLang="en-US"/>
          </a:p>
        </p:txBody>
      </p:sp>
      <p:sp>
        <p:nvSpPr>
          <p:cNvPr id="6" name="Rectangle 433"/>
          <p:cNvSpPr>
            <a:spLocks noGrp="1" noChangeArrowheads="1"/>
          </p:cNvSpPr>
          <p:nvPr>
            <p:ph type="sldNum" sz="quarter" idx="12"/>
          </p:nvPr>
        </p:nvSpPr>
        <p:spPr/>
        <p:txBody>
          <a:bodyPr/>
          <a:lstStyle>
            <a:lvl1pPr>
              <a:defRPr/>
            </a:lvl1pPr>
          </a:lstStyle>
          <a:p>
            <a:pPr>
              <a:defRPr/>
            </a:pPr>
            <a:fld id="{2AE46960-B51C-470C-BC2F-099234D1D35E}" type="slidenum">
              <a:rPr lang="en-US" altLang="en-US"/>
            </a:fld>
            <a:endParaRPr lang="en-US"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29"/>
          <p:cNvSpPr>
            <a:spLocks noGrp="1" noChangeArrowheads="1"/>
          </p:cNvSpPr>
          <p:nvPr>
            <p:ph type="dt" sz="half" idx="10"/>
          </p:nvPr>
        </p:nvSpPr>
        <p:spPr/>
        <p:txBody>
          <a:bodyPr/>
          <a:lstStyle>
            <a:lvl1pPr>
              <a:defRPr/>
            </a:lvl1pPr>
          </a:lstStyle>
          <a:p>
            <a:pPr>
              <a:defRPr/>
            </a:pPr>
            <a:fld id="{C29323CC-9C64-44BE-BC07-B2E6E0C80BF3}" type="datetimeFigureOut">
              <a:rPr lang="en-US" altLang="en-US"/>
            </a:fld>
            <a:endParaRPr lang="en-US" altLang="en-US" b="1" i="1"/>
          </a:p>
        </p:txBody>
      </p:sp>
      <p:sp>
        <p:nvSpPr>
          <p:cNvPr id="5" name="Rectangle 431"/>
          <p:cNvSpPr>
            <a:spLocks noGrp="1" noChangeArrowheads="1"/>
          </p:cNvSpPr>
          <p:nvPr>
            <p:ph type="ftr" sz="quarter" idx="11"/>
          </p:nvPr>
        </p:nvSpPr>
        <p:spPr/>
        <p:txBody>
          <a:bodyPr/>
          <a:lstStyle>
            <a:lvl1pPr>
              <a:defRPr/>
            </a:lvl1pPr>
          </a:lstStyle>
          <a:p>
            <a:pPr>
              <a:defRPr/>
            </a:pPr>
            <a:endParaRPr lang="en-US" altLang="en-US"/>
          </a:p>
        </p:txBody>
      </p:sp>
      <p:sp>
        <p:nvSpPr>
          <p:cNvPr id="6" name="Rectangle 433"/>
          <p:cNvSpPr>
            <a:spLocks noGrp="1" noChangeArrowheads="1"/>
          </p:cNvSpPr>
          <p:nvPr>
            <p:ph type="sldNum" sz="quarter" idx="12"/>
          </p:nvPr>
        </p:nvSpPr>
        <p:spPr/>
        <p:txBody>
          <a:bodyPr/>
          <a:lstStyle>
            <a:lvl1pPr>
              <a:defRPr/>
            </a:lvl1pPr>
          </a:lstStyle>
          <a:p>
            <a:pPr>
              <a:defRPr/>
            </a:pPr>
            <a:fld id="{DB325244-29A8-437A-83D7-850C5A2693C8}" type="slidenum">
              <a:rPr lang="en-US" altLang="en-US"/>
            </a:fld>
            <a:endParaRPr lang="en-US"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29"/>
          <p:cNvSpPr>
            <a:spLocks noGrp="1" noChangeArrowheads="1"/>
          </p:cNvSpPr>
          <p:nvPr>
            <p:ph type="dt" sz="half" idx="10"/>
          </p:nvPr>
        </p:nvSpPr>
        <p:spPr/>
        <p:txBody>
          <a:bodyPr/>
          <a:lstStyle>
            <a:lvl1pPr>
              <a:defRPr/>
            </a:lvl1pPr>
          </a:lstStyle>
          <a:p>
            <a:pPr>
              <a:defRPr/>
            </a:pPr>
            <a:fld id="{F4CA68D4-10A6-4179-B040-C727E65121ED}" type="datetimeFigureOut">
              <a:rPr lang="en-US" altLang="en-US"/>
            </a:fld>
            <a:endParaRPr lang="en-US" altLang="en-US" b="1" i="1"/>
          </a:p>
        </p:txBody>
      </p:sp>
      <p:sp>
        <p:nvSpPr>
          <p:cNvPr id="6" name="Rectangle 431"/>
          <p:cNvSpPr>
            <a:spLocks noGrp="1" noChangeArrowheads="1"/>
          </p:cNvSpPr>
          <p:nvPr>
            <p:ph type="ftr" sz="quarter" idx="11"/>
          </p:nvPr>
        </p:nvSpPr>
        <p:spPr/>
        <p:txBody>
          <a:bodyPr/>
          <a:lstStyle>
            <a:lvl1pPr>
              <a:defRPr/>
            </a:lvl1pPr>
          </a:lstStyle>
          <a:p>
            <a:pPr>
              <a:defRPr/>
            </a:pPr>
            <a:endParaRPr lang="en-US" altLang="en-US"/>
          </a:p>
        </p:txBody>
      </p:sp>
      <p:sp>
        <p:nvSpPr>
          <p:cNvPr id="7" name="Rectangle 433"/>
          <p:cNvSpPr>
            <a:spLocks noGrp="1" noChangeArrowheads="1"/>
          </p:cNvSpPr>
          <p:nvPr>
            <p:ph type="sldNum" sz="quarter" idx="12"/>
          </p:nvPr>
        </p:nvSpPr>
        <p:spPr/>
        <p:txBody>
          <a:bodyPr/>
          <a:lstStyle>
            <a:lvl1pPr>
              <a:defRPr/>
            </a:lvl1pPr>
          </a:lstStyle>
          <a:p>
            <a:pPr>
              <a:defRPr/>
            </a:pPr>
            <a:fld id="{347131FF-3A6A-4BD3-ADDD-76179E1215B3}" type="slidenum">
              <a:rPr lang="en-US" altLang="en-US"/>
            </a:fld>
            <a:endParaRPr lang="en-US"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29"/>
          <p:cNvSpPr>
            <a:spLocks noGrp="1" noChangeArrowheads="1"/>
          </p:cNvSpPr>
          <p:nvPr>
            <p:ph type="dt" sz="half" idx="10"/>
          </p:nvPr>
        </p:nvSpPr>
        <p:spPr/>
        <p:txBody>
          <a:bodyPr/>
          <a:lstStyle>
            <a:lvl1pPr>
              <a:defRPr/>
            </a:lvl1pPr>
          </a:lstStyle>
          <a:p>
            <a:pPr>
              <a:defRPr/>
            </a:pPr>
            <a:fld id="{AB26D63D-1308-4C3E-A64F-AC0B3CF8A73E}" type="datetimeFigureOut">
              <a:rPr lang="en-US" altLang="en-US"/>
            </a:fld>
            <a:endParaRPr lang="en-US" altLang="en-US" b="1" i="1"/>
          </a:p>
        </p:txBody>
      </p:sp>
      <p:sp>
        <p:nvSpPr>
          <p:cNvPr id="8" name="Rectangle 431"/>
          <p:cNvSpPr>
            <a:spLocks noGrp="1" noChangeArrowheads="1"/>
          </p:cNvSpPr>
          <p:nvPr>
            <p:ph type="ftr" sz="quarter" idx="11"/>
          </p:nvPr>
        </p:nvSpPr>
        <p:spPr/>
        <p:txBody>
          <a:bodyPr/>
          <a:lstStyle>
            <a:lvl1pPr>
              <a:defRPr/>
            </a:lvl1pPr>
          </a:lstStyle>
          <a:p>
            <a:pPr>
              <a:defRPr/>
            </a:pPr>
            <a:endParaRPr lang="en-US" altLang="en-US"/>
          </a:p>
        </p:txBody>
      </p:sp>
      <p:sp>
        <p:nvSpPr>
          <p:cNvPr id="9" name="Rectangle 433"/>
          <p:cNvSpPr>
            <a:spLocks noGrp="1" noChangeArrowheads="1"/>
          </p:cNvSpPr>
          <p:nvPr>
            <p:ph type="sldNum" sz="quarter" idx="12"/>
          </p:nvPr>
        </p:nvSpPr>
        <p:spPr/>
        <p:txBody>
          <a:bodyPr/>
          <a:lstStyle>
            <a:lvl1pPr>
              <a:defRPr/>
            </a:lvl1pPr>
          </a:lstStyle>
          <a:p>
            <a:pPr>
              <a:defRPr/>
            </a:pPr>
            <a:fld id="{9322C28E-AD51-42C7-BDE5-0C4303460259}" type="slidenum">
              <a:rPr lang="en-US" altLang="en-US"/>
            </a:fld>
            <a:endParaRPr lang="en-US"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29"/>
          <p:cNvSpPr>
            <a:spLocks noGrp="1" noChangeArrowheads="1"/>
          </p:cNvSpPr>
          <p:nvPr>
            <p:ph type="dt" sz="half" idx="10"/>
          </p:nvPr>
        </p:nvSpPr>
        <p:spPr/>
        <p:txBody>
          <a:bodyPr/>
          <a:lstStyle>
            <a:lvl1pPr>
              <a:defRPr/>
            </a:lvl1pPr>
          </a:lstStyle>
          <a:p>
            <a:pPr>
              <a:defRPr/>
            </a:pPr>
            <a:fld id="{8AD9FE75-A142-4AA9-99F1-8602708796E7}" type="datetimeFigureOut">
              <a:rPr lang="en-US" altLang="en-US"/>
            </a:fld>
            <a:endParaRPr lang="en-US" altLang="en-US" b="1" i="1"/>
          </a:p>
        </p:txBody>
      </p:sp>
      <p:sp>
        <p:nvSpPr>
          <p:cNvPr id="4" name="Rectangle 431"/>
          <p:cNvSpPr>
            <a:spLocks noGrp="1" noChangeArrowheads="1"/>
          </p:cNvSpPr>
          <p:nvPr>
            <p:ph type="ftr" sz="quarter" idx="11"/>
          </p:nvPr>
        </p:nvSpPr>
        <p:spPr/>
        <p:txBody>
          <a:bodyPr/>
          <a:lstStyle>
            <a:lvl1pPr>
              <a:defRPr/>
            </a:lvl1pPr>
          </a:lstStyle>
          <a:p>
            <a:pPr>
              <a:defRPr/>
            </a:pPr>
            <a:endParaRPr lang="en-US" altLang="en-US"/>
          </a:p>
        </p:txBody>
      </p:sp>
      <p:sp>
        <p:nvSpPr>
          <p:cNvPr id="5" name="Rectangle 433"/>
          <p:cNvSpPr>
            <a:spLocks noGrp="1" noChangeArrowheads="1"/>
          </p:cNvSpPr>
          <p:nvPr>
            <p:ph type="sldNum" sz="quarter" idx="12"/>
          </p:nvPr>
        </p:nvSpPr>
        <p:spPr/>
        <p:txBody>
          <a:bodyPr/>
          <a:lstStyle>
            <a:lvl1pPr>
              <a:defRPr/>
            </a:lvl1pPr>
          </a:lstStyle>
          <a:p>
            <a:pPr>
              <a:defRPr/>
            </a:pPr>
            <a:fld id="{A75A3921-1558-4505-927D-6674E4E51E57}" type="slidenum">
              <a:rPr lang="en-US" altLang="en-US"/>
            </a:fld>
            <a:endParaRPr lang="en-US"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29"/>
          <p:cNvSpPr>
            <a:spLocks noGrp="1" noChangeArrowheads="1"/>
          </p:cNvSpPr>
          <p:nvPr>
            <p:ph type="dt" sz="half" idx="10"/>
          </p:nvPr>
        </p:nvSpPr>
        <p:spPr/>
        <p:txBody>
          <a:bodyPr/>
          <a:lstStyle>
            <a:lvl1pPr>
              <a:defRPr/>
            </a:lvl1pPr>
          </a:lstStyle>
          <a:p>
            <a:pPr>
              <a:defRPr/>
            </a:pPr>
            <a:fld id="{EC510D1F-522D-42E2-A6C2-88CC57EA663D}" type="datetimeFigureOut">
              <a:rPr lang="en-US" altLang="en-US"/>
            </a:fld>
            <a:endParaRPr lang="en-US" altLang="en-US" b="1" i="1"/>
          </a:p>
        </p:txBody>
      </p:sp>
      <p:sp>
        <p:nvSpPr>
          <p:cNvPr id="3" name="Rectangle 431"/>
          <p:cNvSpPr>
            <a:spLocks noGrp="1" noChangeArrowheads="1"/>
          </p:cNvSpPr>
          <p:nvPr>
            <p:ph type="ftr" sz="quarter" idx="11"/>
          </p:nvPr>
        </p:nvSpPr>
        <p:spPr/>
        <p:txBody>
          <a:bodyPr/>
          <a:lstStyle>
            <a:lvl1pPr>
              <a:defRPr/>
            </a:lvl1pPr>
          </a:lstStyle>
          <a:p>
            <a:pPr>
              <a:defRPr/>
            </a:pPr>
            <a:endParaRPr lang="en-US" altLang="en-US"/>
          </a:p>
        </p:txBody>
      </p:sp>
      <p:sp>
        <p:nvSpPr>
          <p:cNvPr id="4" name="Rectangle 433"/>
          <p:cNvSpPr>
            <a:spLocks noGrp="1" noChangeArrowheads="1"/>
          </p:cNvSpPr>
          <p:nvPr>
            <p:ph type="sldNum" sz="quarter" idx="12"/>
          </p:nvPr>
        </p:nvSpPr>
        <p:spPr/>
        <p:txBody>
          <a:bodyPr/>
          <a:lstStyle>
            <a:lvl1pPr>
              <a:defRPr/>
            </a:lvl1pPr>
          </a:lstStyle>
          <a:p>
            <a:pPr>
              <a:defRPr/>
            </a:pPr>
            <a:fld id="{B51DF588-C96D-4942-9BDF-DF476F672164}" type="slidenum">
              <a:rPr lang="en-US" altLang="en-US"/>
            </a:fld>
            <a:endParaRPr lang="en-US"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29"/>
          <p:cNvSpPr>
            <a:spLocks noGrp="1" noChangeArrowheads="1"/>
          </p:cNvSpPr>
          <p:nvPr>
            <p:ph type="dt" sz="half" idx="10"/>
          </p:nvPr>
        </p:nvSpPr>
        <p:spPr/>
        <p:txBody>
          <a:bodyPr/>
          <a:lstStyle>
            <a:lvl1pPr>
              <a:defRPr/>
            </a:lvl1pPr>
          </a:lstStyle>
          <a:p>
            <a:pPr>
              <a:defRPr/>
            </a:pPr>
            <a:fld id="{3CCD1D76-4312-42AC-85D1-34A28A561E08}" type="datetimeFigureOut">
              <a:rPr lang="en-US" altLang="en-US"/>
            </a:fld>
            <a:endParaRPr lang="en-US" altLang="en-US" b="1" i="1"/>
          </a:p>
        </p:txBody>
      </p:sp>
      <p:sp>
        <p:nvSpPr>
          <p:cNvPr id="6" name="Rectangle 431"/>
          <p:cNvSpPr>
            <a:spLocks noGrp="1" noChangeArrowheads="1"/>
          </p:cNvSpPr>
          <p:nvPr>
            <p:ph type="ftr" sz="quarter" idx="11"/>
          </p:nvPr>
        </p:nvSpPr>
        <p:spPr/>
        <p:txBody>
          <a:bodyPr/>
          <a:lstStyle>
            <a:lvl1pPr>
              <a:defRPr/>
            </a:lvl1pPr>
          </a:lstStyle>
          <a:p>
            <a:pPr>
              <a:defRPr/>
            </a:pPr>
            <a:endParaRPr lang="en-US" altLang="en-US"/>
          </a:p>
        </p:txBody>
      </p:sp>
      <p:sp>
        <p:nvSpPr>
          <p:cNvPr id="7" name="Rectangle 433"/>
          <p:cNvSpPr>
            <a:spLocks noGrp="1" noChangeArrowheads="1"/>
          </p:cNvSpPr>
          <p:nvPr>
            <p:ph type="sldNum" sz="quarter" idx="12"/>
          </p:nvPr>
        </p:nvSpPr>
        <p:spPr/>
        <p:txBody>
          <a:bodyPr/>
          <a:lstStyle>
            <a:lvl1pPr>
              <a:defRPr/>
            </a:lvl1pPr>
          </a:lstStyle>
          <a:p>
            <a:pPr>
              <a:defRPr/>
            </a:pPr>
            <a:fld id="{3E549313-ADCD-4550-BFAA-4A6790FA1788}" type="slidenum">
              <a:rPr lang="en-US" altLang="en-US"/>
            </a:fld>
            <a:endParaRPr lang="en-US"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29"/>
          <p:cNvSpPr>
            <a:spLocks noGrp="1" noChangeArrowheads="1"/>
          </p:cNvSpPr>
          <p:nvPr>
            <p:ph type="dt" sz="half" idx="10"/>
          </p:nvPr>
        </p:nvSpPr>
        <p:spPr/>
        <p:txBody>
          <a:bodyPr/>
          <a:lstStyle>
            <a:lvl1pPr>
              <a:defRPr/>
            </a:lvl1pPr>
          </a:lstStyle>
          <a:p>
            <a:pPr>
              <a:defRPr/>
            </a:pPr>
            <a:fld id="{50BCC636-C6AC-4976-9E4B-10EBF9E4A3D0}" type="datetimeFigureOut">
              <a:rPr lang="en-US" altLang="en-US"/>
            </a:fld>
            <a:endParaRPr lang="en-US" altLang="en-US" b="1" i="1"/>
          </a:p>
        </p:txBody>
      </p:sp>
      <p:sp>
        <p:nvSpPr>
          <p:cNvPr id="6" name="Rectangle 431"/>
          <p:cNvSpPr>
            <a:spLocks noGrp="1" noChangeArrowheads="1"/>
          </p:cNvSpPr>
          <p:nvPr>
            <p:ph type="ftr" sz="quarter" idx="11"/>
          </p:nvPr>
        </p:nvSpPr>
        <p:spPr/>
        <p:txBody>
          <a:bodyPr/>
          <a:lstStyle>
            <a:lvl1pPr>
              <a:defRPr/>
            </a:lvl1pPr>
          </a:lstStyle>
          <a:p>
            <a:pPr>
              <a:defRPr/>
            </a:pPr>
            <a:endParaRPr lang="en-US" altLang="en-US"/>
          </a:p>
        </p:txBody>
      </p:sp>
      <p:sp>
        <p:nvSpPr>
          <p:cNvPr id="7" name="Rectangle 433"/>
          <p:cNvSpPr>
            <a:spLocks noGrp="1" noChangeArrowheads="1"/>
          </p:cNvSpPr>
          <p:nvPr>
            <p:ph type="sldNum" sz="quarter" idx="12"/>
          </p:nvPr>
        </p:nvSpPr>
        <p:spPr/>
        <p:txBody>
          <a:bodyPr/>
          <a:lstStyle>
            <a:lvl1pPr>
              <a:defRPr/>
            </a:lvl1pPr>
          </a:lstStyle>
          <a:p>
            <a:pPr>
              <a:defRPr/>
            </a:pPr>
            <a:fld id="{D30998B3-24F6-41F1-A81C-B934600DC2A0}" type="slidenum">
              <a:rPr lang="en-US" altLang="en-US"/>
            </a:fld>
            <a:endParaRPr lang="en-US"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29"/>
          <p:cNvSpPr>
            <a:spLocks noGrp="1" noChangeArrowheads="1"/>
          </p:cNvSpPr>
          <p:nvPr>
            <p:ph type="dt" sz="half" idx="10"/>
          </p:nvPr>
        </p:nvSpPr>
        <p:spPr/>
        <p:txBody>
          <a:bodyPr/>
          <a:lstStyle>
            <a:lvl1pPr>
              <a:defRPr/>
            </a:lvl1pPr>
          </a:lstStyle>
          <a:p>
            <a:pPr>
              <a:defRPr/>
            </a:pPr>
            <a:fld id="{05398E84-ADF6-4E20-92A2-A50A29B9DE67}" type="datetimeFigureOut">
              <a:rPr lang="en-US" altLang="en-US"/>
            </a:fld>
            <a:endParaRPr lang="en-US" altLang="en-US" b="1" i="1"/>
          </a:p>
        </p:txBody>
      </p:sp>
      <p:sp>
        <p:nvSpPr>
          <p:cNvPr id="5" name="Rectangle 431"/>
          <p:cNvSpPr>
            <a:spLocks noGrp="1" noChangeArrowheads="1"/>
          </p:cNvSpPr>
          <p:nvPr>
            <p:ph type="ftr" sz="quarter" idx="11"/>
          </p:nvPr>
        </p:nvSpPr>
        <p:spPr/>
        <p:txBody>
          <a:bodyPr/>
          <a:lstStyle>
            <a:lvl1pPr>
              <a:defRPr/>
            </a:lvl1pPr>
          </a:lstStyle>
          <a:p>
            <a:pPr>
              <a:defRPr/>
            </a:pPr>
            <a:endParaRPr lang="en-US" altLang="en-US"/>
          </a:p>
        </p:txBody>
      </p:sp>
      <p:sp>
        <p:nvSpPr>
          <p:cNvPr id="6" name="Rectangle 433"/>
          <p:cNvSpPr>
            <a:spLocks noGrp="1" noChangeArrowheads="1"/>
          </p:cNvSpPr>
          <p:nvPr>
            <p:ph type="sldNum" sz="quarter" idx="12"/>
          </p:nvPr>
        </p:nvSpPr>
        <p:spPr/>
        <p:txBody>
          <a:bodyPr/>
          <a:lstStyle>
            <a:lvl1pPr>
              <a:defRPr/>
            </a:lvl1pPr>
          </a:lstStyle>
          <a:p>
            <a:pPr>
              <a:defRPr/>
            </a:pPr>
            <a:fld id="{A32F7417-39EA-4FCA-B44C-04ECA7C2E485}" type="slidenum">
              <a:rPr lang="en-US" altLang="en-US"/>
            </a:fld>
            <a:endParaRPr lang="en-US"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29"/>
          <p:cNvSpPr>
            <a:spLocks noGrp="1" noChangeArrowheads="1"/>
          </p:cNvSpPr>
          <p:nvPr>
            <p:ph type="dt" sz="half" idx="10"/>
          </p:nvPr>
        </p:nvSpPr>
        <p:spPr/>
        <p:txBody>
          <a:bodyPr/>
          <a:lstStyle>
            <a:lvl1pPr>
              <a:defRPr/>
            </a:lvl1pPr>
          </a:lstStyle>
          <a:p>
            <a:pPr>
              <a:defRPr/>
            </a:pPr>
            <a:fld id="{0A7D2105-FF0D-441C-9E4E-EC643CDB7DC7}" type="datetimeFigureOut">
              <a:rPr lang="en-US" altLang="en-US"/>
            </a:fld>
            <a:endParaRPr lang="en-US" altLang="en-US" b="1" i="1"/>
          </a:p>
        </p:txBody>
      </p:sp>
      <p:sp>
        <p:nvSpPr>
          <p:cNvPr id="5" name="Rectangle 431"/>
          <p:cNvSpPr>
            <a:spLocks noGrp="1" noChangeArrowheads="1"/>
          </p:cNvSpPr>
          <p:nvPr>
            <p:ph type="ftr" sz="quarter" idx="11"/>
          </p:nvPr>
        </p:nvSpPr>
        <p:spPr/>
        <p:txBody>
          <a:bodyPr/>
          <a:lstStyle>
            <a:lvl1pPr>
              <a:defRPr/>
            </a:lvl1pPr>
          </a:lstStyle>
          <a:p>
            <a:pPr>
              <a:defRPr/>
            </a:pPr>
            <a:endParaRPr lang="en-US" altLang="en-US"/>
          </a:p>
        </p:txBody>
      </p:sp>
      <p:sp>
        <p:nvSpPr>
          <p:cNvPr id="6" name="Rectangle 433"/>
          <p:cNvSpPr>
            <a:spLocks noGrp="1" noChangeArrowheads="1"/>
          </p:cNvSpPr>
          <p:nvPr>
            <p:ph type="sldNum" sz="quarter" idx="12"/>
          </p:nvPr>
        </p:nvSpPr>
        <p:spPr/>
        <p:txBody>
          <a:bodyPr/>
          <a:lstStyle>
            <a:lvl1pPr>
              <a:defRPr/>
            </a:lvl1pPr>
          </a:lstStyle>
          <a:p>
            <a:pPr>
              <a:defRPr/>
            </a:pPr>
            <a:fld id="{0D95BCBF-1DD7-40EC-BB6A-B0DC79E5508F}" type="slidenum">
              <a:rPr lang="en-US" altLang="en-US"/>
            </a:fld>
            <a:endParaRPr lang="en-US"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49"/>
          <p:cNvSpPr>
            <a:spLocks noGrp="1" noChangeArrowheads="1"/>
          </p:cNvSpPr>
          <p:nvPr>
            <p:ph type="dt" sz="half" idx="10"/>
          </p:nvPr>
        </p:nvSpPr>
        <p:spPr/>
        <p:txBody>
          <a:bodyPr/>
          <a:lstStyle>
            <a:lvl1pPr>
              <a:defRPr/>
            </a:lvl1pPr>
          </a:lstStyle>
          <a:p>
            <a:pPr>
              <a:defRPr/>
            </a:pPr>
            <a:fld id="{90C8408C-0B1B-4045-8F77-624A963BF836}" type="datetimeFigureOut">
              <a:rPr lang="en-US" altLang="en-US"/>
            </a:fld>
            <a:endParaRPr lang="en-US" altLang="en-US" b="1" i="1"/>
          </a:p>
        </p:txBody>
      </p:sp>
      <p:sp>
        <p:nvSpPr>
          <p:cNvPr id="5" name="Rectangle 451"/>
          <p:cNvSpPr>
            <a:spLocks noGrp="1" noChangeArrowheads="1"/>
          </p:cNvSpPr>
          <p:nvPr>
            <p:ph type="ftr" sz="quarter" idx="11"/>
          </p:nvPr>
        </p:nvSpPr>
        <p:spPr/>
        <p:txBody>
          <a:bodyPr/>
          <a:lstStyle>
            <a:lvl1pPr>
              <a:defRPr/>
            </a:lvl1pPr>
          </a:lstStyle>
          <a:p>
            <a:pPr>
              <a:defRPr/>
            </a:pPr>
            <a:endParaRPr lang="en-US" altLang="en-US"/>
          </a:p>
        </p:txBody>
      </p:sp>
      <p:sp>
        <p:nvSpPr>
          <p:cNvPr id="6" name="Rectangle 453"/>
          <p:cNvSpPr>
            <a:spLocks noGrp="1" noChangeArrowheads="1"/>
          </p:cNvSpPr>
          <p:nvPr>
            <p:ph type="sldNum" sz="quarter" idx="12"/>
          </p:nvPr>
        </p:nvSpPr>
        <p:spPr/>
        <p:txBody>
          <a:bodyPr/>
          <a:lstStyle>
            <a:lvl1pPr>
              <a:defRPr/>
            </a:lvl1pPr>
          </a:lstStyle>
          <a:p>
            <a:pPr>
              <a:defRPr/>
            </a:pPr>
            <a:fld id="{CE997D21-79F7-4665-BB9D-ED3CD25BD8B2}" type="slidenum">
              <a:rPr lang="en-US" altLang="en-US"/>
            </a:fld>
            <a:endParaRPr lang="en-US"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49"/>
          <p:cNvSpPr>
            <a:spLocks noGrp="1" noChangeArrowheads="1"/>
          </p:cNvSpPr>
          <p:nvPr>
            <p:ph type="dt" sz="half" idx="10"/>
          </p:nvPr>
        </p:nvSpPr>
        <p:spPr/>
        <p:txBody>
          <a:bodyPr/>
          <a:lstStyle>
            <a:lvl1pPr>
              <a:defRPr/>
            </a:lvl1pPr>
          </a:lstStyle>
          <a:p>
            <a:pPr>
              <a:defRPr/>
            </a:pPr>
            <a:fld id="{D79F69D4-CCC5-4664-A014-069960207005}" type="datetimeFigureOut">
              <a:rPr lang="en-US" altLang="en-US"/>
            </a:fld>
            <a:endParaRPr lang="en-US" altLang="en-US" b="1" i="1"/>
          </a:p>
        </p:txBody>
      </p:sp>
      <p:sp>
        <p:nvSpPr>
          <p:cNvPr id="5" name="Rectangle 451"/>
          <p:cNvSpPr>
            <a:spLocks noGrp="1" noChangeArrowheads="1"/>
          </p:cNvSpPr>
          <p:nvPr>
            <p:ph type="ftr" sz="quarter" idx="11"/>
          </p:nvPr>
        </p:nvSpPr>
        <p:spPr/>
        <p:txBody>
          <a:bodyPr/>
          <a:lstStyle>
            <a:lvl1pPr>
              <a:defRPr/>
            </a:lvl1pPr>
          </a:lstStyle>
          <a:p>
            <a:pPr>
              <a:defRPr/>
            </a:pPr>
            <a:endParaRPr lang="en-US" altLang="en-US"/>
          </a:p>
        </p:txBody>
      </p:sp>
      <p:sp>
        <p:nvSpPr>
          <p:cNvPr id="6" name="Rectangle 453"/>
          <p:cNvSpPr>
            <a:spLocks noGrp="1" noChangeArrowheads="1"/>
          </p:cNvSpPr>
          <p:nvPr>
            <p:ph type="sldNum" sz="quarter" idx="12"/>
          </p:nvPr>
        </p:nvSpPr>
        <p:spPr/>
        <p:txBody>
          <a:bodyPr/>
          <a:lstStyle>
            <a:lvl1pPr>
              <a:defRPr/>
            </a:lvl1pPr>
          </a:lstStyle>
          <a:p>
            <a:pPr>
              <a:defRPr/>
            </a:pPr>
            <a:fld id="{DDB4D6FE-0031-47EE-A6BF-A6201CA3287B}" type="slidenum">
              <a:rPr lang="en-US" altLang="en-US"/>
            </a:fld>
            <a:endParaRPr lang="en-US"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49"/>
          <p:cNvSpPr>
            <a:spLocks noGrp="1" noChangeArrowheads="1"/>
          </p:cNvSpPr>
          <p:nvPr>
            <p:ph type="dt" sz="half" idx="10"/>
          </p:nvPr>
        </p:nvSpPr>
        <p:spPr/>
        <p:txBody>
          <a:bodyPr/>
          <a:lstStyle>
            <a:lvl1pPr>
              <a:defRPr/>
            </a:lvl1pPr>
          </a:lstStyle>
          <a:p>
            <a:pPr>
              <a:defRPr/>
            </a:pPr>
            <a:fld id="{82130D60-8B07-4A59-8DEB-642F3F3D9148}" type="datetimeFigureOut">
              <a:rPr lang="en-US" altLang="en-US"/>
            </a:fld>
            <a:endParaRPr lang="en-US" altLang="en-US" b="1" i="1"/>
          </a:p>
        </p:txBody>
      </p:sp>
      <p:sp>
        <p:nvSpPr>
          <p:cNvPr id="5" name="Rectangle 451"/>
          <p:cNvSpPr>
            <a:spLocks noGrp="1" noChangeArrowheads="1"/>
          </p:cNvSpPr>
          <p:nvPr>
            <p:ph type="ftr" sz="quarter" idx="11"/>
          </p:nvPr>
        </p:nvSpPr>
        <p:spPr/>
        <p:txBody>
          <a:bodyPr/>
          <a:lstStyle>
            <a:lvl1pPr>
              <a:defRPr/>
            </a:lvl1pPr>
          </a:lstStyle>
          <a:p>
            <a:pPr>
              <a:defRPr/>
            </a:pPr>
            <a:endParaRPr lang="en-US" altLang="en-US"/>
          </a:p>
        </p:txBody>
      </p:sp>
      <p:sp>
        <p:nvSpPr>
          <p:cNvPr id="6" name="Rectangle 453"/>
          <p:cNvSpPr>
            <a:spLocks noGrp="1" noChangeArrowheads="1"/>
          </p:cNvSpPr>
          <p:nvPr>
            <p:ph type="sldNum" sz="quarter" idx="12"/>
          </p:nvPr>
        </p:nvSpPr>
        <p:spPr/>
        <p:txBody>
          <a:bodyPr/>
          <a:lstStyle>
            <a:lvl1pPr>
              <a:defRPr/>
            </a:lvl1pPr>
          </a:lstStyle>
          <a:p>
            <a:pPr>
              <a:defRPr/>
            </a:pPr>
            <a:fld id="{92A77C81-1E16-4EEE-811B-44F47E6433B1}" type="slidenum">
              <a:rPr lang="en-US" altLang="en-US"/>
            </a:fld>
            <a:endParaRPr lang="en-US"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49"/>
          <p:cNvSpPr>
            <a:spLocks noGrp="1" noChangeArrowheads="1"/>
          </p:cNvSpPr>
          <p:nvPr>
            <p:ph type="dt" sz="half" idx="10"/>
          </p:nvPr>
        </p:nvSpPr>
        <p:spPr/>
        <p:txBody>
          <a:bodyPr/>
          <a:lstStyle>
            <a:lvl1pPr>
              <a:defRPr/>
            </a:lvl1pPr>
          </a:lstStyle>
          <a:p>
            <a:pPr>
              <a:defRPr/>
            </a:pPr>
            <a:fld id="{061E700B-3DF5-4235-A7CF-AEC465583E1E}" type="datetimeFigureOut">
              <a:rPr lang="en-US" altLang="en-US"/>
            </a:fld>
            <a:endParaRPr lang="en-US" altLang="en-US" b="1" i="1"/>
          </a:p>
        </p:txBody>
      </p:sp>
      <p:sp>
        <p:nvSpPr>
          <p:cNvPr id="6" name="Rectangle 451"/>
          <p:cNvSpPr>
            <a:spLocks noGrp="1" noChangeArrowheads="1"/>
          </p:cNvSpPr>
          <p:nvPr>
            <p:ph type="ftr" sz="quarter" idx="11"/>
          </p:nvPr>
        </p:nvSpPr>
        <p:spPr/>
        <p:txBody>
          <a:bodyPr/>
          <a:lstStyle>
            <a:lvl1pPr>
              <a:defRPr/>
            </a:lvl1pPr>
          </a:lstStyle>
          <a:p>
            <a:pPr>
              <a:defRPr/>
            </a:pPr>
            <a:endParaRPr lang="en-US" altLang="en-US"/>
          </a:p>
        </p:txBody>
      </p:sp>
      <p:sp>
        <p:nvSpPr>
          <p:cNvPr id="7" name="Rectangle 453"/>
          <p:cNvSpPr>
            <a:spLocks noGrp="1" noChangeArrowheads="1"/>
          </p:cNvSpPr>
          <p:nvPr>
            <p:ph type="sldNum" sz="quarter" idx="12"/>
          </p:nvPr>
        </p:nvSpPr>
        <p:spPr/>
        <p:txBody>
          <a:bodyPr/>
          <a:lstStyle>
            <a:lvl1pPr>
              <a:defRPr/>
            </a:lvl1pPr>
          </a:lstStyle>
          <a:p>
            <a:pPr>
              <a:defRPr/>
            </a:pPr>
            <a:fld id="{69649325-7CA9-434E-8F0F-65023E92A7D8}" type="slidenum">
              <a:rPr lang="en-US" altLang="en-US"/>
            </a:fld>
            <a:endParaRPr lang="en-US"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49"/>
          <p:cNvSpPr>
            <a:spLocks noGrp="1" noChangeArrowheads="1"/>
          </p:cNvSpPr>
          <p:nvPr>
            <p:ph type="dt" sz="half" idx="10"/>
          </p:nvPr>
        </p:nvSpPr>
        <p:spPr/>
        <p:txBody>
          <a:bodyPr/>
          <a:lstStyle>
            <a:lvl1pPr>
              <a:defRPr/>
            </a:lvl1pPr>
          </a:lstStyle>
          <a:p>
            <a:pPr>
              <a:defRPr/>
            </a:pPr>
            <a:fld id="{1356539D-14F6-4F38-BB4C-A97A2A5C27D3}" type="datetimeFigureOut">
              <a:rPr lang="en-US" altLang="en-US"/>
            </a:fld>
            <a:endParaRPr lang="en-US" altLang="en-US" b="1" i="1"/>
          </a:p>
        </p:txBody>
      </p:sp>
      <p:sp>
        <p:nvSpPr>
          <p:cNvPr id="8" name="Rectangle 451"/>
          <p:cNvSpPr>
            <a:spLocks noGrp="1" noChangeArrowheads="1"/>
          </p:cNvSpPr>
          <p:nvPr>
            <p:ph type="ftr" sz="quarter" idx="11"/>
          </p:nvPr>
        </p:nvSpPr>
        <p:spPr/>
        <p:txBody>
          <a:bodyPr/>
          <a:lstStyle>
            <a:lvl1pPr>
              <a:defRPr/>
            </a:lvl1pPr>
          </a:lstStyle>
          <a:p>
            <a:pPr>
              <a:defRPr/>
            </a:pPr>
            <a:endParaRPr lang="en-US" altLang="en-US"/>
          </a:p>
        </p:txBody>
      </p:sp>
      <p:sp>
        <p:nvSpPr>
          <p:cNvPr id="9" name="Rectangle 453"/>
          <p:cNvSpPr>
            <a:spLocks noGrp="1" noChangeArrowheads="1"/>
          </p:cNvSpPr>
          <p:nvPr>
            <p:ph type="sldNum" sz="quarter" idx="12"/>
          </p:nvPr>
        </p:nvSpPr>
        <p:spPr/>
        <p:txBody>
          <a:bodyPr/>
          <a:lstStyle>
            <a:lvl1pPr>
              <a:defRPr/>
            </a:lvl1pPr>
          </a:lstStyle>
          <a:p>
            <a:pPr>
              <a:defRPr/>
            </a:pPr>
            <a:fld id="{6B9E2B3E-559F-4D1C-AE09-132DE8749EAC}" type="slidenum">
              <a:rPr lang="en-US" altLang="en-US"/>
            </a:fld>
            <a:endParaRPr lang="en-US"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49"/>
          <p:cNvSpPr>
            <a:spLocks noGrp="1" noChangeArrowheads="1"/>
          </p:cNvSpPr>
          <p:nvPr>
            <p:ph type="dt" sz="half" idx="10"/>
          </p:nvPr>
        </p:nvSpPr>
        <p:spPr/>
        <p:txBody>
          <a:bodyPr/>
          <a:lstStyle>
            <a:lvl1pPr>
              <a:defRPr/>
            </a:lvl1pPr>
          </a:lstStyle>
          <a:p>
            <a:pPr>
              <a:defRPr/>
            </a:pPr>
            <a:fld id="{A9876A47-C7C5-4F9E-9BC5-986E4DB62517}" type="datetimeFigureOut">
              <a:rPr lang="en-US" altLang="en-US"/>
            </a:fld>
            <a:endParaRPr lang="en-US" altLang="en-US" b="1" i="1"/>
          </a:p>
        </p:txBody>
      </p:sp>
      <p:sp>
        <p:nvSpPr>
          <p:cNvPr id="4" name="Rectangle 451"/>
          <p:cNvSpPr>
            <a:spLocks noGrp="1" noChangeArrowheads="1"/>
          </p:cNvSpPr>
          <p:nvPr>
            <p:ph type="ftr" sz="quarter" idx="11"/>
          </p:nvPr>
        </p:nvSpPr>
        <p:spPr/>
        <p:txBody>
          <a:bodyPr/>
          <a:lstStyle>
            <a:lvl1pPr>
              <a:defRPr/>
            </a:lvl1pPr>
          </a:lstStyle>
          <a:p>
            <a:pPr>
              <a:defRPr/>
            </a:pPr>
            <a:endParaRPr lang="en-US" altLang="en-US"/>
          </a:p>
        </p:txBody>
      </p:sp>
      <p:sp>
        <p:nvSpPr>
          <p:cNvPr id="5" name="Rectangle 453"/>
          <p:cNvSpPr>
            <a:spLocks noGrp="1" noChangeArrowheads="1"/>
          </p:cNvSpPr>
          <p:nvPr>
            <p:ph type="sldNum" sz="quarter" idx="12"/>
          </p:nvPr>
        </p:nvSpPr>
        <p:spPr/>
        <p:txBody>
          <a:bodyPr/>
          <a:lstStyle>
            <a:lvl1pPr>
              <a:defRPr/>
            </a:lvl1pPr>
          </a:lstStyle>
          <a:p>
            <a:pPr>
              <a:defRPr/>
            </a:pPr>
            <a:fld id="{45EFFE56-BA52-4195-BCA0-8FFAE5E97EC9}" type="slidenum">
              <a:rPr lang="en-US" altLang="en-US"/>
            </a:fld>
            <a:endParaRPr lang="en-US"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49"/>
          <p:cNvSpPr>
            <a:spLocks noGrp="1" noChangeArrowheads="1"/>
          </p:cNvSpPr>
          <p:nvPr>
            <p:ph type="dt" sz="half" idx="10"/>
          </p:nvPr>
        </p:nvSpPr>
        <p:spPr/>
        <p:txBody>
          <a:bodyPr/>
          <a:lstStyle>
            <a:lvl1pPr>
              <a:defRPr/>
            </a:lvl1pPr>
          </a:lstStyle>
          <a:p>
            <a:pPr>
              <a:defRPr/>
            </a:pPr>
            <a:fld id="{90C67966-6697-4E74-8C91-417A05AF67C9}" type="datetimeFigureOut">
              <a:rPr lang="en-US" altLang="en-US"/>
            </a:fld>
            <a:endParaRPr lang="en-US" altLang="en-US" b="1" i="1"/>
          </a:p>
        </p:txBody>
      </p:sp>
      <p:sp>
        <p:nvSpPr>
          <p:cNvPr id="3" name="Rectangle 451"/>
          <p:cNvSpPr>
            <a:spLocks noGrp="1" noChangeArrowheads="1"/>
          </p:cNvSpPr>
          <p:nvPr>
            <p:ph type="ftr" sz="quarter" idx="11"/>
          </p:nvPr>
        </p:nvSpPr>
        <p:spPr/>
        <p:txBody>
          <a:bodyPr/>
          <a:lstStyle>
            <a:lvl1pPr>
              <a:defRPr/>
            </a:lvl1pPr>
          </a:lstStyle>
          <a:p>
            <a:pPr>
              <a:defRPr/>
            </a:pPr>
            <a:endParaRPr lang="en-US" altLang="en-US"/>
          </a:p>
        </p:txBody>
      </p:sp>
      <p:sp>
        <p:nvSpPr>
          <p:cNvPr id="4" name="Rectangle 453"/>
          <p:cNvSpPr>
            <a:spLocks noGrp="1" noChangeArrowheads="1"/>
          </p:cNvSpPr>
          <p:nvPr>
            <p:ph type="sldNum" sz="quarter" idx="12"/>
          </p:nvPr>
        </p:nvSpPr>
        <p:spPr/>
        <p:txBody>
          <a:bodyPr/>
          <a:lstStyle>
            <a:lvl1pPr>
              <a:defRPr/>
            </a:lvl1pPr>
          </a:lstStyle>
          <a:p>
            <a:pPr>
              <a:defRPr/>
            </a:pPr>
            <a:fld id="{BEA16CCF-A4C2-496C-9B13-34DAD193FB8D}" type="slidenum">
              <a:rPr lang="en-US" altLang="en-US"/>
            </a:fld>
            <a:endParaRPr lang="en-US"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49"/>
          <p:cNvSpPr>
            <a:spLocks noGrp="1" noChangeArrowheads="1"/>
          </p:cNvSpPr>
          <p:nvPr>
            <p:ph type="dt" sz="half" idx="10"/>
          </p:nvPr>
        </p:nvSpPr>
        <p:spPr/>
        <p:txBody>
          <a:bodyPr/>
          <a:lstStyle>
            <a:lvl1pPr>
              <a:defRPr/>
            </a:lvl1pPr>
          </a:lstStyle>
          <a:p>
            <a:pPr>
              <a:defRPr/>
            </a:pPr>
            <a:fld id="{87FFE0A9-1BB3-451F-9AB8-413281CB6C01}" type="datetimeFigureOut">
              <a:rPr lang="en-US" altLang="en-US"/>
            </a:fld>
            <a:endParaRPr lang="en-US" altLang="en-US" b="1" i="1"/>
          </a:p>
        </p:txBody>
      </p:sp>
      <p:sp>
        <p:nvSpPr>
          <p:cNvPr id="6" name="Rectangle 451"/>
          <p:cNvSpPr>
            <a:spLocks noGrp="1" noChangeArrowheads="1"/>
          </p:cNvSpPr>
          <p:nvPr>
            <p:ph type="ftr" sz="quarter" idx="11"/>
          </p:nvPr>
        </p:nvSpPr>
        <p:spPr/>
        <p:txBody>
          <a:bodyPr/>
          <a:lstStyle>
            <a:lvl1pPr>
              <a:defRPr/>
            </a:lvl1pPr>
          </a:lstStyle>
          <a:p>
            <a:pPr>
              <a:defRPr/>
            </a:pPr>
            <a:endParaRPr lang="en-US" altLang="en-US"/>
          </a:p>
        </p:txBody>
      </p:sp>
      <p:sp>
        <p:nvSpPr>
          <p:cNvPr id="7" name="Rectangle 453"/>
          <p:cNvSpPr>
            <a:spLocks noGrp="1" noChangeArrowheads="1"/>
          </p:cNvSpPr>
          <p:nvPr>
            <p:ph type="sldNum" sz="quarter" idx="12"/>
          </p:nvPr>
        </p:nvSpPr>
        <p:spPr/>
        <p:txBody>
          <a:bodyPr/>
          <a:lstStyle>
            <a:lvl1pPr>
              <a:defRPr/>
            </a:lvl1pPr>
          </a:lstStyle>
          <a:p>
            <a:pPr>
              <a:defRPr/>
            </a:pPr>
            <a:fld id="{3027222B-C898-449D-AEFB-42597E597A46}" type="slidenum">
              <a:rPr lang="en-US" altLang="en-US"/>
            </a:fld>
            <a:endParaRPr lang="en-US"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49"/>
          <p:cNvSpPr>
            <a:spLocks noGrp="1" noChangeArrowheads="1"/>
          </p:cNvSpPr>
          <p:nvPr>
            <p:ph type="dt" sz="half" idx="10"/>
          </p:nvPr>
        </p:nvSpPr>
        <p:spPr/>
        <p:txBody>
          <a:bodyPr/>
          <a:lstStyle>
            <a:lvl1pPr>
              <a:defRPr/>
            </a:lvl1pPr>
          </a:lstStyle>
          <a:p>
            <a:pPr>
              <a:defRPr/>
            </a:pPr>
            <a:fld id="{A66E6A3C-4059-4471-865B-F418C62ADF28}" type="datetimeFigureOut">
              <a:rPr lang="en-US" altLang="en-US"/>
            </a:fld>
            <a:endParaRPr lang="en-US" altLang="en-US" b="1" i="1"/>
          </a:p>
        </p:txBody>
      </p:sp>
      <p:sp>
        <p:nvSpPr>
          <p:cNvPr id="6" name="Rectangle 451"/>
          <p:cNvSpPr>
            <a:spLocks noGrp="1" noChangeArrowheads="1"/>
          </p:cNvSpPr>
          <p:nvPr>
            <p:ph type="ftr" sz="quarter" idx="11"/>
          </p:nvPr>
        </p:nvSpPr>
        <p:spPr/>
        <p:txBody>
          <a:bodyPr/>
          <a:lstStyle>
            <a:lvl1pPr>
              <a:defRPr/>
            </a:lvl1pPr>
          </a:lstStyle>
          <a:p>
            <a:pPr>
              <a:defRPr/>
            </a:pPr>
            <a:endParaRPr lang="en-US" altLang="en-US"/>
          </a:p>
        </p:txBody>
      </p:sp>
      <p:sp>
        <p:nvSpPr>
          <p:cNvPr id="7" name="Rectangle 453"/>
          <p:cNvSpPr>
            <a:spLocks noGrp="1" noChangeArrowheads="1"/>
          </p:cNvSpPr>
          <p:nvPr>
            <p:ph type="sldNum" sz="quarter" idx="12"/>
          </p:nvPr>
        </p:nvSpPr>
        <p:spPr/>
        <p:txBody>
          <a:bodyPr/>
          <a:lstStyle>
            <a:lvl1pPr>
              <a:defRPr/>
            </a:lvl1pPr>
          </a:lstStyle>
          <a:p>
            <a:pPr>
              <a:defRPr/>
            </a:pPr>
            <a:fld id="{C6F1D3F7-D650-434D-A703-8189F7C7F86E}" type="slidenum">
              <a:rPr lang="en-US" altLang="en-US"/>
            </a:fld>
            <a:endParaRPr lang="en-US"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49"/>
          <p:cNvSpPr>
            <a:spLocks noGrp="1" noChangeArrowheads="1"/>
          </p:cNvSpPr>
          <p:nvPr>
            <p:ph type="dt" sz="half" idx="10"/>
          </p:nvPr>
        </p:nvSpPr>
        <p:spPr/>
        <p:txBody>
          <a:bodyPr/>
          <a:lstStyle>
            <a:lvl1pPr>
              <a:defRPr/>
            </a:lvl1pPr>
          </a:lstStyle>
          <a:p>
            <a:pPr>
              <a:defRPr/>
            </a:pPr>
            <a:fld id="{99C06BA0-8199-4DB2-8A7D-EC390EA15F0A}" type="datetimeFigureOut">
              <a:rPr lang="en-US" altLang="en-US"/>
            </a:fld>
            <a:endParaRPr lang="en-US" altLang="en-US" b="1" i="1"/>
          </a:p>
        </p:txBody>
      </p:sp>
      <p:sp>
        <p:nvSpPr>
          <p:cNvPr id="5" name="Rectangle 451"/>
          <p:cNvSpPr>
            <a:spLocks noGrp="1" noChangeArrowheads="1"/>
          </p:cNvSpPr>
          <p:nvPr>
            <p:ph type="ftr" sz="quarter" idx="11"/>
          </p:nvPr>
        </p:nvSpPr>
        <p:spPr/>
        <p:txBody>
          <a:bodyPr/>
          <a:lstStyle>
            <a:lvl1pPr>
              <a:defRPr/>
            </a:lvl1pPr>
          </a:lstStyle>
          <a:p>
            <a:pPr>
              <a:defRPr/>
            </a:pPr>
            <a:endParaRPr lang="en-US" altLang="en-US"/>
          </a:p>
        </p:txBody>
      </p:sp>
      <p:sp>
        <p:nvSpPr>
          <p:cNvPr id="6" name="Rectangle 453"/>
          <p:cNvSpPr>
            <a:spLocks noGrp="1" noChangeArrowheads="1"/>
          </p:cNvSpPr>
          <p:nvPr>
            <p:ph type="sldNum" sz="quarter" idx="12"/>
          </p:nvPr>
        </p:nvSpPr>
        <p:spPr/>
        <p:txBody>
          <a:bodyPr/>
          <a:lstStyle>
            <a:lvl1pPr>
              <a:defRPr/>
            </a:lvl1pPr>
          </a:lstStyle>
          <a:p>
            <a:pPr>
              <a:defRPr/>
            </a:pPr>
            <a:fld id="{07A1360F-8EE2-41D0-8204-EFF0EB5D2A82}" type="slidenum">
              <a:rPr lang="en-US" altLang="en-US"/>
            </a:fld>
            <a:endParaRPr lang="en-US"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49"/>
          <p:cNvSpPr>
            <a:spLocks noGrp="1" noChangeArrowheads="1"/>
          </p:cNvSpPr>
          <p:nvPr>
            <p:ph type="dt" sz="half" idx="10"/>
          </p:nvPr>
        </p:nvSpPr>
        <p:spPr/>
        <p:txBody>
          <a:bodyPr/>
          <a:lstStyle>
            <a:lvl1pPr>
              <a:defRPr/>
            </a:lvl1pPr>
          </a:lstStyle>
          <a:p>
            <a:pPr>
              <a:defRPr/>
            </a:pPr>
            <a:fld id="{2DE0B398-5DCD-451B-9C0D-AF7129D20402}" type="datetimeFigureOut">
              <a:rPr lang="en-US" altLang="en-US"/>
            </a:fld>
            <a:endParaRPr lang="en-US" altLang="en-US" b="1" i="1"/>
          </a:p>
        </p:txBody>
      </p:sp>
      <p:sp>
        <p:nvSpPr>
          <p:cNvPr id="5" name="Rectangle 451"/>
          <p:cNvSpPr>
            <a:spLocks noGrp="1" noChangeArrowheads="1"/>
          </p:cNvSpPr>
          <p:nvPr>
            <p:ph type="ftr" sz="quarter" idx="11"/>
          </p:nvPr>
        </p:nvSpPr>
        <p:spPr/>
        <p:txBody>
          <a:bodyPr/>
          <a:lstStyle>
            <a:lvl1pPr>
              <a:defRPr/>
            </a:lvl1pPr>
          </a:lstStyle>
          <a:p>
            <a:pPr>
              <a:defRPr/>
            </a:pPr>
            <a:endParaRPr lang="en-US" altLang="en-US"/>
          </a:p>
        </p:txBody>
      </p:sp>
      <p:sp>
        <p:nvSpPr>
          <p:cNvPr id="6" name="Rectangle 453"/>
          <p:cNvSpPr>
            <a:spLocks noGrp="1" noChangeArrowheads="1"/>
          </p:cNvSpPr>
          <p:nvPr>
            <p:ph type="sldNum" sz="quarter" idx="12"/>
          </p:nvPr>
        </p:nvSpPr>
        <p:spPr/>
        <p:txBody>
          <a:bodyPr/>
          <a:lstStyle>
            <a:lvl1pPr>
              <a:defRPr/>
            </a:lvl1pPr>
          </a:lstStyle>
          <a:p>
            <a:pPr>
              <a:defRPr/>
            </a:pPr>
            <a:fld id="{320AA2E5-2984-47CC-99E5-52C4D7DC240D}" type="slidenum">
              <a:rPr lang="en-US" altLang="en-US"/>
            </a:fld>
            <a:endParaRPr lang="en-US"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59"/>
          <p:cNvSpPr>
            <a:spLocks noGrp="1" noChangeArrowheads="1"/>
          </p:cNvSpPr>
          <p:nvPr>
            <p:ph type="dt" sz="half" idx="10"/>
          </p:nvPr>
        </p:nvSpPr>
        <p:spPr/>
        <p:txBody>
          <a:bodyPr/>
          <a:lstStyle>
            <a:lvl1pPr>
              <a:defRPr/>
            </a:lvl1pPr>
          </a:lstStyle>
          <a:p>
            <a:pPr>
              <a:defRPr/>
            </a:pPr>
            <a:fld id="{858761E6-2EE7-4D9B-AEDA-D9FEA8F62A1C}" type="datetimeFigureOut">
              <a:rPr lang="en-US" altLang="en-US"/>
            </a:fld>
            <a:endParaRPr lang="en-US" altLang="en-US" b="1" i="1"/>
          </a:p>
        </p:txBody>
      </p:sp>
      <p:sp>
        <p:nvSpPr>
          <p:cNvPr id="5" name="Rectangle 461"/>
          <p:cNvSpPr>
            <a:spLocks noGrp="1" noChangeArrowheads="1"/>
          </p:cNvSpPr>
          <p:nvPr>
            <p:ph type="ftr" sz="quarter" idx="11"/>
          </p:nvPr>
        </p:nvSpPr>
        <p:spPr/>
        <p:txBody>
          <a:bodyPr/>
          <a:lstStyle>
            <a:lvl1pPr>
              <a:defRPr/>
            </a:lvl1pPr>
          </a:lstStyle>
          <a:p>
            <a:pPr>
              <a:defRPr/>
            </a:pPr>
            <a:endParaRPr lang="en-US" altLang="en-US"/>
          </a:p>
        </p:txBody>
      </p:sp>
      <p:sp>
        <p:nvSpPr>
          <p:cNvPr id="6" name="Rectangle 463"/>
          <p:cNvSpPr>
            <a:spLocks noGrp="1" noChangeArrowheads="1"/>
          </p:cNvSpPr>
          <p:nvPr>
            <p:ph type="sldNum" sz="quarter" idx="12"/>
          </p:nvPr>
        </p:nvSpPr>
        <p:spPr/>
        <p:txBody>
          <a:bodyPr/>
          <a:lstStyle>
            <a:lvl1pPr>
              <a:defRPr/>
            </a:lvl1pPr>
          </a:lstStyle>
          <a:p>
            <a:pPr>
              <a:defRPr/>
            </a:pPr>
            <a:fld id="{EC690775-514F-41E2-A78A-371D80430931}" type="slidenum">
              <a:rPr lang="en-US" altLang="en-US"/>
            </a:fld>
            <a:endParaRPr lang="en-US"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59"/>
          <p:cNvSpPr>
            <a:spLocks noGrp="1" noChangeArrowheads="1"/>
          </p:cNvSpPr>
          <p:nvPr>
            <p:ph type="dt" sz="half" idx="10"/>
          </p:nvPr>
        </p:nvSpPr>
        <p:spPr/>
        <p:txBody>
          <a:bodyPr/>
          <a:lstStyle>
            <a:lvl1pPr>
              <a:defRPr/>
            </a:lvl1pPr>
          </a:lstStyle>
          <a:p>
            <a:pPr>
              <a:defRPr/>
            </a:pPr>
            <a:fld id="{51E0887B-F5F6-492F-8DC7-80149BB9DD72}" type="datetimeFigureOut">
              <a:rPr lang="en-US" altLang="en-US"/>
            </a:fld>
            <a:endParaRPr lang="en-US" altLang="en-US" b="1" i="1"/>
          </a:p>
        </p:txBody>
      </p:sp>
      <p:sp>
        <p:nvSpPr>
          <p:cNvPr id="5" name="Rectangle 461"/>
          <p:cNvSpPr>
            <a:spLocks noGrp="1" noChangeArrowheads="1"/>
          </p:cNvSpPr>
          <p:nvPr>
            <p:ph type="ftr" sz="quarter" idx="11"/>
          </p:nvPr>
        </p:nvSpPr>
        <p:spPr/>
        <p:txBody>
          <a:bodyPr/>
          <a:lstStyle>
            <a:lvl1pPr>
              <a:defRPr/>
            </a:lvl1pPr>
          </a:lstStyle>
          <a:p>
            <a:pPr>
              <a:defRPr/>
            </a:pPr>
            <a:endParaRPr lang="en-US" altLang="en-US"/>
          </a:p>
        </p:txBody>
      </p:sp>
      <p:sp>
        <p:nvSpPr>
          <p:cNvPr id="6" name="Rectangle 463"/>
          <p:cNvSpPr>
            <a:spLocks noGrp="1" noChangeArrowheads="1"/>
          </p:cNvSpPr>
          <p:nvPr>
            <p:ph type="sldNum" sz="quarter" idx="12"/>
          </p:nvPr>
        </p:nvSpPr>
        <p:spPr/>
        <p:txBody>
          <a:bodyPr/>
          <a:lstStyle>
            <a:lvl1pPr>
              <a:defRPr/>
            </a:lvl1pPr>
          </a:lstStyle>
          <a:p>
            <a:pPr>
              <a:defRPr/>
            </a:pPr>
            <a:fld id="{77A13631-88CD-4CA8-AB8A-C0B41A3476D1}" type="slidenum">
              <a:rPr lang="en-US" altLang="en-US"/>
            </a:fld>
            <a:endParaRPr lang="en-US"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59"/>
          <p:cNvSpPr>
            <a:spLocks noGrp="1" noChangeArrowheads="1"/>
          </p:cNvSpPr>
          <p:nvPr>
            <p:ph type="dt" sz="half" idx="10"/>
          </p:nvPr>
        </p:nvSpPr>
        <p:spPr/>
        <p:txBody>
          <a:bodyPr/>
          <a:lstStyle>
            <a:lvl1pPr>
              <a:defRPr/>
            </a:lvl1pPr>
          </a:lstStyle>
          <a:p>
            <a:pPr>
              <a:defRPr/>
            </a:pPr>
            <a:fld id="{69AE47D6-EC8F-49F6-8F4A-C33DFA90B757}" type="datetimeFigureOut">
              <a:rPr lang="en-US" altLang="en-US"/>
            </a:fld>
            <a:endParaRPr lang="en-US" altLang="en-US" b="1" i="1"/>
          </a:p>
        </p:txBody>
      </p:sp>
      <p:sp>
        <p:nvSpPr>
          <p:cNvPr id="5" name="Rectangle 461"/>
          <p:cNvSpPr>
            <a:spLocks noGrp="1" noChangeArrowheads="1"/>
          </p:cNvSpPr>
          <p:nvPr>
            <p:ph type="ftr" sz="quarter" idx="11"/>
          </p:nvPr>
        </p:nvSpPr>
        <p:spPr/>
        <p:txBody>
          <a:bodyPr/>
          <a:lstStyle>
            <a:lvl1pPr>
              <a:defRPr/>
            </a:lvl1pPr>
          </a:lstStyle>
          <a:p>
            <a:pPr>
              <a:defRPr/>
            </a:pPr>
            <a:endParaRPr lang="en-US" altLang="en-US"/>
          </a:p>
        </p:txBody>
      </p:sp>
      <p:sp>
        <p:nvSpPr>
          <p:cNvPr id="6" name="Rectangle 463"/>
          <p:cNvSpPr>
            <a:spLocks noGrp="1" noChangeArrowheads="1"/>
          </p:cNvSpPr>
          <p:nvPr>
            <p:ph type="sldNum" sz="quarter" idx="12"/>
          </p:nvPr>
        </p:nvSpPr>
        <p:spPr/>
        <p:txBody>
          <a:bodyPr/>
          <a:lstStyle>
            <a:lvl1pPr>
              <a:defRPr/>
            </a:lvl1pPr>
          </a:lstStyle>
          <a:p>
            <a:pPr>
              <a:defRPr/>
            </a:pPr>
            <a:fld id="{28C0CBFA-B002-4836-8E9D-4C6A8D1FA67A}" type="slidenum">
              <a:rPr lang="en-US" altLang="en-US"/>
            </a:fld>
            <a:endParaRPr lang="en-US"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59"/>
          <p:cNvSpPr>
            <a:spLocks noGrp="1" noChangeArrowheads="1"/>
          </p:cNvSpPr>
          <p:nvPr>
            <p:ph type="dt" sz="half" idx="10"/>
          </p:nvPr>
        </p:nvSpPr>
        <p:spPr/>
        <p:txBody>
          <a:bodyPr/>
          <a:lstStyle>
            <a:lvl1pPr>
              <a:defRPr/>
            </a:lvl1pPr>
          </a:lstStyle>
          <a:p>
            <a:pPr>
              <a:defRPr/>
            </a:pPr>
            <a:fld id="{1C7E1D96-0E9F-4357-8681-A2AD5920A9F0}" type="datetimeFigureOut">
              <a:rPr lang="en-US" altLang="en-US"/>
            </a:fld>
            <a:endParaRPr lang="en-US" altLang="en-US" b="1" i="1"/>
          </a:p>
        </p:txBody>
      </p:sp>
      <p:sp>
        <p:nvSpPr>
          <p:cNvPr id="6" name="Rectangle 461"/>
          <p:cNvSpPr>
            <a:spLocks noGrp="1" noChangeArrowheads="1"/>
          </p:cNvSpPr>
          <p:nvPr>
            <p:ph type="ftr" sz="quarter" idx="11"/>
          </p:nvPr>
        </p:nvSpPr>
        <p:spPr/>
        <p:txBody>
          <a:bodyPr/>
          <a:lstStyle>
            <a:lvl1pPr>
              <a:defRPr/>
            </a:lvl1pPr>
          </a:lstStyle>
          <a:p>
            <a:pPr>
              <a:defRPr/>
            </a:pPr>
            <a:endParaRPr lang="en-US" altLang="en-US"/>
          </a:p>
        </p:txBody>
      </p:sp>
      <p:sp>
        <p:nvSpPr>
          <p:cNvPr id="7" name="Rectangle 463"/>
          <p:cNvSpPr>
            <a:spLocks noGrp="1" noChangeArrowheads="1"/>
          </p:cNvSpPr>
          <p:nvPr>
            <p:ph type="sldNum" sz="quarter" idx="12"/>
          </p:nvPr>
        </p:nvSpPr>
        <p:spPr/>
        <p:txBody>
          <a:bodyPr/>
          <a:lstStyle>
            <a:lvl1pPr>
              <a:defRPr/>
            </a:lvl1pPr>
          </a:lstStyle>
          <a:p>
            <a:pPr>
              <a:defRPr/>
            </a:pPr>
            <a:fld id="{232EA664-D5C8-49D9-A4C2-857FD51C39C1}" type="slidenum">
              <a:rPr lang="en-US" altLang="en-US"/>
            </a:fld>
            <a:endParaRPr lang="en-US"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59"/>
          <p:cNvSpPr>
            <a:spLocks noGrp="1" noChangeArrowheads="1"/>
          </p:cNvSpPr>
          <p:nvPr>
            <p:ph type="dt" sz="half" idx="10"/>
          </p:nvPr>
        </p:nvSpPr>
        <p:spPr/>
        <p:txBody>
          <a:bodyPr/>
          <a:lstStyle>
            <a:lvl1pPr>
              <a:defRPr/>
            </a:lvl1pPr>
          </a:lstStyle>
          <a:p>
            <a:pPr>
              <a:defRPr/>
            </a:pPr>
            <a:fld id="{7A6A3BB7-3556-42F0-9B53-2C88AC4A8D69}" type="datetimeFigureOut">
              <a:rPr lang="en-US" altLang="en-US"/>
            </a:fld>
            <a:endParaRPr lang="en-US" altLang="en-US" b="1" i="1"/>
          </a:p>
        </p:txBody>
      </p:sp>
      <p:sp>
        <p:nvSpPr>
          <p:cNvPr id="8" name="Rectangle 461"/>
          <p:cNvSpPr>
            <a:spLocks noGrp="1" noChangeArrowheads="1"/>
          </p:cNvSpPr>
          <p:nvPr>
            <p:ph type="ftr" sz="quarter" idx="11"/>
          </p:nvPr>
        </p:nvSpPr>
        <p:spPr/>
        <p:txBody>
          <a:bodyPr/>
          <a:lstStyle>
            <a:lvl1pPr>
              <a:defRPr/>
            </a:lvl1pPr>
          </a:lstStyle>
          <a:p>
            <a:pPr>
              <a:defRPr/>
            </a:pPr>
            <a:endParaRPr lang="en-US" altLang="en-US"/>
          </a:p>
        </p:txBody>
      </p:sp>
      <p:sp>
        <p:nvSpPr>
          <p:cNvPr id="9" name="Rectangle 463"/>
          <p:cNvSpPr>
            <a:spLocks noGrp="1" noChangeArrowheads="1"/>
          </p:cNvSpPr>
          <p:nvPr>
            <p:ph type="sldNum" sz="quarter" idx="12"/>
          </p:nvPr>
        </p:nvSpPr>
        <p:spPr/>
        <p:txBody>
          <a:bodyPr/>
          <a:lstStyle>
            <a:lvl1pPr>
              <a:defRPr/>
            </a:lvl1pPr>
          </a:lstStyle>
          <a:p>
            <a:pPr>
              <a:defRPr/>
            </a:pPr>
            <a:fld id="{B4CF1896-CEE1-401F-A984-E574115215CD}" type="slidenum">
              <a:rPr lang="en-US" altLang="en-US"/>
            </a:fld>
            <a:endParaRPr lang="en-US"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59"/>
          <p:cNvSpPr>
            <a:spLocks noGrp="1" noChangeArrowheads="1"/>
          </p:cNvSpPr>
          <p:nvPr>
            <p:ph type="dt" sz="half" idx="10"/>
          </p:nvPr>
        </p:nvSpPr>
        <p:spPr/>
        <p:txBody>
          <a:bodyPr/>
          <a:lstStyle>
            <a:lvl1pPr>
              <a:defRPr/>
            </a:lvl1pPr>
          </a:lstStyle>
          <a:p>
            <a:pPr>
              <a:defRPr/>
            </a:pPr>
            <a:fld id="{A28F1139-ACB8-4F31-A66E-4330EC40E305}" type="datetimeFigureOut">
              <a:rPr lang="en-US" altLang="en-US"/>
            </a:fld>
            <a:endParaRPr lang="en-US" altLang="en-US" b="1" i="1"/>
          </a:p>
        </p:txBody>
      </p:sp>
      <p:sp>
        <p:nvSpPr>
          <p:cNvPr id="4" name="Rectangle 461"/>
          <p:cNvSpPr>
            <a:spLocks noGrp="1" noChangeArrowheads="1"/>
          </p:cNvSpPr>
          <p:nvPr>
            <p:ph type="ftr" sz="quarter" idx="11"/>
          </p:nvPr>
        </p:nvSpPr>
        <p:spPr/>
        <p:txBody>
          <a:bodyPr/>
          <a:lstStyle>
            <a:lvl1pPr>
              <a:defRPr/>
            </a:lvl1pPr>
          </a:lstStyle>
          <a:p>
            <a:pPr>
              <a:defRPr/>
            </a:pPr>
            <a:endParaRPr lang="en-US" altLang="en-US"/>
          </a:p>
        </p:txBody>
      </p:sp>
      <p:sp>
        <p:nvSpPr>
          <p:cNvPr id="5" name="Rectangle 463"/>
          <p:cNvSpPr>
            <a:spLocks noGrp="1" noChangeArrowheads="1"/>
          </p:cNvSpPr>
          <p:nvPr>
            <p:ph type="sldNum" sz="quarter" idx="12"/>
          </p:nvPr>
        </p:nvSpPr>
        <p:spPr/>
        <p:txBody>
          <a:bodyPr/>
          <a:lstStyle>
            <a:lvl1pPr>
              <a:defRPr/>
            </a:lvl1pPr>
          </a:lstStyle>
          <a:p>
            <a:pPr>
              <a:defRPr/>
            </a:pPr>
            <a:fld id="{74A81D86-5770-4E00-894B-F806B3F0B5F8}" type="slidenum">
              <a:rPr lang="en-US" altLang="en-US"/>
            </a:fld>
            <a:endParaRPr lang="en-US"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59"/>
          <p:cNvSpPr>
            <a:spLocks noGrp="1" noChangeArrowheads="1"/>
          </p:cNvSpPr>
          <p:nvPr>
            <p:ph type="dt" sz="half" idx="10"/>
          </p:nvPr>
        </p:nvSpPr>
        <p:spPr/>
        <p:txBody>
          <a:bodyPr/>
          <a:lstStyle>
            <a:lvl1pPr>
              <a:defRPr/>
            </a:lvl1pPr>
          </a:lstStyle>
          <a:p>
            <a:pPr>
              <a:defRPr/>
            </a:pPr>
            <a:fld id="{F00B7B5E-43FB-42B0-AF8E-5848090B8CEB}" type="datetimeFigureOut">
              <a:rPr lang="en-US" altLang="en-US"/>
            </a:fld>
            <a:endParaRPr lang="en-US" altLang="en-US" b="1" i="1"/>
          </a:p>
        </p:txBody>
      </p:sp>
      <p:sp>
        <p:nvSpPr>
          <p:cNvPr id="3" name="Rectangle 461"/>
          <p:cNvSpPr>
            <a:spLocks noGrp="1" noChangeArrowheads="1"/>
          </p:cNvSpPr>
          <p:nvPr>
            <p:ph type="ftr" sz="quarter" idx="11"/>
          </p:nvPr>
        </p:nvSpPr>
        <p:spPr/>
        <p:txBody>
          <a:bodyPr/>
          <a:lstStyle>
            <a:lvl1pPr>
              <a:defRPr/>
            </a:lvl1pPr>
          </a:lstStyle>
          <a:p>
            <a:pPr>
              <a:defRPr/>
            </a:pPr>
            <a:endParaRPr lang="en-US" altLang="en-US"/>
          </a:p>
        </p:txBody>
      </p:sp>
      <p:sp>
        <p:nvSpPr>
          <p:cNvPr id="4" name="Rectangle 463"/>
          <p:cNvSpPr>
            <a:spLocks noGrp="1" noChangeArrowheads="1"/>
          </p:cNvSpPr>
          <p:nvPr>
            <p:ph type="sldNum" sz="quarter" idx="12"/>
          </p:nvPr>
        </p:nvSpPr>
        <p:spPr/>
        <p:txBody>
          <a:bodyPr/>
          <a:lstStyle>
            <a:lvl1pPr>
              <a:defRPr/>
            </a:lvl1pPr>
          </a:lstStyle>
          <a:p>
            <a:pPr>
              <a:defRPr/>
            </a:pPr>
            <a:fld id="{5D9F1528-0068-4D59-9ABC-9D111B652AC6}" type="slidenum">
              <a:rPr lang="en-US" altLang="en-US"/>
            </a:fld>
            <a:endParaRPr lang="en-US"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59"/>
          <p:cNvSpPr>
            <a:spLocks noGrp="1" noChangeArrowheads="1"/>
          </p:cNvSpPr>
          <p:nvPr>
            <p:ph type="dt" sz="half" idx="10"/>
          </p:nvPr>
        </p:nvSpPr>
        <p:spPr/>
        <p:txBody>
          <a:bodyPr/>
          <a:lstStyle>
            <a:lvl1pPr>
              <a:defRPr/>
            </a:lvl1pPr>
          </a:lstStyle>
          <a:p>
            <a:pPr>
              <a:defRPr/>
            </a:pPr>
            <a:fld id="{50BA66B9-2FD5-426D-9510-D1031398651F}" type="datetimeFigureOut">
              <a:rPr lang="en-US" altLang="en-US"/>
            </a:fld>
            <a:endParaRPr lang="en-US" altLang="en-US" b="1" i="1"/>
          </a:p>
        </p:txBody>
      </p:sp>
      <p:sp>
        <p:nvSpPr>
          <p:cNvPr id="6" name="Rectangle 461"/>
          <p:cNvSpPr>
            <a:spLocks noGrp="1" noChangeArrowheads="1"/>
          </p:cNvSpPr>
          <p:nvPr>
            <p:ph type="ftr" sz="quarter" idx="11"/>
          </p:nvPr>
        </p:nvSpPr>
        <p:spPr/>
        <p:txBody>
          <a:bodyPr/>
          <a:lstStyle>
            <a:lvl1pPr>
              <a:defRPr/>
            </a:lvl1pPr>
          </a:lstStyle>
          <a:p>
            <a:pPr>
              <a:defRPr/>
            </a:pPr>
            <a:endParaRPr lang="en-US" altLang="en-US"/>
          </a:p>
        </p:txBody>
      </p:sp>
      <p:sp>
        <p:nvSpPr>
          <p:cNvPr id="7" name="Rectangle 463"/>
          <p:cNvSpPr>
            <a:spLocks noGrp="1" noChangeArrowheads="1"/>
          </p:cNvSpPr>
          <p:nvPr>
            <p:ph type="sldNum" sz="quarter" idx="12"/>
          </p:nvPr>
        </p:nvSpPr>
        <p:spPr/>
        <p:txBody>
          <a:bodyPr/>
          <a:lstStyle>
            <a:lvl1pPr>
              <a:defRPr/>
            </a:lvl1pPr>
          </a:lstStyle>
          <a:p>
            <a:pPr>
              <a:defRPr/>
            </a:pPr>
            <a:fld id="{5B04A7D4-DDA2-442E-A83A-06E54216CCEF}" type="slidenum">
              <a:rPr lang="en-US" altLang="en-US"/>
            </a:fld>
            <a:endParaRPr lang="en-US"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59"/>
          <p:cNvSpPr>
            <a:spLocks noGrp="1" noChangeArrowheads="1"/>
          </p:cNvSpPr>
          <p:nvPr>
            <p:ph type="dt" sz="half" idx="10"/>
          </p:nvPr>
        </p:nvSpPr>
        <p:spPr/>
        <p:txBody>
          <a:bodyPr/>
          <a:lstStyle>
            <a:lvl1pPr>
              <a:defRPr/>
            </a:lvl1pPr>
          </a:lstStyle>
          <a:p>
            <a:pPr>
              <a:defRPr/>
            </a:pPr>
            <a:fld id="{B8652707-6975-42D2-978E-AC4942673018}" type="datetimeFigureOut">
              <a:rPr lang="en-US" altLang="en-US"/>
            </a:fld>
            <a:endParaRPr lang="en-US" altLang="en-US" b="1" i="1"/>
          </a:p>
        </p:txBody>
      </p:sp>
      <p:sp>
        <p:nvSpPr>
          <p:cNvPr id="6" name="Rectangle 461"/>
          <p:cNvSpPr>
            <a:spLocks noGrp="1" noChangeArrowheads="1"/>
          </p:cNvSpPr>
          <p:nvPr>
            <p:ph type="ftr" sz="quarter" idx="11"/>
          </p:nvPr>
        </p:nvSpPr>
        <p:spPr/>
        <p:txBody>
          <a:bodyPr/>
          <a:lstStyle>
            <a:lvl1pPr>
              <a:defRPr/>
            </a:lvl1pPr>
          </a:lstStyle>
          <a:p>
            <a:pPr>
              <a:defRPr/>
            </a:pPr>
            <a:endParaRPr lang="en-US" altLang="en-US"/>
          </a:p>
        </p:txBody>
      </p:sp>
      <p:sp>
        <p:nvSpPr>
          <p:cNvPr id="7" name="Rectangle 463"/>
          <p:cNvSpPr>
            <a:spLocks noGrp="1" noChangeArrowheads="1"/>
          </p:cNvSpPr>
          <p:nvPr>
            <p:ph type="sldNum" sz="quarter" idx="12"/>
          </p:nvPr>
        </p:nvSpPr>
        <p:spPr/>
        <p:txBody>
          <a:bodyPr/>
          <a:lstStyle>
            <a:lvl1pPr>
              <a:defRPr/>
            </a:lvl1pPr>
          </a:lstStyle>
          <a:p>
            <a:pPr>
              <a:defRPr/>
            </a:pPr>
            <a:fld id="{7E68C1E3-C2D6-4050-86EE-40E970B9481A}" type="slidenum">
              <a:rPr lang="en-US" altLang="en-US"/>
            </a:fld>
            <a:endParaRPr lang="en-US"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59"/>
          <p:cNvSpPr>
            <a:spLocks noGrp="1" noChangeArrowheads="1"/>
          </p:cNvSpPr>
          <p:nvPr>
            <p:ph type="dt" sz="half" idx="10"/>
          </p:nvPr>
        </p:nvSpPr>
        <p:spPr/>
        <p:txBody>
          <a:bodyPr/>
          <a:lstStyle>
            <a:lvl1pPr>
              <a:defRPr/>
            </a:lvl1pPr>
          </a:lstStyle>
          <a:p>
            <a:pPr>
              <a:defRPr/>
            </a:pPr>
            <a:fld id="{59715EBE-BDF3-4990-A7F9-A0FC4D851F5C}" type="datetimeFigureOut">
              <a:rPr lang="en-US" altLang="en-US"/>
            </a:fld>
            <a:endParaRPr lang="en-US" altLang="en-US" b="1" i="1"/>
          </a:p>
        </p:txBody>
      </p:sp>
      <p:sp>
        <p:nvSpPr>
          <p:cNvPr id="5" name="Rectangle 461"/>
          <p:cNvSpPr>
            <a:spLocks noGrp="1" noChangeArrowheads="1"/>
          </p:cNvSpPr>
          <p:nvPr>
            <p:ph type="ftr" sz="quarter" idx="11"/>
          </p:nvPr>
        </p:nvSpPr>
        <p:spPr/>
        <p:txBody>
          <a:bodyPr/>
          <a:lstStyle>
            <a:lvl1pPr>
              <a:defRPr/>
            </a:lvl1pPr>
          </a:lstStyle>
          <a:p>
            <a:pPr>
              <a:defRPr/>
            </a:pPr>
            <a:endParaRPr lang="en-US" altLang="en-US"/>
          </a:p>
        </p:txBody>
      </p:sp>
      <p:sp>
        <p:nvSpPr>
          <p:cNvPr id="6" name="Rectangle 463"/>
          <p:cNvSpPr>
            <a:spLocks noGrp="1" noChangeArrowheads="1"/>
          </p:cNvSpPr>
          <p:nvPr>
            <p:ph type="sldNum" sz="quarter" idx="12"/>
          </p:nvPr>
        </p:nvSpPr>
        <p:spPr/>
        <p:txBody>
          <a:bodyPr/>
          <a:lstStyle>
            <a:lvl1pPr>
              <a:defRPr/>
            </a:lvl1pPr>
          </a:lstStyle>
          <a:p>
            <a:pPr>
              <a:defRPr/>
            </a:pPr>
            <a:fld id="{EFF1F560-BE09-4E06-B480-845EAB9034B2}" type="slidenum">
              <a:rPr lang="en-US" altLang="en-US"/>
            </a:fld>
            <a:endParaRPr lang="en-US"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59"/>
          <p:cNvSpPr>
            <a:spLocks noGrp="1" noChangeArrowheads="1"/>
          </p:cNvSpPr>
          <p:nvPr>
            <p:ph type="dt" sz="half" idx="10"/>
          </p:nvPr>
        </p:nvSpPr>
        <p:spPr/>
        <p:txBody>
          <a:bodyPr/>
          <a:lstStyle>
            <a:lvl1pPr>
              <a:defRPr/>
            </a:lvl1pPr>
          </a:lstStyle>
          <a:p>
            <a:pPr>
              <a:defRPr/>
            </a:pPr>
            <a:fld id="{3E477AFD-B405-4DCC-A16E-EDD975A0CB32}" type="datetimeFigureOut">
              <a:rPr lang="en-US" altLang="en-US"/>
            </a:fld>
            <a:endParaRPr lang="en-US" altLang="en-US" b="1" i="1"/>
          </a:p>
        </p:txBody>
      </p:sp>
      <p:sp>
        <p:nvSpPr>
          <p:cNvPr id="5" name="Rectangle 461"/>
          <p:cNvSpPr>
            <a:spLocks noGrp="1" noChangeArrowheads="1"/>
          </p:cNvSpPr>
          <p:nvPr>
            <p:ph type="ftr" sz="quarter" idx="11"/>
          </p:nvPr>
        </p:nvSpPr>
        <p:spPr/>
        <p:txBody>
          <a:bodyPr/>
          <a:lstStyle>
            <a:lvl1pPr>
              <a:defRPr/>
            </a:lvl1pPr>
          </a:lstStyle>
          <a:p>
            <a:pPr>
              <a:defRPr/>
            </a:pPr>
            <a:endParaRPr lang="en-US" altLang="en-US"/>
          </a:p>
        </p:txBody>
      </p:sp>
      <p:sp>
        <p:nvSpPr>
          <p:cNvPr id="6" name="Rectangle 463"/>
          <p:cNvSpPr>
            <a:spLocks noGrp="1" noChangeArrowheads="1"/>
          </p:cNvSpPr>
          <p:nvPr>
            <p:ph type="sldNum" sz="quarter" idx="12"/>
          </p:nvPr>
        </p:nvSpPr>
        <p:spPr/>
        <p:txBody>
          <a:bodyPr/>
          <a:lstStyle>
            <a:lvl1pPr>
              <a:defRPr/>
            </a:lvl1pPr>
          </a:lstStyle>
          <a:p>
            <a:pPr>
              <a:defRPr/>
            </a:pPr>
            <a:fld id="{4A8B3A43-BB1B-490D-8D03-5807E92B8DF0}" type="slidenum">
              <a:rPr lang="en-US" altLang="en-US"/>
            </a:fld>
            <a:endParaRPr lang="en-US"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69"/>
          <p:cNvSpPr>
            <a:spLocks noGrp="1" noChangeArrowheads="1"/>
          </p:cNvSpPr>
          <p:nvPr>
            <p:ph type="dt" sz="half" idx="10"/>
          </p:nvPr>
        </p:nvSpPr>
        <p:spPr/>
        <p:txBody>
          <a:bodyPr/>
          <a:lstStyle>
            <a:lvl1pPr>
              <a:defRPr/>
            </a:lvl1pPr>
          </a:lstStyle>
          <a:p>
            <a:pPr>
              <a:defRPr/>
            </a:pPr>
            <a:fld id="{94324A60-A364-4ACC-9A40-E66A3C0A14E8}" type="datetimeFigureOut">
              <a:rPr lang="en-US" altLang="en-US"/>
            </a:fld>
            <a:endParaRPr lang="en-US" altLang="en-US" b="1" i="1"/>
          </a:p>
        </p:txBody>
      </p:sp>
      <p:sp>
        <p:nvSpPr>
          <p:cNvPr id="5" name="Rectangle 471"/>
          <p:cNvSpPr>
            <a:spLocks noGrp="1" noChangeArrowheads="1"/>
          </p:cNvSpPr>
          <p:nvPr>
            <p:ph type="ftr" sz="quarter" idx="11"/>
          </p:nvPr>
        </p:nvSpPr>
        <p:spPr/>
        <p:txBody>
          <a:bodyPr/>
          <a:lstStyle>
            <a:lvl1pPr>
              <a:defRPr/>
            </a:lvl1pPr>
          </a:lstStyle>
          <a:p>
            <a:pPr>
              <a:defRPr/>
            </a:pPr>
            <a:endParaRPr lang="en-US" altLang="en-US"/>
          </a:p>
        </p:txBody>
      </p:sp>
      <p:sp>
        <p:nvSpPr>
          <p:cNvPr id="6" name="Rectangle 473"/>
          <p:cNvSpPr>
            <a:spLocks noGrp="1" noChangeArrowheads="1"/>
          </p:cNvSpPr>
          <p:nvPr>
            <p:ph type="sldNum" sz="quarter" idx="12"/>
          </p:nvPr>
        </p:nvSpPr>
        <p:spPr/>
        <p:txBody>
          <a:bodyPr/>
          <a:lstStyle>
            <a:lvl1pPr>
              <a:defRPr/>
            </a:lvl1pPr>
          </a:lstStyle>
          <a:p>
            <a:pPr>
              <a:defRPr/>
            </a:pPr>
            <a:fld id="{F5B39C96-6CCF-4BA8-B7CB-8BD6D613103A}" type="slidenum">
              <a:rPr lang="en-US" altLang="en-US"/>
            </a:fld>
            <a:endParaRPr lang="en-US"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69"/>
          <p:cNvSpPr>
            <a:spLocks noGrp="1" noChangeArrowheads="1"/>
          </p:cNvSpPr>
          <p:nvPr>
            <p:ph type="dt" sz="half" idx="10"/>
          </p:nvPr>
        </p:nvSpPr>
        <p:spPr/>
        <p:txBody>
          <a:bodyPr/>
          <a:lstStyle>
            <a:lvl1pPr>
              <a:defRPr/>
            </a:lvl1pPr>
          </a:lstStyle>
          <a:p>
            <a:pPr>
              <a:defRPr/>
            </a:pPr>
            <a:fld id="{889C96D8-C6F0-41C8-B9B5-A2CDCB45F0F0}" type="datetimeFigureOut">
              <a:rPr lang="en-US" altLang="en-US"/>
            </a:fld>
            <a:endParaRPr lang="en-US" altLang="en-US" b="1" i="1"/>
          </a:p>
        </p:txBody>
      </p:sp>
      <p:sp>
        <p:nvSpPr>
          <p:cNvPr id="5" name="Rectangle 471"/>
          <p:cNvSpPr>
            <a:spLocks noGrp="1" noChangeArrowheads="1"/>
          </p:cNvSpPr>
          <p:nvPr>
            <p:ph type="ftr" sz="quarter" idx="11"/>
          </p:nvPr>
        </p:nvSpPr>
        <p:spPr/>
        <p:txBody>
          <a:bodyPr/>
          <a:lstStyle>
            <a:lvl1pPr>
              <a:defRPr/>
            </a:lvl1pPr>
          </a:lstStyle>
          <a:p>
            <a:pPr>
              <a:defRPr/>
            </a:pPr>
            <a:endParaRPr lang="en-US" altLang="en-US"/>
          </a:p>
        </p:txBody>
      </p:sp>
      <p:sp>
        <p:nvSpPr>
          <p:cNvPr id="6" name="Rectangle 473"/>
          <p:cNvSpPr>
            <a:spLocks noGrp="1" noChangeArrowheads="1"/>
          </p:cNvSpPr>
          <p:nvPr>
            <p:ph type="sldNum" sz="quarter" idx="12"/>
          </p:nvPr>
        </p:nvSpPr>
        <p:spPr/>
        <p:txBody>
          <a:bodyPr/>
          <a:lstStyle>
            <a:lvl1pPr>
              <a:defRPr/>
            </a:lvl1pPr>
          </a:lstStyle>
          <a:p>
            <a:pPr>
              <a:defRPr/>
            </a:pPr>
            <a:fld id="{02F81BB6-3718-456B-8066-24C4154F1D5E}" type="slidenum">
              <a:rPr lang="en-US" altLang="en-US"/>
            </a:fld>
            <a:endParaRPr lang="en-US"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69"/>
          <p:cNvSpPr>
            <a:spLocks noGrp="1" noChangeArrowheads="1"/>
          </p:cNvSpPr>
          <p:nvPr>
            <p:ph type="dt" sz="half" idx="10"/>
          </p:nvPr>
        </p:nvSpPr>
        <p:spPr/>
        <p:txBody>
          <a:bodyPr/>
          <a:lstStyle>
            <a:lvl1pPr>
              <a:defRPr/>
            </a:lvl1pPr>
          </a:lstStyle>
          <a:p>
            <a:pPr>
              <a:defRPr/>
            </a:pPr>
            <a:fld id="{16C6952F-BC31-4260-9E3D-06CEFD277060}" type="datetimeFigureOut">
              <a:rPr lang="en-US" altLang="en-US"/>
            </a:fld>
            <a:endParaRPr lang="en-US" altLang="en-US" b="1" i="1"/>
          </a:p>
        </p:txBody>
      </p:sp>
      <p:sp>
        <p:nvSpPr>
          <p:cNvPr id="5" name="Rectangle 471"/>
          <p:cNvSpPr>
            <a:spLocks noGrp="1" noChangeArrowheads="1"/>
          </p:cNvSpPr>
          <p:nvPr>
            <p:ph type="ftr" sz="quarter" idx="11"/>
          </p:nvPr>
        </p:nvSpPr>
        <p:spPr/>
        <p:txBody>
          <a:bodyPr/>
          <a:lstStyle>
            <a:lvl1pPr>
              <a:defRPr/>
            </a:lvl1pPr>
          </a:lstStyle>
          <a:p>
            <a:pPr>
              <a:defRPr/>
            </a:pPr>
            <a:endParaRPr lang="en-US" altLang="en-US"/>
          </a:p>
        </p:txBody>
      </p:sp>
      <p:sp>
        <p:nvSpPr>
          <p:cNvPr id="6" name="Rectangle 473"/>
          <p:cNvSpPr>
            <a:spLocks noGrp="1" noChangeArrowheads="1"/>
          </p:cNvSpPr>
          <p:nvPr>
            <p:ph type="sldNum" sz="quarter" idx="12"/>
          </p:nvPr>
        </p:nvSpPr>
        <p:spPr/>
        <p:txBody>
          <a:bodyPr/>
          <a:lstStyle>
            <a:lvl1pPr>
              <a:defRPr/>
            </a:lvl1pPr>
          </a:lstStyle>
          <a:p>
            <a:pPr>
              <a:defRPr/>
            </a:pPr>
            <a:fld id="{756420F4-149F-4A27-9B9E-D148CD179C7D}" type="slidenum">
              <a:rPr lang="en-US" altLang="en-US"/>
            </a:fld>
            <a:endParaRPr lang="en-US"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69"/>
          <p:cNvSpPr>
            <a:spLocks noGrp="1" noChangeArrowheads="1"/>
          </p:cNvSpPr>
          <p:nvPr>
            <p:ph type="dt" sz="half" idx="10"/>
          </p:nvPr>
        </p:nvSpPr>
        <p:spPr/>
        <p:txBody>
          <a:bodyPr/>
          <a:lstStyle>
            <a:lvl1pPr>
              <a:defRPr/>
            </a:lvl1pPr>
          </a:lstStyle>
          <a:p>
            <a:pPr>
              <a:defRPr/>
            </a:pPr>
            <a:fld id="{D2F66BE6-C780-43A1-B971-DEFDBB6EDFC4}" type="datetimeFigureOut">
              <a:rPr lang="en-US" altLang="en-US"/>
            </a:fld>
            <a:endParaRPr lang="en-US" altLang="en-US" b="1" i="1"/>
          </a:p>
        </p:txBody>
      </p:sp>
      <p:sp>
        <p:nvSpPr>
          <p:cNvPr id="6" name="Rectangle 471"/>
          <p:cNvSpPr>
            <a:spLocks noGrp="1" noChangeArrowheads="1"/>
          </p:cNvSpPr>
          <p:nvPr>
            <p:ph type="ftr" sz="quarter" idx="11"/>
          </p:nvPr>
        </p:nvSpPr>
        <p:spPr/>
        <p:txBody>
          <a:bodyPr/>
          <a:lstStyle>
            <a:lvl1pPr>
              <a:defRPr/>
            </a:lvl1pPr>
          </a:lstStyle>
          <a:p>
            <a:pPr>
              <a:defRPr/>
            </a:pPr>
            <a:endParaRPr lang="en-US" altLang="en-US"/>
          </a:p>
        </p:txBody>
      </p:sp>
      <p:sp>
        <p:nvSpPr>
          <p:cNvPr id="7" name="Rectangle 473"/>
          <p:cNvSpPr>
            <a:spLocks noGrp="1" noChangeArrowheads="1"/>
          </p:cNvSpPr>
          <p:nvPr>
            <p:ph type="sldNum" sz="quarter" idx="12"/>
          </p:nvPr>
        </p:nvSpPr>
        <p:spPr/>
        <p:txBody>
          <a:bodyPr/>
          <a:lstStyle>
            <a:lvl1pPr>
              <a:defRPr/>
            </a:lvl1pPr>
          </a:lstStyle>
          <a:p>
            <a:pPr>
              <a:defRPr/>
            </a:pPr>
            <a:fld id="{8B8FA992-715E-442D-9E84-4CC5F68B16F1}" type="slidenum">
              <a:rPr lang="en-US" altLang="en-US"/>
            </a:fld>
            <a:endParaRPr lang="en-US"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69"/>
          <p:cNvSpPr>
            <a:spLocks noGrp="1" noChangeArrowheads="1"/>
          </p:cNvSpPr>
          <p:nvPr>
            <p:ph type="dt" sz="half" idx="10"/>
          </p:nvPr>
        </p:nvSpPr>
        <p:spPr/>
        <p:txBody>
          <a:bodyPr/>
          <a:lstStyle>
            <a:lvl1pPr>
              <a:defRPr/>
            </a:lvl1pPr>
          </a:lstStyle>
          <a:p>
            <a:pPr>
              <a:defRPr/>
            </a:pPr>
            <a:fld id="{F62EABE5-6899-4E70-A049-EA352EB4BA70}" type="datetimeFigureOut">
              <a:rPr lang="en-US" altLang="en-US"/>
            </a:fld>
            <a:endParaRPr lang="en-US" altLang="en-US" b="1" i="1"/>
          </a:p>
        </p:txBody>
      </p:sp>
      <p:sp>
        <p:nvSpPr>
          <p:cNvPr id="8" name="Rectangle 471"/>
          <p:cNvSpPr>
            <a:spLocks noGrp="1" noChangeArrowheads="1"/>
          </p:cNvSpPr>
          <p:nvPr>
            <p:ph type="ftr" sz="quarter" idx="11"/>
          </p:nvPr>
        </p:nvSpPr>
        <p:spPr/>
        <p:txBody>
          <a:bodyPr/>
          <a:lstStyle>
            <a:lvl1pPr>
              <a:defRPr/>
            </a:lvl1pPr>
          </a:lstStyle>
          <a:p>
            <a:pPr>
              <a:defRPr/>
            </a:pPr>
            <a:endParaRPr lang="en-US" altLang="en-US"/>
          </a:p>
        </p:txBody>
      </p:sp>
      <p:sp>
        <p:nvSpPr>
          <p:cNvPr id="9" name="Rectangle 473"/>
          <p:cNvSpPr>
            <a:spLocks noGrp="1" noChangeArrowheads="1"/>
          </p:cNvSpPr>
          <p:nvPr>
            <p:ph type="sldNum" sz="quarter" idx="12"/>
          </p:nvPr>
        </p:nvSpPr>
        <p:spPr/>
        <p:txBody>
          <a:bodyPr/>
          <a:lstStyle>
            <a:lvl1pPr>
              <a:defRPr/>
            </a:lvl1pPr>
          </a:lstStyle>
          <a:p>
            <a:pPr>
              <a:defRPr/>
            </a:pPr>
            <a:fld id="{A6CA653D-A7D3-43FF-ABA1-D225F087629E}" type="slidenum">
              <a:rPr lang="en-US" altLang="en-US"/>
            </a:fld>
            <a:endParaRPr lang="en-US"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69"/>
          <p:cNvSpPr>
            <a:spLocks noGrp="1" noChangeArrowheads="1"/>
          </p:cNvSpPr>
          <p:nvPr>
            <p:ph type="dt" sz="half" idx="10"/>
          </p:nvPr>
        </p:nvSpPr>
        <p:spPr/>
        <p:txBody>
          <a:bodyPr/>
          <a:lstStyle>
            <a:lvl1pPr>
              <a:defRPr/>
            </a:lvl1pPr>
          </a:lstStyle>
          <a:p>
            <a:pPr>
              <a:defRPr/>
            </a:pPr>
            <a:fld id="{36BF78EB-76E0-4BDF-9383-873D718F4FBD}" type="datetimeFigureOut">
              <a:rPr lang="en-US" altLang="en-US"/>
            </a:fld>
            <a:endParaRPr lang="en-US" altLang="en-US" b="1" i="1"/>
          </a:p>
        </p:txBody>
      </p:sp>
      <p:sp>
        <p:nvSpPr>
          <p:cNvPr id="4" name="Rectangle 471"/>
          <p:cNvSpPr>
            <a:spLocks noGrp="1" noChangeArrowheads="1"/>
          </p:cNvSpPr>
          <p:nvPr>
            <p:ph type="ftr" sz="quarter" idx="11"/>
          </p:nvPr>
        </p:nvSpPr>
        <p:spPr/>
        <p:txBody>
          <a:bodyPr/>
          <a:lstStyle>
            <a:lvl1pPr>
              <a:defRPr/>
            </a:lvl1pPr>
          </a:lstStyle>
          <a:p>
            <a:pPr>
              <a:defRPr/>
            </a:pPr>
            <a:endParaRPr lang="en-US" altLang="en-US"/>
          </a:p>
        </p:txBody>
      </p:sp>
      <p:sp>
        <p:nvSpPr>
          <p:cNvPr id="5" name="Rectangle 473"/>
          <p:cNvSpPr>
            <a:spLocks noGrp="1" noChangeArrowheads="1"/>
          </p:cNvSpPr>
          <p:nvPr>
            <p:ph type="sldNum" sz="quarter" idx="12"/>
          </p:nvPr>
        </p:nvSpPr>
        <p:spPr/>
        <p:txBody>
          <a:bodyPr/>
          <a:lstStyle>
            <a:lvl1pPr>
              <a:defRPr/>
            </a:lvl1pPr>
          </a:lstStyle>
          <a:p>
            <a:pPr>
              <a:defRPr/>
            </a:pPr>
            <a:fld id="{5FDDBBAA-870A-4D7D-9663-F0463ED1F2A9}" type="slidenum">
              <a:rPr lang="en-US" altLang="en-US"/>
            </a:fld>
            <a:endParaRPr lang="en-US"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69"/>
          <p:cNvSpPr>
            <a:spLocks noGrp="1" noChangeArrowheads="1"/>
          </p:cNvSpPr>
          <p:nvPr>
            <p:ph type="dt" sz="half" idx="10"/>
          </p:nvPr>
        </p:nvSpPr>
        <p:spPr/>
        <p:txBody>
          <a:bodyPr/>
          <a:lstStyle>
            <a:lvl1pPr>
              <a:defRPr/>
            </a:lvl1pPr>
          </a:lstStyle>
          <a:p>
            <a:pPr>
              <a:defRPr/>
            </a:pPr>
            <a:fld id="{05210188-6DA9-472D-BA60-CD238833E91A}" type="datetimeFigureOut">
              <a:rPr lang="en-US" altLang="en-US"/>
            </a:fld>
            <a:endParaRPr lang="en-US" altLang="en-US" b="1" i="1"/>
          </a:p>
        </p:txBody>
      </p:sp>
      <p:sp>
        <p:nvSpPr>
          <p:cNvPr id="3" name="Rectangle 471"/>
          <p:cNvSpPr>
            <a:spLocks noGrp="1" noChangeArrowheads="1"/>
          </p:cNvSpPr>
          <p:nvPr>
            <p:ph type="ftr" sz="quarter" idx="11"/>
          </p:nvPr>
        </p:nvSpPr>
        <p:spPr/>
        <p:txBody>
          <a:bodyPr/>
          <a:lstStyle>
            <a:lvl1pPr>
              <a:defRPr/>
            </a:lvl1pPr>
          </a:lstStyle>
          <a:p>
            <a:pPr>
              <a:defRPr/>
            </a:pPr>
            <a:endParaRPr lang="en-US" altLang="en-US"/>
          </a:p>
        </p:txBody>
      </p:sp>
      <p:sp>
        <p:nvSpPr>
          <p:cNvPr id="4" name="Rectangle 473"/>
          <p:cNvSpPr>
            <a:spLocks noGrp="1" noChangeArrowheads="1"/>
          </p:cNvSpPr>
          <p:nvPr>
            <p:ph type="sldNum" sz="quarter" idx="12"/>
          </p:nvPr>
        </p:nvSpPr>
        <p:spPr/>
        <p:txBody>
          <a:bodyPr/>
          <a:lstStyle>
            <a:lvl1pPr>
              <a:defRPr/>
            </a:lvl1pPr>
          </a:lstStyle>
          <a:p>
            <a:pPr>
              <a:defRPr/>
            </a:pPr>
            <a:fld id="{72770CAA-7656-4FBE-B70C-6A7559CA2F7F}" type="slidenum">
              <a:rPr lang="en-US" altLang="en-US"/>
            </a:fld>
            <a:endParaRPr lang="en-US"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69"/>
          <p:cNvSpPr>
            <a:spLocks noGrp="1" noChangeArrowheads="1"/>
          </p:cNvSpPr>
          <p:nvPr>
            <p:ph type="dt" sz="half" idx="10"/>
          </p:nvPr>
        </p:nvSpPr>
        <p:spPr/>
        <p:txBody>
          <a:bodyPr/>
          <a:lstStyle>
            <a:lvl1pPr>
              <a:defRPr/>
            </a:lvl1pPr>
          </a:lstStyle>
          <a:p>
            <a:pPr>
              <a:defRPr/>
            </a:pPr>
            <a:fld id="{1560B8EF-DFD2-459A-B13F-F3FBF949B8E7}" type="datetimeFigureOut">
              <a:rPr lang="en-US" altLang="en-US"/>
            </a:fld>
            <a:endParaRPr lang="en-US" altLang="en-US" b="1" i="1"/>
          </a:p>
        </p:txBody>
      </p:sp>
      <p:sp>
        <p:nvSpPr>
          <p:cNvPr id="6" name="Rectangle 471"/>
          <p:cNvSpPr>
            <a:spLocks noGrp="1" noChangeArrowheads="1"/>
          </p:cNvSpPr>
          <p:nvPr>
            <p:ph type="ftr" sz="quarter" idx="11"/>
          </p:nvPr>
        </p:nvSpPr>
        <p:spPr/>
        <p:txBody>
          <a:bodyPr/>
          <a:lstStyle>
            <a:lvl1pPr>
              <a:defRPr/>
            </a:lvl1pPr>
          </a:lstStyle>
          <a:p>
            <a:pPr>
              <a:defRPr/>
            </a:pPr>
            <a:endParaRPr lang="en-US" altLang="en-US"/>
          </a:p>
        </p:txBody>
      </p:sp>
      <p:sp>
        <p:nvSpPr>
          <p:cNvPr id="7" name="Rectangle 473"/>
          <p:cNvSpPr>
            <a:spLocks noGrp="1" noChangeArrowheads="1"/>
          </p:cNvSpPr>
          <p:nvPr>
            <p:ph type="sldNum" sz="quarter" idx="12"/>
          </p:nvPr>
        </p:nvSpPr>
        <p:spPr/>
        <p:txBody>
          <a:bodyPr/>
          <a:lstStyle>
            <a:lvl1pPr>
              <a:defRPr/>
            </a:lvl1pPr>
          </a:lstStyle>
          <a:p>
            <a:pPr>
              <a:defRPr/>
            </a:pPr>
            <a:fld id="{9860153B-02EB-4805-855F-F97E8D0ED281}" type="slidenum">
              <a:rPr lang="en-US" altLang="en-US"/>
            </a:fld>
            <a:endParaRPr lang="en-US"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69"/>
          <p:cNvSpPr>
            <a:spLocks noGrp="1" noChangeArrowheads="1"/>
          </p:cNvSpPr>
          <p:nvPr>
            <p:ph type="dt" sz="half" idx="10"/>
          </p:nvPr>
        </p:nvSpPr>
        <p:spPr/>
        <p:txBody>
          <a:bodyPr/>
          <a:lstStyle>
            <a:lvl1pPr>
              <a:defRPr/>
            </a:lvl1pPr>
          </a:lstStyle>
          <a:p>
            <a:pPr>
              <a:defRPr/>
            </a:pPr>
            <a:fld id="{DDC290F0-7FE1-4E5E-B103-E192104B29ED}" type="datetimeFigureOut">
              <a:rPr lang="en-US" altLang="en-US"/>
            </a:fld>
            <a:endParaRPr lang="en-US" altLang="en-US" b="1" i="1"/>
          </a:p>
        </p:txBody>
      </p:sp>
      <p:sp>
        <p:nvSpPr>
          <p:cNvPr id="6" name="Rectangle 471"/>
          <p:cNvSpPr>
            <a:spLocks noGrp="1" noChangeArrowheads="1"/>
          </p:cNvSpPr>
          <p:nvPr>
            <p:ph type="ftr" sz="quarter" idx="11"/>
          </p:nvPr>
        </p:nvSpPr>
        <p:spPr/>
        <p:txBody>
          <a:bodyPr/>
          <a:lstStyle>
            <a:lvl1pPr>
              <a:defRPr/>
            </a:lvl1pPr>
          </a:lstStyle>
          <a:p>
            <a:pPr>
              <a:defRPr/>
            </a:pPr>
            <a:endParaRPr lang="en-US" altLang="en-US"/>
          </a:p>
        </p:txBody>
      </p:sp>
      <p:sp>
        <p:nvSpPr>
          <p:cNvPr id="7" name="Rectangle 473"/>
          <p:cNvSpPr>
            <a:spLocks noGrp="1" noChangeArrowheads="1"/>
          </p:cNvSpPr>
          <p:nvPr>
            <p:ph type="sldNum" sz="quarter" idx="12"/>
          </p:nvPr>
        </p:nvSpPr>
        <p:spPr/>
        <p:txBody>
          <a:bodyPr/>
          <a:lstStyle>
            <a:lvl1pPr>
              <a:defRPr/>
            </a:lvl1pPr>
          </a:lstStyle>
          <a:p>
            <a:pPr>
              <a:defRPr/>
            </a:pPr>
            <a:fld id="{CBDAAC8A-AD28-4105-B07B-28AB1C229293}" type="slidenum">
              <a:rPr lang="en-US" altLang="en-US"/>
            </a:fld>
            <a:endParaRPr lang="en-US"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69"/>
          <p:cNvSpPr>
            <a:spLocks noGrp="1" noChangeArrowheads="1"/>
          </p:cNvSpPr>
          <p:nvPr>
            <p:ph type="dt" sz="half" idx="10"/>
          </p:nvPr>
        </p:nvSpPr>
        <p:spPr/>
        <p:txBody>
          <a:bodyPr/>
          <a:lstStyle>
            <a:lvl1pPr>
              <a:defRPr/>
            </a:lvl1pPr>
          </a:lstStyle>
          <a:p>
            <a:pPr>
              <a:defRPr/>
            </a:pPr>
            <a:fld id="{A7433379-27FB-4DD7-87CB-3F54431E8B45}" type="datetimeFigureOut">
              <a:rPr lang="en-US" altLang="en-US"/>
            </a:fld>
            <a:endParaRPr lang="en-US" altLang="en-US" b="1" i="1"/>
          </a:p>
        </p:txBody>
      </p:sp>
      <p:sp>
        <p:nvSpPr>
          <p:cNvPr id="5" name="Rectangle 471"/>
          <p:cNvSpPr>
            <a:spLocks noGrp="1" noChangeArrowheads="1"/>
          </p:cNvSpPr>
          <p:nvPr>
            <p:ph type="ftr" sz="quarter" idx="11"/>
          </p:nvPr>
        </p:nvSpPr>
        <p:spPr/>
        <p:txBody>
          <a:bodyPr/>
          <a:lstStyle>
            <a:lvl1pPr>
              <a:defRPr/>
            </a:lvl1pPr>
          </a:lstStyle>
          <a:p>
            <a:pPr>
              <a:defRPr/>
            </a:pPr>
            <a:endParaRPr lang="en-US" altLang="en-US"/>
          </a:p>
        </p:txBody>
      </p:sp>
      <p:sp>
        <p:nvSpPr>
          <p:cNvPr id="6" name="Rectangle 473"/>
          <p:cNvSpPr>
            <a:spLocks noGrp="1" noChangeArrowheads="1"/>
          </p:cNvSpPr>
          <p:nvPr>
            <p:ph type="sldNum" sz="quarter" idx="12"/>
          </p:nvPr>
        </p:nvSpPr>
        <p:spPr/>
        <p:txBody>
          <a:bodyPr/>
          <a:lstStyle>
            <a:lvl1pPr>
              <a:defRPr/>
            </a:lvl1pPr>
          </a:lstStyle>
          <a:p>
            <a:pPr>
              <a:defRPr/>
            </a:pPr>
            <a:fld id="{F603BB42-6056-413E-B313-4CEF9991265B}" type="slidenum">
              <a:rPr lang="en-US" altLang="en-US"/>
            </a:fld>
            <a:endParaRPr lang="en-US"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69"/>
          <p:cNvSpPr>
            <a:spLocks noGrp="1" noChangeArrowheads="1"/>
          </p:cNvSpPr>
          <p:nvPr>
            <p:ph type="dt" sz="half" idx="10"/>
          </p:nvPr>
        </p:nvSpPr>
        <p:spPr/>
        <p:txBody>
          <a:bodyPr/>
          <a:lstStyle>
            <a:lvl1pPr>
              <a:defRPr/>
            </a:lvl1pPr>
          </a:lstStyle>
          <a:p>
            <a:pPr>
              <a:defRPr/>
            </a:pPr>
            <a:fld id="{8ABB3DFE-B9F0-4EA0-9E0E-681D0BDD4BB4}" type="datetimeFigureOut">
              <a:rPr lang="en-US" altLang="en-US"/>
            </a:fld>
            <a:endParaRPr lang="en-US" altLang="en-US" b="1" i="1"/>
          </a:p>
        </p:txBody>
      </p:sp>
      <p:sp>
        <p:nvSpPr>
          <p:cNvPr id="5" name="Rectangle 471"/>
          <p:cNvSpPr>
            <a:spLocks noGrp="1" noChangeArrowheads="1"/>
          </p:cNvSpPr>
          <p:nvPr>
            <p:ph type="ftr" sz="quarter" idx="11"/>
          </p:nvPr>
        </p:nvSpPr>
        <p:spPr/>
        <p:txBody>
          <a:bodyPr/>
          <a:lstStyle>
            <a:lvl1pPr>
              <a:defRPr/>
            </a:lvl1pPr>
          </a:lstStyle>
          <a:p>
            <a:pPr>
              <a:defRPr/>
            </a:pPr>
            <a:endParaRPr lang="en-US" altLang="en-US"/>
          </a:p>
        </p:txBody>
      </p:sp>
      <p:sp>
        <p:nvSpPr>
          <p:cNvPr id="6" name="Rectangle 473"/>
          <p:cNvSpPr>
            <a:spLocks noGrp="1" noChangeArrowheads="1"/>
          </p:cNvSpPr>
          <p:nvPr>
            <p:ph type="sldNum" sz="quarter" idx="12"/>
          </p:nvPr>
        </p:nvSpPr>
        <p:spPr/>
        <p:txBody>
          <a:bodyPr/>
          <a:lstStyle>
            <a:lvl1pPr>
              <a:defRPr/>
            </a:lvl1pPr>
          </a:lstStyle>
          <a:p>
            <a:pPr>
              <a:defRPr/>
            </a:pPr>
            <a:fld id="{7B62699E-8498-4909-905C-2BEF10E7A855}" type="slidenum">
              <a:rPr lang="en-US" altLang="en-US"/>
            </a:fld>
            <a:endParaRPr lang="en-US"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79"/>
          <p:cNvSpPr>
            <a:spLocks noGrp="1" noChangeArrowheads="1"/>
          </p:cNvSpPr>
          <p:nvPr>
            <p:ph type="dt" sz="half" idx="10"/>
          </p:nvPr>
        </p:nvSpPr>
        <p:spPr/>
        <p:txBody>
          <a:bodyPr/>
          <a:lstStyle>
            <a:lvl1pPr>
              <a:defRPr/>
            </a:lvl1pPr>
          </a:lstStyle>
          <a:p>
            <a:pPr>
              <a:defRPr/>
            </a:pPr>
            <a:fld id="{0757DFEB-6373-4F16-9FBE-3FD5E9EF3398}" type="datetimeFigureOut">
              <a:rPr lang="en-US" altLang="en-US"/>
            </a:fld>
            <a:endParaRPr lang="en-US" altLang="en-US" b="1" i="1"/>
          </a:p>
        </p:txBody>
      </p:sp>
      <p:sp>
        <p:nvSpPr>
          <p:cNvPr id="5" name="Rectangle 481"/>
          <p:cNvSpPr>
            <a:spLocks noGrp="1" noChangeArrowheads="1"/>
          </p:cNvSpPr>
          <p:nvPr>
            <p:ph type="ftr" sz="quarter" idx="11"/>
          </p:nvPr>
        </p:nvSpPr>
        <p:spPr/>
        <p:txBody>
          <a:bodyPr/>
          <a:lstStyle>
            <a:lvl1pPr>
              <a:defRPr/>
            </a:lvl1pPr>
          </a:lstStyle>
          <a:p>
            <a:pPr>
              <a:defRPr/>
            </a:pPr>
            <a:endParaRPr lang="en-US" altLang="en-US"/>
          </a:p>
        </p:txBody>
      </p:sp>
      <p:sp>
        <p:nvSpPr>
          <p:cNvPr id="6" name="Rectangle 483"/>
          <p:cNvSpPr>
            <a:spLocks noGrp="1" noChangeArrowheads="1"/>
          </p:cNvSpPr>
          <p:nvPr>
            <p:ph type="sldNum" sz="quarter" idx="12"/>
          </p:nvPr>
        </p:nvSpPr>
        <p:spPr/>
        <p:txBody>
          <a:bodyPr/>
          <a:lstStyle>
            <a:lvl1pPr>
              <a:defRPr/>
            </a:lvl1pPr>
          </a:lstStyle>
          <a:p>
            <a:pPr>
              <a:defRPr/>
            </a:pPr>
            <a:fld id="{054739E2-CCC3-4DBA-A0E1-E2C808C33D8D}" type="slidenum">
              <a:rPr lang="en-US" altLang="en-US"/>
            </a:fld>
            <a:endParaRPr lang="en-US"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79"/>
          <p:cNvSpPr>
            <a:spLocks noGrp="1" noChangeArrowheads="1"/>
          </p:cNvSpPr>
          <p:nvPr>
            <p:ph type="dt" sz="half" idx="10"/>
          </p:nvPr>
        </p:nvSpPr>
        <p:spPr/>
        <p:txBody>
          <a:bodyPr/>
          <a:lstStyle>
            <a:lvl1pPr>
              <a:defRPr/>
            </a:lvl1pPr>
          </a:lstStyle>
          <a:p>
            <a:pPr>
              <a:defRPr/>
            </a:pPr>
            <a:fld id="{C3C5F1A5-68CA-4D3B-853C-E6E624AC2A08}" type="datetimeFigureOut">
              <a:rPr lang="en-US" altLang="en-US"/>
            </a:fld>
            <a:endParaRPr lang="en-US" altLang="en-US" b="1" i="1"/>
          </a:p>
        </p:txBody>
      </p:sp>
      <p:sp>
        <p:nvSpPr>
          <p:cNvPr id="5" name="Rectangle 481"/>
          <p:cNvSpPr>
            <a:spLocks noGrp="1" noChangeArrowheads="1"/>
          </p:cNvSpPr>
          <p:nvPr>
            <p:ph type="ftr" sz="quarter" idx="11"/>
          </p:nvPr>
        </p:nvSpPr>
        <p:spPr/>
        <p:txBody>
          <a:bodyPr/>
          <a:lstStyle>
            <a:lvl1pPr>
              <a:defRPr/>
            </a:lvl1pPr>
          </a:lstStyle>
          <a:p>
            <a:pPr>
              <a:defRPr/>
            </a:pPr>
            <a:endParaRPr lang="en-US" altLang="en-US"/>
          </a:p>
        </p:txBody>
      </p:sp>
      <p:sp>
        <p:nvSpPr>
          <p:cNvPr id="6" name="Rectangle 483"/>
          <p:cNvSpPr>
            <a:spLocks noGrp="1" noChangeArrowheads="1"/>
          </p:cNvSpPr>
          <p:nvPr>
            <p:ph type="sldNum" sz="quarter" idx="12"/>
          </p:nvPr>
        </p:nvSpPr>
        <p:spPr/>
        <p:txBody>
          <a:bodyPr/>
          <a:lstStyle>
            <a:lvl1pPr>
              <a:defRPr/>
            </a:lvl1pPr>
          </a:lstStyle>
          <a:p>
            <a:pPr>
              <a:defRPr/>
            </a:pPr>
            <a:fld id="{DCC23940-31A0-4D02-B147-681413D6537B}" type="slidenum">
              <a:rPr lang="en-US" altLang="en-US"/>
            </a:fld>
            <a:endParaRPr lang="en-US"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79"/>
          <p:cNvSpPr>
            <a:spLocks noGrp="1" noChangeArrowheads="1"/>
          </p:cNvSpPr>
          <p:nvPr>
            <p:ph type="dt" sz="half" idx="10"/>
          </p:nvPr>
        </p:nvSpPr>
        <p:spPr/>
        <p:txBody>
          <a:bodyPr/>
          <a:lstStyle>
            <a:lvl1pPr>
              <a:defRPr/>
            </a:lvl1pPr>
          </a:lstStyle>
          <a:p>
            <a:pPr>
              <a:defRPr/>
            </a:pPr>
            <a:fld id="{3129DBDB-8E37-4578-836D-745D0471DE59}" type="datetimeFigureOut">
              <a:rPr lang="en-US" altLang="en-US"/>
            </a:fld>
            <a:endParaRPr lang="en-US" altLang="en-US" b="1" i="1"/>
          </a:p>
        </p:txBody>
      </p:sp>
      <p:sp>
        <p:nvSpPr>
          <p:cNvPr id="5" name="Rectangle 481"/>
          <p:cNvSpPr>
            <a:spLocks noGrp="1" noChangeArrowheads="1"/>
          </p:cNvSpPr>
          <p:nvPr>
            <p:ph type="ftr" sz="quarter" idx="11"/>
          </p:nvPr>
        </p:nvSpPr>
        <p:spPr/>
        <p:txBody>
          <a:bodyPr/>
          <a:lstStyle>
            <a:lvl1pPr>
              <a:defRPr/>
            </a:lvl1pPr>
          </a:lstStyle>
          <a:p>
            <a:pPr>
              <a:defRPr/>
            </a:pPr>
            <a:endParaRPr lang="en-US" altLang="en-US"/>
          </a:p>
        </p:txBody>
      </p:sp>
      <p:sp>
        <p:nvSpPr>
          <p:cNvPr id="6" name="Rectangle 483"/>
          <p:cNvSpPr>
            <a:spLocks noGrp="1" noChangeArrowheads="1"/>
          </p:cNvSpPr>
          <p:nvPr>
            <p:ph type="sldNum" sz="quarter" idx="12"/>
          </p:nvPr>
        </p:nvSpPr>
        <p:spPr/>
        <p:txBody>
          <a:bodyPr/>
          <a:lstStyle>
            <a:lvl1pPr>
              <a:defRPr/>
            </a:lvl1pPr>
          </a:lstStyle>
          <a:p>
            <a:pPr>
              <a:defRPr/>
            </a:pPr>
            <a:fld id="{FBB0E6FD-639C-4F3D-BF56-155D9A71A57C}" type="slidenum">
              <a:rPr lang="en-US" altLang="en-US"/>
            </a:fld>
            <a:endParaRPr lang="en-US"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79"/>
          <p:cNvSpPr>
            <a:spLocks noGrp="1" noChangeArrowheads="1"/>
          </p:cNvSpPr>
          <p:nvPr>
            <p:ph type="dt" sz="half" idx="10"/>
          </p:nvPr>
        </p:nvSpPr>
        <p:spPr/>
        <p:txBody>
          <a:bodyPr/>
          <a:lstStyle>
            <a:lvl1pPr>
              <a:defRPr/>
            </a:lvl1pPr>
          </a:lstStyle>
          <a:p>
            <a:pPr>
              <a:defRPr/>
            </a:pPr>
            <a:fld id="{927499F1-9F17-4603-85CB-4C8885D11F07}" type="datetimeFigureOut">
              <a:rPr lang="en-US" altLang="en-US"/>
            </a:fld>
            <a:endParaRPr lang="en-US" altLang="en-US" b="1" i="1"/>
          </a:p>
        </p:txBody>
      </p:sp>
      <p:sp>
        <p:nvSpPr>
          <p:cNvPr id="6" name="Rectangle 481"/>
          <p:cNvSpPr>
            <a:spLocks noGrp="1" noChangeArrowheads="1"/>
          </p:cNvSpPr>
          <p:nvPr>
            <p:ph type="ftr" sz="quarter" idx="11"/>
          </p:nvPr>
        </p:nvSpPr>
        <p:spPr/>
        <p:txBody>
          <a:bodyPr/>
          <a:lstStyle>
            <a:lvl1pPr>
              <a:defRPr/>
            </a:lvl1pPr>
          </a:lstStyle>
          <a:p>
            <a:pPr>
              <a:defRPr/>
            </a:pPr>
            <a:endParaRPr lang="en-US" altLang="en-US"/>
          </a:p>
        </p:txBody>
      </p:sp>
      <p:sp>
        <p:nvSpPr>
          <p:cNvPr id="7" name="Rectangle 483"/>
          <p:cNvSpPr>
            <a:spLocks noGrp="1" noChangeArrowheads="1"/>
          </p:cNvSpPr>
          <p:nvPr>
            <p:ph type="sldNum" sz="quarter" idx="12"/>
          </p:nvPr>
        </p:nvSpPr>
        <p:spPr/>
        <p:txBody>
          <a:bodyPr/>
          <a:lstStyle>
            <a:lvl1pPr>
              <a:defRPr/>
            </a:lvl1pPr>
          </a:lstStyle>
          <a:p>
            <a:pPr>
              <a:defRPr/>
            </a:pPr>
            <a:fld id="{0031F87D-E46A-4B12-98A1-755FA4B0B2EF}" type="slidenum">
              <a:rPr lang="en-US" altLang="en-US"/>
            </a:fld>
            <a:endParaRPr lang="en-US"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79"/>
          <p:cNvSpPr>
            <a:spLocks noGrp="1" noChangeArrowheads="1"/>
          </p:cNvSpPr>
          <p:nvPr>
            <p:ph type="dt" sz="half" idx="10"/>
          </p:nvPr>
        </p:nvSpPr>
        <p:spPr/>
        <p:txBody>
          <a:bodyPr/>
          <a:lstStyle>
            <a:lvl1pPr>
              <a:defRPr/>
            </a:lvl1pPr>
          </a:lstStyle>
          <a:p>
            <a:pPr>
              <a:defRPr/>
            </a:pPr>
            <a:fld id="{06834BD1-1700-4532-8B9B-87D62E4AD7E3}" type="datetimeFigureOut">
              <a:rPr lang="en-US" altLang="en-US"/>
            </a:fld>
            <a:endParaRPr lang="en-US" altLang="en-US" b="1" i="1"/>
          </a:p>
        </p:txBody>
      </p:sp>
      <p:sp>
        <p:nvSpPr>
          <p:cNvPr id="8" name="Rectangle 481"/>
          <p:cNvSpPr>
            <a:spLocks noGrp="1" noChangeArrowheads="1"/>
          </p:cNvSpPr>
          <p:nvPr>
            <p:ph type="ftr" sz="quarter" idx="11"/>
          </p:nvPr>
        </p:nvSpPr>
        <p:spPr/>
        <p:txBody>
          <a:bodyPr/>
          <a:lstStyle>
            <a:lvl1pPr>
              <a:defRPr/>
            </a:lvl1pPr>
          </a:lstStyle>
          <a:p>
            <a:pPr>
              <a:defRPr/>
            </a:pPr>
            <a:endParaRPr lang="en-US" altLang="en-US"/>
          </a:p>
        </p:txBody>
      </p:sp>
      <p:sp>
        <p:nvSpPr>
          <p:cNvPr id="9" name="Rectangle 483"/>
          <p:cNvSpPr>
            <a:spLocks noGrp="1" noChangeArrowheads="1"/>
          </p:cNvSpPr>
          <p:nvPr>
            <p:ph type="sldNum" sz="quarter" idx="12"/>
          </p:nvPr>
        </p:nvSpPr>
        <p:spPr/>
        <p:txBody>
          <a:bodyPr/>
          <a:lstStyle>
            <a:lvl1pPr>
              <a:defRPr/>
            </a:lvl1pPr>
          </a:lstStyle>
          <a:p>
            <a:pPr>
              <a:defRPr/>
            </a:pPr>
            <a:fld id="{8D59CC88-22B9-4671-BA3E-D7818A4F9218}" type="slidenum">
              <a:rPr lang="en-US" altLang="en-US"/>
            </a:fld>
            <a:endParaRPr lang="en-US"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79"/>
          <p:cNvSpPr>
            <a:spLocks noGrp="1" noChangeArrowheads="1"/>
          </p:cNvSpPr>
          <p:nvPr>
            <p:ph type="dt" sz="half" idx="10"/>
          </p:nvPr>
        </p:nvSpPr>
        <p:spPr/>
        <p:txBody>
          <a:bodyPr/>
          <a:lstStyle>
            <a:lvl1pPr>
              <a:defRPr/>
            </a:lvl1pPr>
          </a:lstStyle>
          <a:p>
            <a:pPr>
              <a:defRPr/>
            </a:pPr>
            <a:fld id="{AEE0319C-6BEB-4C77-AA78-EDFD27F6A647}" type="datetimeFigureOut">
              <a:rPr lang="en-US" altLang="en-US"/>
            </a:fld>
            <a:endParaRPr lang="en-US" altLang="en-US" b="1" i="1"/>
          </a:p>
        </p:txBody>
      </p:sp>
      <p:sp>
        <p:nvSpPr>
          <p:cNvPr id="4" name="Rectangle 481"/>
          <p:cNvSpPr>
            <a:spLocks noGrp="1" noChangeArrowheads="1"/>
          </p:cNvSpPr>
          <p:nvPr>
            <p:ph type="ftr" sz="quarter" idx="11"/>
          </p:nvPr>
        </p:nvSpPr>
        <p:spPr/>
        <p:txBody>
          <a:bodyPr/>
          <a:lstStyle>
            <a:lvl1pPr>
              <a:defRPr/>
            </a:lvl1pPr>
          </a:lstStyle>
          <a:p>
            <a:pPr>
              <a:defRPr/>
            </a:pPr>
            <a:endParaRPr lang="en-US" altLang="en-US"/>
          </a:p>
        </p:txBody>
      </p:sp>
      <p:sp>
        <p:nvSpPr>
          <p:cNvPr id="5" name="Rectangle 483"/>
          <p:cNvSpPr>
            <a:spLocks noGrp="1" noChangeArrowheads="1"/>
          </p:cNvSpPr>
          <p:nvPr>
            <p:ph type="sldNum" sz="quarter" idx="12"/>
          </p:nvPr>
        </p:nvSpPr>
        <p:spPr/>
        <p:txBody>
          <a:bodyPr/>
          <a:lstStyle>
            <a:lvl1pPr>
              <a:defRPr/>
            </a:lvl1pPr>
          </a:lstStyle>
          <a:p>
            <a:pPr>
              <a:defRPr/>
            </a:pPr>
            <a:fld id="{798DD87B-F222-498D-98D4-724AB411D7F1}" type="slidenum">
              <a:rPr lang="en-US" altLang="en-US"/>
            </a:fld>
            <a:endParaRPr lang="en-US"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79"/>
          <p:cNvSpPr>
            <a:spLocks noGrp="1" noChangeArrowheads="1"/>
          </p:cNvSpPr>
          <p:nvPr>
            <p:ph type="dt" sz="half" idx="10"/>
          </p:nvPr>
        </p:nvSpPr>
        <p:spPr/>
        <p:txBody>
          <a:bodyPr/>
          <a:lstStyle>
            <a:lvl1pPr>
              <a:defRPr/>
            </a:lvl1pPr>
          </a:lstStyle>
          <a:p>
            <a:pPr>
              <a:defRPr/>
            </a:pPr>
            <a:fld id="{B3912247-2C52-4731-958B-77862077363A}" type="datetimeFigureOut">
              <a:rPr lang="en-US" altLang="en-US"/>
            </a:fld>
            <a:endParaRPr lang="en-US" altLang="en-US" b="1" i="1"/>
          </a:p>
        </p:txBody>
      </p:sp>
      <p:sp>
        <p:nvSpPr>
          <p:cNvPr id="3" name="Rectangle 481"/>
          <p:cNvSpPr>
            <a:spLocks noGrp="1" noChangeArrowheads="1"/>
          </p:cNvSpPr>
          <p:nvPr>
            <p:ph type="ftr" sz="quarter" idx="11"/>
          </p:nvPr>
        </p:nvSpPr>
        <p:spPr/>
        <p:txBody>
          <a:bodyPr/>
          <a:lstStyle>
            <a:lvl1pPr>
              <a:defRPr/>
            </a:lvl1pPr>
          </a:lstStyle>
          <a:p>
            <a:pPr>
              <a:defRPr/>
            </a:pPr>
            <a:endParaRPr lang="en-US" altLang="en-US"/>
          </a:p>
        </p:txBody>
      </p:sp>
      <p:sp>
        <p:nvSpPr>
          <p:cNvPr id="4" name="Rectangle 483"/>
          <p:cNvSpPr>
            <a:spLocks noGrp="1" noChangeArrowheads="1"/>
          </p:cNvSpPr>
          <p:nvPr>
            <p:ph type="sldNum" sz="quarter" idx="12"/>
          </p:nvPr>
        </p:nvSpPr>
        <p:spPr/>
        <p:txBody>
          <a:bodyPr/>
          <a:lstStyle>
            <a:lvl1pPr>
              <a:defRPr/>
            </a:lvl1pPr>
          </a:lstStyle>
          <a:p>
            <a:pPr>
              <a:defRPr/>
            </a:pPr>
            <a:fld id="{AE867D57-4731-45E5-AF73-F8082E71CF7D}" type="slidenum">
              <a:rPr lang="en-US" altLang="en-US"/>
            </a:fld>
            <a:endParaRPr lang="en-US"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79"/>
          <p:cNvSpPr>
            <a:spLocks noGrp="1" noChangeArrowheads="1"/>
          </p:cNvSpPr>
          <p:nvPr>
            <p:ph type="dt" sz="half" idx="10"/>
          </p:nvPr>
        </p:nvSpPr>
        <p:spPr/>
        <p:txBody>
          <a:bodyPr/>
          <a:lstStyle>
            <a:lvl1pPr>
              <a:defRPr/>
            </a:lvl1pPr>
          </a:lstStyle>
          <a:p>
            <a:pPr>
              <a:defRPr/>
            </a:pPr>
            <a:fld id="{666F62F5-D508-4E68-8FBC-456F14EEFCD3}" type="datetimeFigureOut">
              <a:rPr lang="en-US" altLang="en-US"/>
            </a:fld>
            <a:endParaRPr lang="en-US" altLang="en-US" b="1" i="1"/>
          </a:p>
        </p:txBody>
      </p:sp>
      <p:sp>
        <p:nvSpPr>
          <p:cNvPr id="6" name="Rectangle 481"/>
          <p:cNvSpPr>
            <a:spLocks noGrp="1" noChangeArrowheads="1"/>
          </p:cNvSpPr>
          <p:nvPr>
            <p:ph type="ftr" sz="quarter" idx="11"/>
          </p:nvPr>
        </p:nvSpPr>
        <p:spPr/>
        <p:txBody>
          <a:bodyPr/>
          <a:lstStyle>
            <a:lvl1pPr>
              <a:defRPr/>
            </a:lvl1pPr>
          </a:lstStyle>
          <a:p>
            <a:pPr>
              <a:defRPr/>
            </a:pPr>
            <a:endParaRPr lang="en-US" altLang="en-US"/>
          </a:p>
        </p:txBody>
      </p:sp>
      <p:sp>
        <p:nvSpPr>
          <p:cNvPr id="7" name="Rectangle 483"/>
          <p:cNvSpPr>
            <a:spLocks noGrp="1" noChangeArrowheads="1"/>
          </p:cNvSpPr>
          <p:nvPr>
            <p:ph type="sldNum" sz="quarter" idx="12"/>
          </p:nvPr>
        </p:nvSpPr>
        <p:spPr/>
        <p:txBody>
          <a:bodyPr/>
          <a:lstStyle>
            <a:lvl1pPr>
              <a:defRPr/>
            </a:lvl1pPr>
          </a:lstStyle>
          <a:p>
            <a:pPr>
              <a:defRPr/>
            </a:pPr>
            <a:fld id="{B51FF6C4-79DB-46FA-96F7-EC77D79165D8}" type="slidenum">
              <a:rPr lang="en-US" altLang="en-US"/>
            </a:fld>
            <a:endParaRPr lang="en-US"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79"/>
          <p:cNvSpPr>
            <a:spLocks noGrp="1" noChangeArrowheads="1"/>
          </p:cNvSpPr>
          <p:nvPr>
            <p:ph type="dt" sz="half" idx="10"/>
          </p:nvPr>
        </p:nvSpPr>
        <p:spPr/>
        <p:txBody>
          <a:bodyPr/>
          <a:lstStyle>
            <a:lvl1pPr>
              <a:defRPr/>
            </a:lvl1pPr>
          </a:lstStyle>
          <a:p>
            <a:pPr>
              <a:defRPr/>
            </a:pPr>
            <a:fld id="{1BB49BD2-6062-4ECE-85D0-42E133ADC90A}" type="datetimeFigureOut">
              <a:rPr lang="en-US" altLang="en-US"/>
            </a:fld>
            <a:endParaRPr lang="en-US" altLang="en-US" b="1" i="1"/>
          </a:p>
        </p:txBody>
      </p:sp>
      <p:sp>
        <p:nvSpPr>
          <p:cNvPr id="6" name="Rectangle 481"/>
          <p:cNvSpPr>
            <a:spLocks noGrp="1" noChangeArrowheads="1"/>
          </p:cNvSpPr>
          <p:nvPr>
            <p:ph type="ftr" sz="quarter" idx="11"/>
          </p:nvPr>
        </p:nvSpPr>
        <p:spPr/>
        <p:txBody>
          <a:bodyPr/>
          <a:lstStyle>
            <a:lvl1pPr>
              <a:defRPr/>
            </a:lvl1pPr>
          </a:lstStyle>
          <a:p>
            <a:pPr>
              <a:defRPr/>
            </a:pPr>
            <a:endParaRPr lang="en-US" altLang="en-US"/>
          </a:p>
        </p:txBody>
      </p:sp>
      <p:sp>
        <p:nvSpPr>
          <p:cNvPr id="7" name="Rectangle 483"/>
          <p:cNvSpPr>
            <a:spLocks noGrp="1" noChangeArrowheads="1"/>
          </p:cNvSpPr>
          <p:nvPr>
            <p:ph type="sldNum" sz="quarter" idx="12"/>
          </p:nvPr>
        </p:nvSpPr>
        <p:spPr/>
        <p:txBody>
          <a:bodyPr/>
          <a:lstStyle>
            <a:lvl1pPr>
              <a:defRPr/>
            </a:lvl1pPr>
          </a:lstStyle>
          <a:p>
            <a:pPr>
              <a:defRPr/>
            </a:pPr>
            <a:fld id="{113A1818-349A-4F97-BCD9-75466FF54598}" type="slidenum">
              <a:rPr lang="en-US" altLang="en-US"/>
            </a:fld>
            <a:endParaRPr lang="en-US"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79"/>
          <p:cNvSpPr>
            <a:spLocks noGrp="1" noChangeArrowheads="1"/>
          </p:cNvSpPr>
          <p:nvPr>
            <p:ph type="dt" sz="half" idx="10"/>
          </p:nvPr>
        </p:nvSpPr>
        <p:spPr/>
        <p:txBody>
          <a:bodyPr/>
          <a:lstStyle>
            <a:lvl1pPr>
              <a:defRPr/>
            </a:lvl1pPr>
          </a:lstStyle>
          <a:p>
            <a:pPr>
              <a:defRPr/>
            </a:pPr>
            <a:fld id="{E4653A5F-3DCA-4ECD-AADF-1D4E1A5BE871}" type="datetimeFigureOut">
              <a:rPr lang="en-US" altLang="en-US"/>
            </a:fld>
            <a:endParaRPr lang="en-US" altLang="en-US" b="1" i="1"/>
          </a:p>
        </p:txBody>
      </p:sp>
      <p:sp>
        <p:nvSpPr>
          <p:cNvPr id="5" name="Rectangle 481"/>
          <p:cNvSpPr>
            <a:spLocks noGrp="1" noChangeArrowheads="1"/>
          </p:cNvSpPr>
          <p:nvPr>
            <p:ph type="ftr" sz="quarter" idx="11"/>
          </p:nvPr>
        </p:nvSpPr>
        <p:spPr/>
        <p:txBody>
          <a:bodyPr/>
          <a:lstStyle>
            <a:lvl1pPr>
              <a:defRPr/>
            </a:lvl1pPr>
          </a:lstStyle>
          <a:p>
            <a:pPr>
              <a:defRPr/>
            </a:pPr>
            <a:endParaRPr lang="en-US" altLang="en-US"/>
          </a:p>
        </p:txBody>
      </p:sp>
      <p:sp>
        <p:nvSpPr>
          <p:cNvPr id="6" name="Rectangle 483"/>
          <p:cNvSpPr>
            <a:spLocks noGrp="1" noChangeArrowheads="1"/>
          </p:cNvSpPr>
          <p:nvPr>
            <p:ph type="sldNum" sz="quarter" idx="12"/>
          </p:nvPr>
        </p:nvSpPr>
        <p:spPr/>
        <p:txBody>
          <a:bodyPr/>
          <a:lstStyle>
            <a:lvl1pPr>
              <a:defRPr/>
            </a:lvl1pPr>
          </a:lstStyle>
          <a:p>
            <a:pPr>
              <a:defRPr/>
            </a:pPr>
            <a:fld id="{4A175DE6-D9B7-4612-BD38-F2E35582906D}" type="slidenum">
              <a:rPr lang="en-US" altLang="en-US"/>
            </a:fld>
            <a:endParaRPr lang="en-US"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79"/>
          <p:cNvSpPr>
            <a:spLocks noGrp="1" noChangeArrowheads="1"/>
          </p:cNvSpPr>
          <p:nvPr>
            <p:ph type="dt" sz="half" idx="10"/>
          </p:nvPr>
        </p:nvSpPr>
        <p:spPr/>
        <p:txBody>
          <a:bodyPr/>
          <a:lstStyle>
            <a:lvl1pPr>
              <a:defRPr/>
            </a:lvl1pPr>
          </a:lstStyle>
          <a:p>
            <a:pPr>
              <a:defRPr/>
            </a:pPr>
            <a:fld id="{B207D22C-D4CD-4A1C-940F-D4BC6257A61F}" type="datetimeFigureOut">
              <a:rPr lang="en-US" altLang="en-US"/>
            </a:fld>
            <a:endParaRPr lang="en-US" altLang="en-US" b="1" i="1"/>
          </a:p>
        </p:txBody>
      </p:sp>
      <p:sp>
        <p:nvSpPr>
          <p:cNvPr id="5" name="Rectangle 481"/>
          <p:cNvSpPr>
            <a:spLocks noGrp="1" noChangeArrowheads="1"/>
          </p:cNvSpPr>
          <p:nvPr>
            <p:ph type="ftr" sz="quarter" idx="11"/>
          </p:nvPr>
        </p:nvSpPr>
        <p:spPr/>
        <p:txBody>
          <a:bodyPr/>
          <a:lstStyle>
            <a:lvl1pPr>
              <a:defRPr/>
            </a:lvl1pPr>
          </a:lstStyle>
          <a:p>
            <a:pPr>
              <a:defRPr/>
            </a:pPr>
            <a:endParaRPr lang="en-US" altLang="en-US"/>
          </a:p>
        </p:txBody>
      </p:sp>
      <p:sp>
        <p:nvSpPr>
          <p:cNvPr id="6" name="Rectangle 483"/>
          <p:cNvSpPr>
            <a:spLocks noGrp="1" noChangeArrowheads="1"/>
          </p:cNvSpPr>
          <p:nvPr>
            <p:ph type="sldNum" sz="quarter" idx="12"/>
          </p:nvPr>
        </p:nvSpPr>
        <p:spPr/>
        <p:txBody>
          <a:bodyPr/>
          <a:lstStyle>
            <a:lvl1pPr>
              <a:defRPr/>
            </a:lvl1pPr>
          </a:lstStyle>
          <a:p>
            <a:pPr>
              <a:defRPr/>
            </a:pPr>
            <a:fld id="{F58350AF-34B0-4176-917C-33897A682B7F}" type="slidenum">
              <a:rPr lang="en-US" altLang="en-US"/>
            </a:fld>
            <a:endParaRPr lang="en-US"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89"/>
          <p:cNvSpPr>
            <a:spLocks noGrp="1" noChangeArrowheads="1"/>
          </p:cNvSpPr>
          <p:nvPr>
            <p:ph type="dt" sz="half" idx="10"/>
          </p:nvPr>
        </p:nvSpPr>
        <p:spPr/>
        <p:txBody>
          <a:bodyPr/>
          <a:lstStyle>
            <a:lvl1pPr>
              <a:defRPr/>
            </a:lvl1pPr>
          </a:lstStyle>
          <a:p>
            <a:pPr>
              <a:defRPr/>
            </a:pPr>
            <a:fld id="{F1D7BDD6-341A-4938-8E86-9FE2C06CCC8C}" type="datetimeFigureOut">
              <a:rPr lang="en-US" altLang="en-US"/>
            </a:fld>
            <a:endParaRPr lang="en-US" altLang="en-US" b="1" i="1"/>
          </a:p>
        </p:txBody>
      </p:sp>
      <p:sp>
        <p:nvSpPr>
          <p:cNvPr id="5" name="Rectangle 491"/>
          <p:cNvSpPr>
            <a:spLocks noGrp="1" noChangeArrowheads="1"/>
          </p:cNvSpPr>
          <p:nvPr>
            <p:ph type="ftr" sz="quarter" idx="11"/>
          </p:nvPr>
        </p:nvSpPr>
        <p:spPr/>
        <p:txBody>
          <a:bodyPr/>
          <a:lstStyle>
            <a:lvl1pPr>
              <a:defRPr/>
            </a:lvl1pPr>
          </a:lstStyle>
          <a:p>
            <a:pPr>
              <a:defRPr/>
            </a:pPr>
            <a:endParaRPr lang="en-US" altLang="en-US"/>
          </a:p>
        </p:txBody>
      </p:sp>
      <p:sp>
        <p:nvSpPr>
          <p:cNvPr id="6" name="Rectangle 493"/>
          <p:cNvSpPr>
            <a:spLocks noGrp="1" noChangeArrowheads="1"/>
          </p:cNvSpPr>
          <p:nvPr>
            <p:ph type="sldNum" sz="quarter" idx="12"/>
          </p:nvPr>
        </p:nvSpPr>
        <p:spPr/>
        <p:txBody>
          <a:bodyPr/>
          <a:lstStyle>
            <a:lvl1pPr>
              <a:defRPr/>
            </a:lvl1pPr>
          </a:lstStyle>
          <a:p>
            <a:pPr>
              <a:defRPr/>
            </a:pPr>
            <a:fld id="{182009B6-A25F-481D-B9D4-71A1A69EDBB1}" type="slidenum">
              <a:rPr lang="en-US" altLang="en-US"/>
            </a:fld>
            <a:endParaRPr lang="en-US"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89"/>
          <p:cNvSpPr>
            <a:spLocks noGrp="1" noChangeArrowheads="1"/>
          </p:cNvSpPr>
          <p:nvPr>
            <p:ph type="dt" sz="half" idx="10"/>
          </p:nvPr>
        </p:nvSpPr>
        <p:spPr/>
        <p:txBody>
          <a:bodyPr/>
          <a:lstStyle>
            <a:lvl1pPr>
              <a:defRPr/>
            </a:lvl1pPr>
          </a:lstStyle>
          <a:p>
            <a:pPr>
              <a:defRPr/>
            </a:pPr>
            <a:fld id="{3479AEC5-3AED-4F58-9E2E-6F8784F4BE85}" type="datetimeFigureOut">
              <a:rPr lang="en-US" altLang="en-US"/>
            </a:fld>
            <a:endParaRPr lang="en-US" altLang="en-US" b="1" i="1"/>
          </a:p>
        </p:txBody>
      </p:sp>
      <p:sp>
        <p:nvSpPr>
          <p:cNvPr id="5" name="Rectangle 491"/>
          <p:cNvSpPr>
            <a:spLocks noGrp="1" noChangeArrowheads="1"/>
          </p:cNvSpPr>
          <p:nvPr>
            <p:ph type="ftr" sz="quarter" idx="11"/>
          </p:nvPr>
        </p:nvSpPr>
        <p:spPr/>
        <p:txBody>
          <a:bodyPr/>
          <a:lstStyle>
            <a:lvl1pPr>
              <a:defRPr/>
            </a:lvl1pPr>
          </a:lstStyle>
          <a:p>
            <a:pPr>
              <a:defRPr/>
            </a:pPr>
            <a:endParaRPr lang="en-US" altLang="en-US"/>
          </a:p>
        </p:txBody>
      </p:sp>
      <p:sp>
        <p:nvSpPr>
          <p:cNvPr id="6" name="Rectangle 493"/>
          <p:cNvSpPr>
            <a:spLocks noGrp="1" noChangeArrowheads="1"/>
          </p:cNvSpPr>
          <p:nvPr>
            <p:ph type="sldNum" sz="quarter" idx="12"/>
          </p:nvPr>
        </p:nvSpPr>
        <p:spPr/>
        <p:txBody>
          <a:bodyPr/>
          <a:lstStyle>
            <a:lvl1pPr>
              <a:defRPr/>
            </a:lvl1pPr>
          </a:lstStyle>
          <a:p>
            <a:pPr>
              <a:defRPr/>
            </a:pPr>
            <a:fld id="{7144E3A5-03E6-41BC-B2BC-00F0EF1E9AE2}" type="slidenum">
              <a:rPr lang="en-US" altLang="en-US"/>
            </a:fld>
            <a:endParaRPr lang="en-US"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89"/>
          <p:cNvSpPr>
            <a:spLocks noGrp="1" noChangeArrowheads="1"/>
          </p:cNvSpPr>
          <p:nvPr>
            <p:ph type="dt" sz="half" idx="10"/>
          </p:nvPr>
        </p:nvSpPr>
        <p:spPr/>
        <p:txBody>
          <a:bodyPr/>
          <a:lstStyle>
            <a:lvl1pPr>
              <a:defRPr/>
            </a:lvl1pPr>
          </a:lstStyle>
          <a:p>
            <a:pPr>
              <a:defRPr/>
            </a:pPr>
            <a:fld id="{846C1037-00E1-4CF2-ABDE-9AC475A98EC7}" type="datetimeFigureOut">
              <a:rPr lang="en-US" altLang="en-US"/>
            </a:fld>
            <a:endParaRPr lang="en-US" altLang="en-US" b="1" i="1"/>
          </a:p>
        </p:txBody>
      </p:sp>
      <p:sp>
        <p:nvSpPr>
          <p:cNvPr id="5" name="Rectangle 491"/>
          <p:cNvSpPr>
            <a:spLocks noGrp="1" noChangeArrowheads="1"/>
          </p:cNvSpPr>
          <p:nvPr>
            <p:ph type="ftr" sz="quarter" idx="11"/>
          </p:nvPr>
        </p:nvSpPr>
        <p:spPr/>
        <p:txBody>
          <a:bodyPr/>
          <a:lstStyle>
            <a:lvl1pPr>
              <a:defRPr/>
            </a:lvl1pPr>
          </a:lstStyle>
          <a:p>
            <a:pPr>
              <a:defRPr/>
            </a:pPr>
            <a:endParaRPr lang="en-US" altLang="en-US"/>
          </a:p>
        </p:txBody>
      </p:sp>
      <p:sp>
        <p:nvSpPr>
          <p:cNvPr id="6" name="Rectangle 493"/>
          <p:cNvSpPr>
            <a:spLocks noGrp="1" noChangeArrowheads="1"/>
          </p:cNvSpPr>
          <p:nvPr>
            <p:ph type="sldNum" sz="quarter" idx="12"/>
          </p:nvPr>
        </p:nvSpPr>
        <p:spPr/>
        <p:txBody>
          <a:bodyPr/>
          <a:lstStyle>
            <a:lvl1pPr>
              <a:defRPr/>
            </a:lvl1pPr>
          </a:lstStyle>
          <a:p>
            <a:pPr>
              <a:defRPr/>
            </a:pPr>
            <a:fld id="{C45632D9-E031-4835-94BC-E17721E67B0C}" type="slidenum">
              <a:rPr lang="en-US" altLang="en-US"/>
            </a:fld>
            <a:endParaRPr lang="en-US"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89"/>
          <p:cNvSpPr>
            <a:spLocks noGrp="1" noChangeArrowheads="1"/>
          </p:cNvSpPr>
          <p:nvPr>
            <p:ph type="dt" sz="half" idx="10"/>
          </p:nvPr>
        </p:nvSpPr>
        <p:spPr/>
        <p:txBody>
          <a:bodyPr/>
          <a:lstStyle>
            <a:lvl1pPr>
              <a:defRPr/>
            </a:lvl1pPr>
          </a:lstStyle>
          <a:p>
            <a:pPr>
              <a:defRPr/>
            </a:pPr>
            <a:fld id="{26F73D3F-217A-4EDA-8F35-341BAA00CBEE}" type="datetimeFigureOut">
              <a:rPr lang="en-US" altLang="en-US"/>
            </a:fld>
            <a:endParaRPr lang="en-US" altLang="en-US" b="1" i="1"/>
          </a:p>
        </p:txBody>
      </p:sp>
      <p:sp>
        <p:nvSpPr>
          <p:cNvPr id="6" name="Rectangle 491"/>
          <p:cNvSpPr>
            <a:spLocks noGrp="1" noChangeArrowheads="1"/>
          </p:cNvSpPr>
          <p:nvPr>
            <p:ph type="ftr" sz="quarter" idx="11"/>
          </p:nvPr>
        </p:nvSpPr>
        <p:spPr/>
        <p:txBody>
          <a:bodyPr/>
          <a:lstStyle>
            <a:lvl1pPr>
              <a:defRPr/>
            </a:lvl1pPr>
          </a:lstStyle>
          <a:p>
            <a:pPr>
              <a:defRPr/>
            </a:pPr>
            <a:endParaRPr lang="en-US" altLang="en-US"/>
          </a:p>
        </p:txBody>
      </p:sp>
      <p:sp>
        <p:nvSpPr>
          <p:cNvPr id="7" name="Rectangle 493"/>
          <p:cNvSpPr>
            <a:spLocks noGrp="1" noChangeArrowheads="1"/>
          </p:cNvSpPr>
          <p:nvPr>
            <p:ph type="sldNum" sz="quarter" idx="12"/>
          </p:nvPr>
        </p:nvSpPr>
        <p:spPr/>
        <p:txBody>
          <a:bodyPr/>
          <a:lstStyle>
            <a:lvl1pPr>
              <a:defRPr/>
            </a:lvl1pPr>
          </a:lstStyle>
          <a:p>
            <a:pPr>
              <a:defRPr/>
            </a:pPr>
            <a:fld id="{459705DF-C135-49F7-9300-CCDB905A60B0}" type="slidenum">
              <a:rPr lang="en-US" altLang="en-US"/>
            </a:fld>
            <a:endParaRPr lang="en-US"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89"/>
          <p:cNvSpPr>
            <a:spLocks noGrp="1" noChangeArrowheads="1"/>
          </p:cNvSpPr>
          <p:nvPr>
            <p:ph type="dt" sz="half" idx="10"/>
          </p:nvPr>
        </p:nvSpPr>
        <p:spPr/>
        <p:txBody>
          <a:bodyPr/>
          <a:lstStyle>
            <a:lvl1pPr>
              <a:defRPr/>
            </a:lvl1pPr>
          </a:lstStyle>
          <a:p>
            <a:pPr>
              <a:defRPr/>
            </a:pPr>
            <a:fld id="{09805DF6-EEDF-4A2F-9C09-E07339E5BCD5}" type="datetimeFigureOut">
              <a:rPr lang="en-US" altLang="en-US"/>
            </a:fld>
            <a:endParaRPr lang="en-US" altLang="en-US" b="1" i="1"/>
          </a:p>
        </p:txBody>
      </p:sp>
      <p:sp>
        <p:nvSpPr>
          <p:cNvPr id="8" name="Rectangle 491"/>
          <p:cNvSpPr>
            <a:spLocks noGrp="1" noChangeArrowheads="1"/>
          </p:cNvSpPr>
          <p:nvPr>
            <p:ph type="ftr" sz="quarter" idx="11"/>
          </p:nvPr>
        </p:nvSpPr>
        <p:spPr/>
        <p:txBody>
          <a:bodyPr/>
          <a:lstStyle>
            <a:lvl1pPr>
              <a:defRPr/>
            </a:lvl1pPr>
          </a:lstStyle>
          <a:p>
            <a:pPr>
              <a:defRPr/>
            </a:pPr>
            <a:endParaRPr lang="en-US" altLang="en-US"/>
          </a:p>
        </p:txBody>
      </p:sp>
      <p:sp>
        <p:nvSpPr>
          <p:cNvPr id="9" name="Rectangle 493"/>
          <p:cNvSpPr>
            <a:spLocks noGrp="1" noChangeArrowheads="1"/>
          </p:cNvSpPr>
          <p:nvPr>
            <p:ph type="sldNum" sz="quarter" idx="12"/>
          </p:nvPr>
        </p:nvSpPr>
        <p:spPr/>
        <p:txBody>
          <a:bodyPr/>
          <a:lstStyle>
            <a:lvl1pPr>
              <a:defRPr/>
            </a:lvl1pPr>
          </a:lstStyle>
          <a:p>
            <a:pPr>
              <a:defRPr/>
            </a:pPr>
            <a:fld id="{1A7F17F5-C15D-4C7A-AD12-6ED756D8240F}" type="slidenum">
              <a:rPr lang="en-US" altLang="en-US"/>
            </a:fld>
            <a:endParaRPr lang="en-US"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89"/>
          <p:cNvSpPr>
            <a:spLocks noGrp="1" noChangeArrowheads="1"/>
          </p:cNvSpPr>
          <p:nvPr>
            <p:ph type="dt" sz="half" idx="10"/>
          </p:nvPr>
        </p:nvSpPr>
        <p:spPr/>
        <p:txBody>
          <a:bodyPr/>
          <a:lstStyle>
            <a:lvl1pPr>
              <a:defRPr/>
            </a:lvl1pPr>
          </a:lstStyle>
          <a:p>
            <a:pPr>
              <a:defRPr/>
            </a:pPr>
            <a:fld id="{E6A97DDF-232C-4C8C-9C2B-EC5CE41149A2}" type="datetimeFigureOut">
              <a:rPr lang="en-US" altLang="en-US"/>
            </a:fld>
            <a:endParaRPr lang="en-US" altLang="en-US" b="1" i="1"/>
          </a:p>
        </p:txBody>
      </p:sp>
      <p:sp>
        <p:nvSpPr>
          <p:cNvPr id="4" name="Rectangle 491"/>
          <p:cNvSpPr>
            <a:spLocks noGrp="1" noChangeArrowheads="1"/>
          </p:cNvSpPr>
          <p:nvPr>
            <p:ph type="ftr" sz="quarter" idx="11"/>
          </p:nvPr>
        </p:nvSpPr>
        <p:spPr/>
        <p:txBody>
          <a:bodyPr/>
          <a:lstStyle>
            <a:lvl1pPr>
              <a:defRPr/>
            </a:lvl1pPr>
          </a:lstStyle>
          <a:p>
            <a:pPr>
              <a:defRPr/>
            </a:pPr>
            <a:endParaRPr lang="en-US" altLang="en-US"/>
          </a:p>
        </p:txBody>
      </p:sp>
      <p:sp>
        <p:nvSpPr>
          <p:cNvPr id="5" name="Rectangle 493"/>
          <p:cNvSpPr>
            <a:spLocks noGrp="1" noChangeArrowheads="1"/>
          </p:cNvSpPr>
          <p:nvPr>
            <p:ph type="sldNum" sz="quarter" idx="12"/>
          </p:nvPr>
        </p:nvSpPr>
        <p:spPr/>
        <p:txBody>
          <a:bodyPr/>
          <a:lstStyle>
            <a:lvl1pPr>
              <a:defRPr/>
            </a:lvl1pPr>
          </a:lstStyle>
          <a:p>
            <a:pPr>
              <a:defRPr/>
            </a:pPr>
            <a:fld id="{EEC0FE15-6495-4D64-A07F-101CE915B2C2}" type="slidenum">
              <a:rPr lang="en-US" altLang="en-US"/>
            </a:fld>
            <a:endParaRPr lang="en-US"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89"/>
          <p:cNvSpPr>
            <a:spLocks noGrp="1" noChangeArrowheads="1"/>
          </p:cNvSpPr>
          <p:nvPr>
            <p:ph type="dt" sz="half" idx="10"/>
          </p:nvPr>
        </p:nvSpPr>
        <p:spPr/>
        <p:txBody>
          <a:bodyPr/>
          <a:lstStyle>
            <a:lvl1pPr>
              <a:defRPr/>
            </a:lvl1pPr>
          </a:lstStyle>
          <a:p>
            <a:pPr>
              <a:defRPr/>
            </a:pPr>
            <a:fld id="{DA215A7C-02FF-45EB-B692-09B7A926AC87}" type="datetimeFigureOut">
              <a:rPr lang="en-US" altLang="en-US"/>
            </a:fld>
            <a:endParaRPr lang="en-US" altLang="en-US" b="1" i="1"/>
          </a:p>
        </p:txBody>
      </p:sp>
      <p:sp>
        <p:nvSpPr>
          <p:cNvPr id="3" name="Rectangle 491"/>
          <p:cNvSpPr>
            <a:spLocks noGrp="1" noChangeArrowheads="1"/>
          </p:cNvSpPr>
          <p:nvPr>
            <p:ph type="ftr" sz="quarter" idx="11"/>
          </p:nvPr>
        </p:nvSpPr>
        <p:spPr/>
        <p:txBody>
          <a:bodyPr/>
          <a:lstStyle>
            <a:lvl1pPr>
              <a:defRPr/>
            </a:lvl1pPr>
          </a:lstStyle>
          <a:p>
            <a:pPr>
              <a:defRPr/>
            </a:pPr>
            <a:endParaRPr lang="en-US" altLang="en-US"/>
          </a:p>
        </p:txBody>
      </p:sp>
      <p:sp>
        <p:nvSpPr>
          <p:cNvPr id="4" name="Rectangle 493"/>
          <p:cNvSpPr>
            <a:spLocks noGrp="1" noChangeArrowheads="1"/>
          </p:cNvSpPr>
          <p:nvPr>
            <p:ph type="sldNum" sz="quarter" idx="12"/>
          </p:nvPr>
        </p:nvSpPr>
        <p:spPr/>
        <p:txBody>
          <a:bodyPr/>
          <a:lstStyle>
            <a:lvl1pPr>
              <a:defRPr/>
            </a:lvl1pPr>
          </a:lstStyle>
          <a:p>
            <a:pPr>
              <a:defRPr/>
            </a:pPr>
            <a:fld id="{36DCA784-0533-4506-8095-89E5FF2EEC36}" type="slidenum">
              <a:rPr lang="en-US" altLang="en-US"/>
            </a:fld>
            <a:endParaRPr lang="en-US"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89"/>
          <p:cNvSpPr>
            <a:spLocks noGrp="1" noChangeArrowheads="1"/>
          </p:cNvSpPr>
          <p:nvPr>
            <p:ph type="dt" sz="half" idx="10"/>
          </p:nvPr>
        </p:nvSpPr>
        <p:spPr/>
        <p:txBody>
          <a:bodyPr/>
          <a:lstStyle>
            <a:lvl1pPr>
              <a:defRPr/>
            </a:lvl1pPr>
          </a:lstStyle>
          <a:p>
            <a:pPr>
              <a:defRPr/>
            </a:pPr>
            <a:fld id="{1FEE864A-20C2-4434-B5A9-034A0B59C8A4}" type="datetimeFigureOut">
              <a:rPr lang="en-US" altLang="en-US"/>
            </a:fld>
            <a:endParaRPr lang="en-US" altLang="en-US" b="1" i="1"/>
          </a:p>
        </p:txBody>
      </p:sp>
      <p:sp>
        <p:nvSpPr>
          <p:cNvPr id="6" name="Rectangle 491"/>
          <p:cNvSpPr>
            <a:spLocks noGrp="1" noChangeArrowheads="1"/>
          </p:cNvSpPr>
          <p:nvPr>
            <p:ph type="ftr" sz="quarter" idx="11"/>
          </p:nvPr>
        </p:nvSpPr>
        <p:spPr/>
        <p:txBody>
          <a:bodyPr/>
          <a:lstStyle>
            <a:lvl1pPr>
              <a:defRPr/>
            </a:lvl1pPr>
          </a:lstStyle>
          <a:p>
            <a:pPr>
              <a:defRPr/>
            </a:pPr>
            <a:endParaRPr lang="en-US" altLang="en-US"/>
          </a:p>
        </p:txBody>
      </p:sp>
      <p:sp>
        <p:nvSpPr>
          <p:cNvPr id="7" name="Rectangle 493"/>
          <p:cNvSpPr>
            <a:spLocks noGrp="1" noChangeArrowheads="1"/>
          </p:cNvSpPr>
          <p:nvPr>
            <p:ph type="sldNum" sz="quarter" idx="12"/>
          </p:nvPr>
        </p:nvSpPr>
        <p:spPr/>
        <p:txBody>
          <a:bodyPr/>
          <a:lstStyle>
            <a:lvl1pPr>
              <a:defRPr/>
            </a:lvl1pPr>
          </a:lstStyle>
          <a:p>
            <a:pPr>
              <a:defRPr/>
            </a:pPr>
            <a:fld id="{4B8D4D34-6EAA-4818-8C37-C4B85ADD6CA1}" type="slidenum">
              <a:rPr lang="en-US" altLang="en-US"/>
            </a:fld>
            <a:endParaRPr lang="en-US"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89"/>
          <p:cNvSpPr>
            <a:spLocks noGrp="1" noChangeArrowheads="1"/>
          </p:cNvSpPr>
          <p:nvPr>
            <p:ph type="dt" sz="half" idx="10"/>
          </p:nvPr>
        </p:nvSpPr>
        <p:spPr/>
        <p:txBody>
          <a:bodyPr/>
          <a:lstStyle>
            <a:lvl1pPr>
              <a:defRPr/>
            </a:lvl1pPr>
          </a:lstStyle>
          <a:p>
            <a:pPr>
              <a:defRPr/>
            </a:pPr>
            <a:fld id="{6F2A5C3C-8496-44C5-BEA0-6860B3FEDEFF}" type="datetimeFigureOut">
              <a:rPr lang="en-US" altLang="en-US"/>
            </a:fld>
            <a:endParaRPr lang="en-US" altLang="en-US" b="1" i="1"/>
          </a:p>
        </p:txBody>
      </p:sp>
      <p:sp>
        <p:nvSpPr>
          <p:cNvPr id="6" name="Rectangle 491"/>
          <p:cNvSpPr>
            <a:spLocks noGrp="1" noChangeArrowheads="1"/>
          </p:cNvSpPr>
          <p:nvPr>
            <p:ph type="ftr" sz="quarter" idx="11"/>
          </p:nvPr>
        </p:nvSpPr>
        <p:spPr/>
        <p:txBody>
          <a:bodyPr/>
          <a:lstStyle>
            <a:lvl1pPr>
              <a:defRPr/>
            </a:lvl1pPr>
          </a:lstStyle>
          <a:p>
            <a:pPr>
              <a:defRPr/>
            </a:pPr>
            <a:endParaRPr lang="en-US" altLang="en-US"/>
          </a:p>
        </p:txBody>
      </p:sp>
      <p:sp>
        <p:nvSpPr>
          <p:cNvPr id="7" name="Rectangle 493"/>
          <p:cNvSpPr>
            <a:spLocks noGrp="1" noChangeArrowheads="1"/>
          </p:cNvSpPr>
          <p:nvPr>
            <p:ph type="sldNum" sz="quarter" idx="12"/>
          </p:nvPr>
        </p:nvSpPr>
        <p:spPr/>
        <p:txBody>
          <a:bodyPr/>
          <a:lstStyle>
            <a:lvl1pPr>
              <a:defRPr/>
            </a:lvl1pPr>
          </a:lstStyle>
          <a:p>
            <a:pPr>
              <a:defRPr/>
            </a:pPr>
            <a:fld id="{F27F8EB0-32D8-4F05-B346-16C813B4075D}" type="slidenum">
              <a:rPr lang="en-US" altLang="en-US"/>
            </a:fld>
            <a:endParaRPr lang="en-US"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89"/>
          <p:cNvSpPr>
            <a:spLocks noGrp="1" noChangeArrowheads="1"/>
          </p:cNvSpPr>
          <p:nvPr>
            <p:ph type="dt" sz="half" idx="10"/>
          </p:nvPr>
        </p:nvSpPr>
        <p:spPr/>
        <p:txBody>
          <a:bodyPr/>
          <a:lstStyle>
            <a:lvl1pPr>
              <a:defRPr/>
            </a:lvl1pPr>
          </a:lstStyle>
          <a:p>
            <a:pPr>
              <a:defRPr/>
            </a:pPr>
            <a:fld id="{9557E87A-C1CC-4CF1-AEBD-2BFE4D158377}" type="datetimeFigureOut">
              <a:rPr lang="en-US" altLang="en-US"/>
            </a:fld>
            <a:endParaRPr lang="en-US" altLang="en-US" b="1" i="1"/>
          </a:p>
        </p:txBody>
      </p:sp>
      <p:sp>
        <p:nvSpPr>
          <p:cNvPr id="5" name="Rectangle 491"/>
          <p:cNvSpPr>
            <a:spLocks noGrp="1" noChangeArrowheads="1"/>
          </p:cNvSpPr>
          <p:nvPr>
            <p:ph type="ftr" sz="quarter" idx="11"/>
          </p:nvPr>
        </p:nvSpPr>
        <p:spPr/>
        <p:txBody>
          <a:bodyPr/>
          <a:lstStyle>
            <a:lvl1pPr>
              <a:defRPr/>
            </a:lvl1pPr>
          </a:lstStyle>
          <a:p>
            <a:pPr>
              <a:defRPr/>
            </a:pPr>
            <a:endParaRPr lang="en-US" altLang="en-US"/>
          </a:p>
        </p:txBody>
      </p:sp>
      <p:sp>
        <p:nvSpPr>
          <p:cNvPr id="6" name="Rectangle 493"/>
          <p:cNvSpPr>
            <a:spLocks noGrp="1" noChangeArrowheads="1"/>
          </p:cNvSpPr>
          <p:nvPr>
            <p:ph type="sldNum" sz="quarter" idx="12"/>
          </p:nvPr>
        </p:nvSpPr>
        <p:spPr/>
        <p:txBody>
          <a:bodyPr/>
          <a:lstStyle>
            <a:lvl1pPr>
              <a:defRPr/>
            </a:lvl1pPr>
          </a:lstStyle>
          <a:p>
            <a:pPr>
              <a:defRPr/>
            </a:pPr>
            <a:fld id="{44C2FB4F-A42B-4DD8-85E1-89BEB478851B}" type="slidenum">
              <a:rPr lang="en-US" altLang="en-US"/>
            </a:fld>
            <a:endParaRPr lang="en-US"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89"/>
          <p:cNvSpPr>
            <a:spLocks noGrp="1" noChangeArrowheads="1"/>
          </p:cNvSpPr>
          <p:nvPr>
            <p:ph type="dt" sz="half" idx="10"/>
          </p:nvPr>
        </p:nvSpPr>
        <p:spPr/>
        <p:txBody>
          <a:bodyPr/>
          <a:lstStyle>
            <a:lvl1pPr>
              <a:defRPr/>
            </a:lvl1pPr>
          </a:lstStyle>
          <a:p>
            <a:pPr>
              <a:defRPr/>
            </a:pPr>
            <a:fld id="{235D617A-E683-4CD3-B04C-EC0DA8642B68}" type="datetimeFigureOut">
              <a:rPr lang="en-US" altLang="en-US"/>
            </a:fld>
            <a:endParaRPr lang="en-US" altLang="en-US" b="1" i="1"/>
          </a:p>
        </p:txBody>
      </p:sp>
      <p:sp>
        <p:nvSpPr>
          <p:cNvPr id="5" name="Rectangle 491"/>
          <p:cNvSpPr>
            <a:spLocks noGrp="1" noChangeArrowheads="1"/>
          </p:cNvSpPr>
          <p:nvPr>
            <p:ph type="ftr" sz="quarter" idx="11"/>
          </p:nvPr>
        </p:nvSpPr>
        <p:spPr/>
        <p:txBody>
          <a:bodyPr/>
          <a:lstStyle>
            <a:lvl1pPr>
              <a:defRPr/>
            </a:lvl1pPr>
          </a:lstStyle>
          <a:p>
            <a:pPr>
              <a:defRPr/>
            </a:pPr>
            <a:endParaRPr lang="en-US" altLang="en-US"/>
          </a:p>
        </p:txBody>
      </p:sp>
      <p:sp>
        <p:nvSpPr>
          <p:cNvPr id="6" name="Rectangle 493"/>
          <p:cNvSpPr>
            <a:spLocks noGrp="1" noChangeArrowheads="1"/>
          </p:cNvSpPr>
          <p:nvPr>
            <p:ph type="sldNum" sz="quarter" idx="12"/>
          </p:nvPr>
        </p:nvSpPr>
        <p:spPr/>
        <p:txBody>
          <a:bodyPr/>
          <a:lstStyle>
            <a:lvl1pPr>
              <a:defRPr/>
            </a:lvl1pPr>
          </a:lstStyle>
          <a:p>
            <a:pPr>
              <a:defRPr/>
            </a:pPr>
            <a:fld id="{C47D857C-C650-4232-BF95-B0DF1FC4B845}" type="slidenum">
              <a:rPr lang="en-US" altLang="en-US"/>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2.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4" Type="http://schemas.openxmlformats.org/officeDocument/2006/relationships/theme" Target="../theme/theme6.xml"/><Relationship Id="rId13" Type="http://schemas.openxmlformats.org/officeDocument/2006/relationships/image" Target="../media/image4.png"/><Relationship Id="rId12" Type="http://schemas.openxmlformats.org/officeDocument/2006/relationships/image" Target="../media/image3.jpe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4" Type="http://schemas.openxmlformats.org/officeDocument/2006/relationships/theme" Target="../theme/theme7.xml"/><Relationship Id="rId13" Type="http://schemas.openxmlformats.org/officeDocument/2006/relationships/image" Target="../media/image1.png"/><Relationship Id="rId12" Type="http://schemas.openxmlformats.org/officeDocument/2006/relationships/image" Target="../media/image5.jpe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48605" name="Rectangle 29"/>
          <p:cNvSpPr>
            <a:spLocks noChangeArrowheads="1"/>
          </p:cNvSpPr>
          <p:nvPr/>
        </p:nvSpPr>
        <p:spPr bwMode="auto">
          <a:xfrm>
            <a:off x="3276600" y="6596063"/>
            <a:ext cx="5867400" cy="261937"/>
          </a:xfrm>
          <a:prstGeom prst="rect">
            <a:avLst/>
          </a:prstGeom>
          <a:noFill/>
          <a:ln w="9525">
            <a:noFill/>
            <a:miter lim="800000"/>
          </a:ln>
        </p:spPr>
        <p:txBody>
          <a:bodyPr>
            <a:spAutoFit/>
          </a:bodyPr>
          <a:lstStyle/>
          <a:p>
            <a:pPr algn="r">
              <a:defRPr/>
            </a:pPr>
            <a:r>
              <a:rPr lang="en-US" altLang="en-US" sz="1100" b="1">
                <a:solidFill>
                  <a:srgbClr val="101141"/>
                </a:solidFill>
                <a:latin typeface="Calibri" pitchFamily="34" charset="0"/>
                <a:ea typeface="+mn-ea"/>
                <a:cs typeface="Arial" panose="020B0704020202020204" pitchFamily="34" charset="0"/>
              </a:rPr>
              <a:t>BITS </a:t>
            </a:r>
            <a:r>
              <a:rPr lang="en-US" altLang="en-US" sz="1100">
                <a:solidFill>
                  <a:srgbClr val="101141"/>
                </a:solidFill>
                <a:latin typeface="Calibri" pitchFamily="34" charset="0"/>
                <a:ea typeface="+mn-ea"/>
                <a:cs typeface="Arial" panose="020B0704020202020204" pitchFamily="34" charset="0"/>
              </a:rPr>
              <a:t>Pilani, Deemed to be University under Section 3 of UGC Act, 1956</a:t>
            </a:r>
            <a:endParaRPr lang="en-US" altLang="en-US">
              <a:ea typeface="+mn-ea"/>
              <a:cs typeface="Arial" panose="020B0704020202020204" pitchFamily="34" charset="0"/>
            </a:endParaRPr>
          </a:p>
        </p:txBody>
      </p:sp>
      <p:pic>
        <p:nvPicPr>
          <p:cNvPr id="9219" name="Picture 3" descr="Picture 7.png"/>
          <p:cNvPicPr>
            <a:picLocks noChangeAspect="1" noChangeArrowheads="1"/>
          </p:cNvPicPr>
          <p:nvPr/>
        </p:nvPicPr>
        <p:blipFill>
          <a:blip r:embed="rId12"/>
          <a:srcRect l="1923" b="5336"/>
          <a:stretch>
            <a:fillRect/>
          </a:stretch>
        </p:blipFill>
        <p:spPr bwMode="auto">
          <a:xfrm>
            <a:off x="6629400" y="0"/>
            <a:ext cx="2193925" cy="692150"/>
          </a:xfrm>
          <a:prstGeom prst="rect">
            <a:avLst/>
          </a:prstGeom>
          <a:noFill/>
          <a:ln w="9525">
            <a:noFill/>
            <a:miter lim="800000"/>
            <a:headEnd/>
            <a:tailEnd/>
          </a:ln>
        </p:spPr>
      </p:pic>
      <p:grpSp>
        <p:nvGrpSpPr>
          <p:cNvPr id="9220" name="Group -902"/>
          <p:cNvGrpSpPr/>
          <p:nvPr/>
        </p:nvGrpSpPr>
        <p:grpSpPr bwMode="auto">
          <a:xfrm>
            <a:off x="2133600" y="6553200"/>
            <a:ext cx="7010400" cy="46038"/>
            <a:chOff x="1905000" y="6553200"/>
            <a:chExt cx="7010400" cy="45719"/>
          </a:xfrm>
        </p:grpSpPr>
        <p:sp>
          <p:nvSpPr>
            <p:cNvPr id="1048606" name="Rectangle 30"/>
            <p:cNvSpPr>
              <a:spLocks noChangeArrowheads="1"/>
            </p:cNvSpPr>
            <p:nvPr/>
          </p:nvSpPr>
          <p:spPr bwMode="auto">
            <a:xfrm>
              <a:off x="4267200" y="6553200"/>
              <a:ext cx="2328863" cy="45719"/>
            </a:xfrm>
            <a:prstGeom prst="rect">
              <a:avLst/>
            </a:prstGeom>
            <a:solidFill>
              <a:srgbClr val="76C2E5"/>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8607" name="Rectangle 31"/>
            <p:cNvSpPr>
              <a:spLocks noChangeArrowheads="1"/>
            </p:cNvSpPr>
            <p:nvPr/>
          </p:nvSpPr>
          <p:spPr bwMode="auto">
            <a:xfrm>
              <a:off x="1905000" y="6553200"/>
              <a:ext cx="2362200" cy="45719"/>
            </a:xfrm>
            <a:prstGeom prst="rect">
              <a:avLst/>
            </a:prstGeom>
            <a:solidFill>
              <a:srgbClr val="FCB017"/>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8608" name="Rectangle 32"/>
            <p:cNvSpPr>
              <a:spLocks noChangeArrowheads="1"/>
            </p:cNvSpPr>
            <p:nvPr/>
          </p:nvSpPr>
          <p:spPr bwMode="auto">
            <a:xfrm>
              <a:off x="6586538" y="6553200"/>
              <a:ext cx="2328862" cy="45719"/>
            </a:xfrm>
            <a:prstGeom prst="rect">
              <a:avLst/>
            </a:prstGeom>
            <a:solidFill>
              <a:srgbClr val="FF0000"/>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grpSp>
      <p:grpSp>
        <p:nvGrpSpPr>
          <p:cNvPr id="9221" name="Group -901"/>
          <p:cNvGrpSpPr/>
          <p:nvPr/>
        </p:nvGrpSpPr>
        <p:grpSpPr bwMode="auto">
          <a:xfrm>
            <a:off x="0" y="1295400"/>
            <a:ext cx="7010400" cy="46038"/>
            <a:chOff x="1905000" y="6553200"/>
            <a:chExt cx="7010400" cy="45719"/>
          </a:xfrm>
        </p:grpSpPr>
        <p:sp>
          <p:nvSpPr>
            <p:cNvPr id="1048609" name="Rectangle 33"/>
            <p:cNvSpPr>
              <a:spLocks noChangeArrowheads="1"/>
            </p:cNvSpPr>
            <p:nvPr/>
          </p:nvSpPr>
          <p:spPr bwMode="auto">
            <a:xfrm>
              <a:off x="4267200" y="6553200"/>
              <a:ext cx="2328863" cy="45719"/>
            </a:xfrm>
            <a:prstGeom prst="rect">
              <a:avLst/>
            </a:prstGeom>
            <a:solidFill>
              <a:srgbClr val="76C2E5"/>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8610" name="Rectangle 34"/>
            <p:cNvSpPr>
              <a:spLocks noChangeArrowheads="1"/>
            </p:cNvSpPr>
            <p:nvPr/>
          </p:nvSpPr>
          <p:spPr bwMode="auto">
            <a:xfrm>
              <a:off x="1905000" y="6553200"/>
              <a:ext cx="2362200" cy="45719"/>
            </a:xfrm>
            <a:prstGeom prst="rect">
              <a:avLst/>
            </a:prstGeom>
            <a:solidFill>
              <a:srgbClr val="FCB017"/>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8611" name="Rectangle 35"/>
            <p:cNvSpPr>
              <a:spLocks noChangeArrowheads="1"/>
            </p:cNvSpPr>
            <p:nvPr/>
          </p:nvSpPr>
          <p:spPr bwMode="auto">
            <a:xfrm>
              <a:off x="6586538" y="6553200"/>
              <a:ext cx="2328862" cy="45719"/>
            </a:xfrm>
            <a:prstGeom prst="rect">
              <a:avLst/>
            </a:prstGeom>
            <a:solidFill>
              <a:srgbClr val="FF0000"/>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grpSp>
      <p:sp>
        <p:nvSpPr>
          <p:cNvPr id="9222" name="Rectangle 415"/>
          <p:cNvSpPr>
            <a:spLocks noGrp="1" noChangeArrowheads="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9223" name="Rectangle 417"/>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1050019" name="Rectangle 419"/>
          <p:cNvSpPr>
            <a:spLocks noGrp="1" noChangeArrowheads="1"/>
          </p:cNvSpPr>
          <p:nvPr>
            <p:ph type="dt" sz="half" idx="2"/>
          </p:nvPr>
        </p:nvSpPr>
        <p:spPr bwMode="auto">
          <a:xfrm>
            <a:off x="457200" y="6356350"/>
            <a:ext cx="2133600" cy="365125"/>
          </a:xfrm>
          <a:prstGeom prst="rect">
            <a:avLst/>
          </a:prstGeom>
          <a:noFill/>
          <a:ln w="9525">
            <a:noFill/>
            <a:miter lim="800000"/>
          </a:ln>
        </p:spPr>
        <p:txBody>
          <a:bodyPr vert="horz" wrap="square" lIns="91440" tIns="45720" rIns="91440" bIns="45720" numCol="1" anchor="ctr" anchorCtr="0" compatLnSpc="1"/>
          <a:lstStyle>
            <a:lvl1pPr>
              <a:defRPr sz="1200">
                <a:solidFill>
                  <a:srgbClr val="898989"/>
                </a:solidFill>
                <a:latin typeface="+mn-lt"/>
                <a:ea typeface="+mn-ea"/>
                <a:cs typeface="Arial" panose="020B0704020202020204" pitchFamily="34" charset="0"/>
                <a:sym typeface="Arial" panose="020B0704020202020204" pitchFamily="34" charset="0"/>
              </a:defRPr>
            </a:lvl1pPr>
          </a:lstStyle>
          <a:p>
            <a:pPr>
              <a:defRPr/>
            </a:pPr>
            <a:fld id="{92F21E21-395C-4A1B-B41A-717953DF7A15}" type="datetimeFigureOut">
              <a:rPr lang="en-US" altLang="en-US"/>
            </a:fld>
            <a:endParaRPr lang="en-US" altLang="en-US" b="1" i="1"/>
          </a:p>
        </p:txBody>
      </p:sp>
      <p:sp>
        <p:nvSpPr>
          <p:cNvPr id="1050021" name="Rectangle 421"/>
          <p:cNvSpPr>
            <a:spLocks noGrp="1" noChangeArrowheads="1"/>
          </p:cNvSpPr>
          <p:nvPr>
            <p:ph type="ftr" sz="quarter" idx="3"/>
          </p:nvPr>
        </p:nvSpPr>
        <p:spPr bwMode="auto">
          <a:xfrm>
            <a:off x="3124200" y="6356350"/>
            <a:ext cx="2895600" cy="365125"/>
          </a:xfrm>
          <a:prstGeom prst="rect">
            <a:avLst/>
          </a:prstGeom>
          <a:noFill/>
          <a:ln w="9525">
            <a:noFill/>
            <a:miter lim="800000"/>
          </a:ln>
        </p:spPr>
        <p:txBody>
          <a:bodyPr vert="horz" wrap="square" lIns="91440" tIns="45720" rIns="91440" bIns="45720" numCol="1" anchor="ctr" anchorCtr="0" compatLnSpc="1"/>
          <a:lstStyle>
            <a:lvl1pPr algn="ct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endParaRPr lang="en-US" altLang="en-US"/>
          </a:p>
        </p:txBody>
      </p:sp>
      <p:sp>
        <p:nvSpPr>
          <p:cNvPr id="1050023" name="Rectangle 423"/>
          <p:cNvSpPr>
            <a:spLocks noGrp="1" noChangeArrowheads="1"/>
          </p:cNvSpPr>
          <p:nvPr>
            <p:ph type="sldNum" sz="quarter" idx="4"/>
          </p:nvPr>
        </p:nvSpPr>
        <p:spPr bwMode="auto">
          <a:xfrm>
            <a:off x="6553200" y="6356350"/>
            <a:ext cx="2133600" cy="365125"/>
          </a:xfrm>
          <a:prstGeom prst="rect">
            <a:avLst/>
          </a:prstGeom>
          <a:noFill/>
          <a:ln w="9525">
            <a:noFill/>
            <a:miter lim="800000"/>
          </a:ln>
        </p:spPr>
        <p:txBody>
          <a:bodyPr vert="horz" wrap="square" lIns="91440" tIns="45720" rIns="91440" bIns="45720" numCol="1" anchor="ctr" anchorCtr="0" compatLnSpc="1"/>
          <a:lstStyle>
            <a:lvl1pPr algn="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fld id="{3DC09412-6521-42E6-A8F5-3F8D8E9ABB84}"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latinLnBrk="1" hangingPunct="0">
        <a:spcBef>
          <a:spcPct val="0"/>
        </a:spcBef>
        <a:spcAft>
          <a:spcPct val="0"/>
        </a:spcAft>
        <a:defRPr sz="4400">
          <a:solidFill>
            <a:srgbClr val="000000"/>
          </a:solidFill>
          <a:latin typeface="+mj-lt"/>
          <a:ea typeface="SimSun" pitchFamily="2" charset="-122"/>
          <a:cs typeface="+mj-cs"/>
        </a:defRPr>
      </a:lvl1pPr>
      <a:lvl2pPr algn="ctr" rtl="0" eaLnBrk="0" fontAlgn="base" latinLnBrk="1" hangingPunct="0">
        <a:spcBef>
          <a:spcPct val="0"/>
        </a:spcBef>
        <a:spcAft>
          <a:spcPct val="0"/>
        </a:spcAft>
        <a:defRPr sz="4400">
          <a:solidFill>
            <a:srgbClr val="000000"/>
          </a:solidFill>
          <a:latin typeface="Calibri Light"/>
          <a:ea typeface="SimSun" pitchFamily="2" charset="-122"/>
        </a:defRPr>
      </a:lvl2pPr>
      <a:lvl3pPr algn="ctr" rtl="0" eaLnBrk="0" fontAlgn="base" latinLnBrk="1" hangingPunct="0">
        <a:spcBef>
          <a:spcPct val="0"/>
        </a:spcBef>
        <a:spcAft>
          <a:spcPct val="0"/>
        </a:spcAft>
        <a:defRPr sz="4400">
          <a:solidFill>
            <a:srgbClr val="000000"/>
          </a:solidFill>
          <a:latin typeface="Calibri Light"/>
          <a:ea typeface="SimSun" pitchFamily="2" charset="-122"/>
        </a:defRPr>
      </a:lvl3pPr>
      <a:lvl4pPr algn="ctr" rtl="0" eaLnBrk="0" fontAlgn="base" latinLnBrk="1" hangingPunct="0">
        <a:spcBef>
          <a:spcPct val="0"/>
        </a:spcBef>
        <a:spcAft>
          <a:spcPct val="0"/>
        </a:spcAft>
        <a:defRPr sz="4400">
          <a:solidFill>
            <a:srgbClr val="000000"/>
          </a:solidFill>
          <a:latin typeface="Calibri Light"/>
          <a:ea typeface="SimSun" pitchFamily="2" charset="-122"/>
        </a:defRPr>
      </a:lvl4pPr>
      <a:lvl5pPr algn="ctr" rtl="0" eaLnBrk="0" fontAlgn="base" latinLnBrk="1" hangingPunct="0">
        <a:spcBef>
          <a:spcPct val="0"/>
        </a:spcBef>
        <a:spcAft>
          <a:spcPct val="0"/>
        </a:spcAft>
        <a:defRPr sz="4400">
          <a:solidFill>
            <a:srgbClr val="000000"/>
          </a:solidFill>
          <a:latin typeface="Calibri Light"/>
          <a:ea typeface="SimSun" pitchFamily="2" charset="-122"/>
        </a:defRPr>
      </a:lvl5pPr>
      <a:lvl6pPr marL="457200" algn="ctr" rtl="0" fontAlgn="base" latinLnBrk="1">
        <a:spcBef>
          <a:spcPct val="0"/>
        </a:spcBef>
        <a:spcAft>
          <a:spcPct val="0"/>
        </a:spcAft>
        <a:defRPr sz="4400">
          <a:solidFill>
            <a:srgbClr val="000000"/>
          </a:solidFill>
          <a:latin typeface="Calibri" pitchFamily="34" charset="0"/>
          <a:ea typeface="SimSun" charset="-122"/>
        </a:defRPr>
      </a:lvl6pPr>
      <a:lvl7pPr marL="914400" algn="ctr" rtl="0" fontAlgn="base" latinLnBrk="1">
        <a:spcBef>
          <a:spcPct val="0"/>
        </a:spcBef>
        <a:spcAft>
          <a:spcPct val="0"/>
        </a:spcAft>
        <a:defRPr sz="4400">
          <a:solidFill>
            <a:srgbClr val="000000"/>
          </a:solidFill>
          <a:latin typeface="Calibri" pitchFamily="34" charset="0"/>
          <a:ea typeface="SimSun" charset="-122"/>
        </a:defRPr>
      </a:lvl7pPr>
      <a:lvl8pPr marL="1371600" algn="ctr" rtl="0" fontAlgn="base" latinLnBrk="1">
        <a:spcBef>
          <a:spcPct val="0"/>
        </a:spcBef>
        <a:spcAft>
          <a:spcPct val="0"/>
        </a:spcAft>
        <a:defRPr sz="4400">
          <a:solidFill>
            <a:srgbClr val="000000"/>
          </a:solidFill>
          <a:latin typeface="Calibri" pitchFamily="34" charset="0"/>
          <a:ea typeface="SimSun" charset="-122"/>
        </a:defRPr>
      </a:lvl8pPr>
      <a:lvl9pPr marL="1828800" algn="ctr" rtl="0" fontAlgn="base" latinLnBrk="1">
        <a:spcBef>
          <a:spcPct val="0"/>
        </a:spcBef>
        <a:spcAft>
          <a:spcPct val="0"/>
        </a:spcAft>
        <a:defRPr sz="4400">
          <a:solidFill>
            <a:srgbClr val="000000"/>
          </a:solidFill>
          <a:latin typeface="Calibri" pitchFamily="34" charset="0"/>
          <a:ea typeface="SimSun" charset="-122"/>
        </a:defRPr>
      </a:lvl9pPr>
    </p:titleStyle>
    <p:bodyStyle>
      <a:lvl1pPr marL="342900" indent="-342900" algn="l" rtl="0" eaLnBrk="0" fontAlgn="base" latinLnBrk="1" hangingPunct="0">
        <a:spcBef>
          <a:spcPct val="20000"/>
        </a:spcBef>
        <a:spcAft>
          <a:spcPct val="0"/>
        </a:spcAft>
        <a:buFont typeface="Arial" panose="020B0704020202020204" pitchFamily="34" charset="0"/>
        <a:buChar char="•"/>
        <a:defRPr sz="3200">
          <a:solidFill>
            <a:srgbClr val="000000"/>
          </a:solidFill>
          <a:latin typeface="+mn-lt"/>
          <a:ea typeface="SimSun" pitchFamily="2" charset="-122"/>
          <a:cs typeface="+mn-cs"/>
        </a:defRPr>
      </a:lvl1pPr>
      <a:lvl2pPr marL="742950" indent="-285750" algn="l" rtl="0" eaLnBrk="0" fontAlgn="base" latinLnBrk="1" hangingPunct="0">
        <a:spcBef>
          <a:spcPct val="20000"/>
        </a:spcBef>
        <a:spcAft>
          <a:spcPct val="0"/>
        </a:spcAft>
        <a:buFont typeface="Arial" panose="020B0704020202020204" pitchFamily="34" charset="0"/>
        <a:buChar char="–"/>
        <a:defRPr sz="2800">
          <a:solidFill>
            <a:srgbClr val="000000"/>
          </a:solidFill>
          <a:latin typeface="+mn-lt"/>
          <a:ea typeface="SimSun" pitchFamily="2" charset="-122"/>
        </a:defRPr>
      </a:lvl2pPr>
      <a:lvl3pPr marL="1143000" indent="-228600" algn="l" rtl="0" eaLnBrk="0" fontAlgn="base" latinLnBrk="1" hangingPunct="0">
        <a:spcBef>
          <a:spcPct val="20000"/>
        </a:spcBef>
        <a:spcAft>
          <a:spcPct val="0"/>
        </a:spcAft>
        <a:buFont typeface="Arial" panose="020B0704020202020204" pitchFamily="34" charset="0"/>
        <a:buChar char="•"/>
        <a:defRPr sz="2400">
          <a:solidFill>
            <a:srgbClr val="000000"/>
          </a:solidFill>
          <a:latin typeface="+mn-lt"/>
          <a:ea typeface="SimSun" pitchFamily="2" charset="-122"/>
        </a:defRPr>
      </a:lvl3pPr>
      <a:lvl4pPr marL="16002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4pPr>
      <a:lvl5pPr marL="20574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5pPr>
      <a:lvl6pPr marL="25146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6pPr>
      <a:lvl7pPr marL="29718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7pPr>
      <a:lvl8pPr marL="34290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8pPr>
      <a:lvl9pPr marL="38862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49347" name="Rectangle 771"/>
          <p:cNvSpPr>
            <a:spLocks noChangeArrowheads="1"/>
          </p:cNvSpPr>
          <p:nvPr/>
        </p:nvSpPr>
        <p:spPr bwMode="auto">
          <a:xfrm>
            <a:off x="3276600" y="6596063"/>
            <a:ext cx="5867400" cy="261937"/>
          </a:xfrm>
          <a:prstGeom prst="rect">
            <a:avLst/>
          </a:prstGeom>
          <a:noFill/>
          <a:ln w="9525">
            <a:noFill/>
            <a:miter lim="800000"/>
          </a:ln>
        </p:spPr>
        <p:txBody>
          <a:bodyPr>
            <a:spAutoFit/>
          </a:bodyPr>
          <a:lstStyle/>
          <a:p>
            <a:pPr algn="r">
              <a:defRPr/>
            </a:pPr>
            <a:r>
              <a:rPr lang="en-US" altLang="en-US" sz="1100" b="1">
                <a:solidFill>
                  <a:srgbClr val="101141"/>
                </a:solidFill>
                <a:latin typeface="Calibri" pitchFamily="34" charset="0"/>
                <a:ea typeface="+mn-ea"/>
                <a:cs typeface="Arial" panose="020B0704020202020204" pitchFamily="34" charset="0"/>
              </a:rPr>
              <a:t>BITS </a:t>
            </a:r>
            <a:r>
              <a:rPr lang="en-US" altLang="en-US" sz="1100">
                <a:solidFill>
                  <a:srgbClr val="101141"/>
                </a:solidFill>
                <a:latin typeface="Calibri" pitchFamily="34" charset="0"/>
                <a:ea typeface="+mn-ea"/>
                <a:cs typeface="Arial" panose="020B0704020202020204" pitchFamily="34" charset="0"/>
              </a:rPr>
              <a:t>Pilani, Deemed to be University under Section 3 of UGC Act, 1956</a:t>
            </a:r>
            <a:endParaRPr lang="en-US" altLang="en-US">
              <a:ea typeface="+mn-ea"/>
              <a:cs typeface="Arial" panose="020B0704020202020204" pitchFamily="34" charset="0"/>
            </a:endParaRPr>
          </a:p>
        </p:txBody>
      </p:sp>
      <p:pic>
        <p:nvPicPr>
          <p:cNvPr id="10243" name="Picture 71" descr="Picture 7.png"/>
          <p:cNvPicPr>
            <a:picLocks noChangeAspect="1" noChangeArrowheads="1"/>
          </p:cNvPicPr>
          <p:nvPr/>
        </p:nvPicPr>
        <p:blipFill>
          <a:blip r:embed="rId12"/>
          <a:srcRect l="1923" b="5336"/>
          <a:stretch>
            <a:fillRect/>
          </a:stretch>
        </p:blipFill>
        <p:spPr bwMode="auto">
          <a:xfrm>
            <a:off x="6629400" y="0"/>
            <a:ext cx="2193925" cy="692150"/>
          </a:xfrm>
          <a:prstGeom prst="rect">
            <a:avLst/>
          </a:prstGeom>
          <a:noFill/>
          <a:ln w="9525">
            <a:noFill/>
            <a:miter lim="800000"/>
            <a:headEnd/>
            <a:tailEnd/>
          </a:ln>
        </p:spPr>
      </p:pic>
      <p:grpSp>
        <p:nvGrpSpPr>
          <p:cNvPr id="10244" name="Group -753"/>
          <p:cNvGrpSpPr/>
          <p:nvPr/>
        </p:nvGrpSpPr>
        <p:grpSpPr bwMode="auto">
          <a:xfrm>
            <a:off x="2133600" y="6553200"/>
            <a:ext cx="7010400" cy="46038"/>
            <a:chOff x="1905000" y="6553200"/>
            <a:chExt cx="7010400" cy="45719"/>
          </a:xfrm>
        </p:grpSpPr>
        <p:sp>
          <p:nvSpPr>
            <p:cNvPr id="1049348" name="Rectangle 772"/>
            <p:cNvSpPr>
              <a:spLocks noChangeArrowheads="1"/>
            </p:cNvSpPr>
            <p:nvPr/>
          </p:nvSpPr>
          <p:spPr bwMode="auto">
            <a:xfrm>
              <a:off x="4267200" y="6553200"/>
              <a:ext cx="2328863" cy="45719"/>
            </a:xfrm>
            <a:prstGeom prst="rect">
              <a:avLst/>
            </a:prstGeom>
            <a:solidFill>
              <a:srgbClr val="76C2E5"/>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9349" name="Rectangle 773"/>
            <p:cNvSpPr>
              <a:spLocks noChangeArrowheads="1"/>
            </p:cNvSpPr>
            <p:nvPr/>
          </p:nvSpPr>
          <p:spPr bwMode="auto">
            <a:xfrm>
              <a:off x="1905000" y="6553200"/>
              <a:ext cx="2362200" cy="45719"/>
            </a:xfrm>
            <a:prstGeom prst="rect">
              <a:avLst/>
            </a:prstGeom>
            <a:solidFill>
              <a:srgbClr val="FCB017"/>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9350" name="Rectangle 774"/>
            <p:cNvSpPr>
              <a:spLocks noChangeArrowheads="1"/>
            </p:cNvSpPr>
            <p:nvPr/>
          </p:nvSpPr>
          <p:spPr bwMode="auto">
            <a:xfrm>
              <a:off x="6586538" y="6553200"/>
              <a:ext cx="2328862" cy="45719"/>
            </a:xfrm>
            <a:prstGeom prst="rect">
              <a:avLst/>
            </a:prstGeom>
            <a:solidFill>
              <a:srgbClr val="FF0000"/>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grpSp>
      <p:grpSp>
        <p:nvGrpSpPr>
          <p:cNvPr id="10245" name="Group -752"/>
          <p:cNvGrpSpPr/>
          <p:nvPr/>
        </p:nvGrpSpPr>
        <p:grpSpPr bwMode="auto">
          <a:xfrm>
            <a:off x="0" y="1295400"/>
            <a:ext cx="7010400" cy="46038"/>
            <a:chOff x="1905000" y="6553200"/>
            <a:chExt cx="7010400" cy="45719"/>
          </a:xfrm>
        </p:grpSpPr>
        <p:sp>
          <p:nvSpPr>
            <p:cNvPr id="1049351" name="Rectangle 775"/>
            <p:cNvSpPr>
              <a:spLocks noChangeArrowheads="1"/>
            </p:cNvSpPr>
            <p:nvPr/>
          </p:nvSpPr>
          <p:spPr bwMode="auto">
            <a:xfrm>
              <a:off x="4267200" y="6553200"/>
              <a:ext cx="2328863" cy="45719"/>
            </a:xfrm>
            <a:prstGeom prst="rect">
              <a:avLst/>
            </a:prstGeom>
            <a:solidFill>
              <a:srgbClr val="76C2E5"/>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9352" name="Rectangle 776"/>
            <p:cNvSpPr>
              <a:spLocks noChangeArrowheads="1"/>
            </p:cNvSpPr>
            <p:nvPr/>
          </p:nvSpPr>
          <p:spPr bwMode="auto">
            <a:xfrm>
              <a:off x="1905000" y="6553200"/>
              <a:ext cx="2362200" cy="45719"/>
            </a:xfrm>
            <a:prstGeom prst="rect">
              <a:avLst/>
            </a:prstGeom>
            <a:solidFill>
              <a:srgbClr val="FCB017"/>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9353" name="Rectangle 777"/>
            <p:cNvSpPr>
              <a:spLocks noChangeArrowheads="1"/>
            </p:cNvSpPr>
            <p:nvPr/>
          </p:nvSpPr>
          <p:spPr bwMode="auto">
            <a:xfrm>
              <a:off x="6586538" y="6553200"/>
              <a:ext cx="2328862" cy="45719"/>
            </a:xfrm>
            <a:prstGeom prst="rect">
              <a:avLst/>
            </a:prstGeom>
            <a:solidFill>
              <a:srgbClr val="FF0000"/>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grpSp>
      <p:sp>
        <p:nvSpPr>
          <p:cNvPr id="10246" name="Rectangle 425"/>
          <p:cNvSpPr>
            <a:spLocks noGrp="1" noChangeArrowheads="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0247" name="Rectangle 427"/>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1050029" name="Rectangle 429"/>
          <p:cNvSpPr>
            <a:spLocks noGrp="1" noChangeArrowheads="1"/>
          </p:cNvSpPr>
          <p:nvPr>
            <p:ph type="dt" sz="half" idx="2"/>
          </p:nvPr>
        </p:nvSpPr>
        <p:spPr bwMode="auto">
          <a:xfrm>
            <a:off x="457200" y="6356350"/>
            <a:ext cx="2133600" cy="365125"/>
          </a:xfrm>
          <a:prstGeom prst="rect">
            <a:avLst/>
          </a:prstGeom>
          <a:noFill/>
          <a:ln w="9525">
            <a:noFill/>
            <a:miter lim="800000"/>
          </a:ln>
        </p:spPr>
        <p:txBody>
          <a:bodyPr vert="horz" wrap="square" lIns="91440" tIns="45720" rIns="91440" bIns="45720" numCol="1" anchor="ctr" anchorCtr="0" compatLnSpc="1"/>
          <a:lstStyle>
            <a:lvl1pPr>
              <a:defRPr sz="1200">
                <a:solidFill>
                  <a:srgbClr val="898989"/>
                </a:solidFill>
                <a:latin typeface="+mn-lt"/>
                <a:ea typeface="+mn-ea"/>
                <a:cs typeface="Arial" panose="020B0704020202020204" pitchFamily="34" charset="0"/>
                <a:sym typeface="Arial" panose="020B0704020202020204" pitchFamily="34" charset="0"/>
              </a:defRPr>
            </a:lvl1pPr>
          </a:lstStyle>
          <a:p>
            <a:pPr>
              <a:defRPr/>
            </a:pPr>
            <a:fld id="{947331C5-9EA6-4D11-8029-33B2D1799DF9}" type="datetimeFigureOut">
              <a:rPr lang="en-US" altLang="en-US"/>
            </a:fld>
            <a:endParaRPr lang="en-US" altLang="en-US" b="1" i="1"/>
          </a:p>
        </p:txBody>
      </p:sp>
      <p:sp>
        <p:nvSpPr>
          <p:cNvPr id="1050031" name="Rectangle 431"/>
          <p:cNvSpPr>
            <a:spLocks noGrp="1" noChangeArrowheads="1"/>
          </p:cNvSpPr>
          <p:nvPr>
            <p:ph type="ftr" sz="quarter" idx="3"/>
          </p:nvPr>
        </p:nvSpPr>
        <p:spPr bwMode="auto">
          <a:xfrm>
            <a:off x="3124200" y="6356350"/>
            <a:ext cx="2895600" cy="365125"/>
          </a:xfrm>
          <a:prstGeom prst="rect">
            <a:avLst/>
          </a:prstGeom>
          <a:noFill/>
          <a:ln w="9525">
            <a:noFill/>
            <a:miter lim="800000"/>
          </a:ln>
        </p:spPr>
        <p:txBody>
          <a:bodyPr vert="horz" wrap="square" lIns="91440" tIns="45720" rIns="91440" bIns="45720" numCol="1" anchor="ctr" anchorCtr="0" compatLnSpc="1"/>
          <a:lstStyle>
            <a:lvl1pPr algn="ct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endParaRPr lang="en-US" altLang="en-US"/>
          </a:p>
        </p:txBody>
      </p:sp>
      <p:sp>
        <p:nvSpPr>
          <p:cNvPr id="1050033" name="Rectangle 433"/>
          <p:cNvSpPr>
            <a:spLocks noGrp="1" noChangeArrowheads="1"/>
          </p:cNvSpPr>
          <p:nvPr>
            <p:ph type="sldNum" sz="quarter" idx="4"/>
          </p:nvPr>
        </p:nvSpPr>
        <p:spPr bwMode="auto">
          <a:xfrm>
            <a:off x="6553200" y="6356350"/>
            <a:ext cx="2133600" cy="365125"/>
          </a:xfrm>
          <a:prstGeom prst="rect">
            <a:avLst/>
          </a:prstGeom>
          <a:noFill/>
          <a:ln w="9525">
            <a:noFill/>
            <a:miter lim="800000"/>
          </a:ln>
        </p:spPr>
        <p:txBody>
          <a:bodyPr vert="horz" wrap="square" lIns="91440" tIns="45720" rIns="91440" bIns="45720" numCol="1" anchor="ctr" anchorCtr="0" compatLnSpc="1"/>
          <a:lstStyle>
            <a:lvl1pPr algn="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fld id="{22725EFD-35B6-4588-A0E2-1CC7600295CA}"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latinLnBrk="1" hangingPunct="0">
        <a:spcBef>
          <a:spcPct val="0"/>
        </a:spcBef>
        <a:spcAft>
          <a:spcPct val="0"/>
        </a:spcAft>
        <a:defRPr sz="4400">
          <a:solidFill>
            <a:srgbClr val="000000"/>
          </a:solidFill>
          <a:latin typeface="+mj-lt"/>
          <a:ea typeface="SimSun" pitchFamily="2" charset="-122"/>
          <a:cs typeface="+mj-cs"/>
        </a:defRPr>
      </a:lvl1pPr>
      <a:lvl2pPr algn="ctr" rtl="0" eaLnBrk="0" fontAlgn="base" latinLnBrk="1" hangingPunct="0">
        <a:spcBef>
          <a:spcPct val="0"/>
        </a:spcBef>
        <a:spcAft>
          <a:spcPct val="0"/>
        </a:spcAft>
        <a:defRPr sz="4400">
          <a:solidFill>
            <a:srgbClr val="000000"/>
          </a:solidFill>
          <a:latin typeface="Calibri Light"/>
          <a:ea typeface="SimSun" pitchFamily="2" charset="-122"/>
        </a:defRPr>
      </a:lvl2pPr>
      <a:lvl3pPr algn="ctr" rtl="0" eaLnBrk="0" fontAlgn="base" latinLnBrk="1" hangingPunct="0">
        <a:spcBef>
          <a:spcPct val="0"/>
        </a:spcBef>
        <a:spcAft>
          <a:spcPct val="0"/>
        </a:spcAft>
        <a:defRPr sz="4400">
          <a:solidFill>
            <a:srgbClr val="000000"/>
          </a:solidFill>
          <a:latin typeface="Calibri Light"/>
          <a:ea typeface="SimSun" pitchFamily="2" charset="-122"/>
        </a:defRPr>
      </a:lvl3pPr>
      <a:lvl4pPr algn="ctr" rtl="0" eaLnBrk="0" fontAlgn="base" latinLnBrk="1" hangingPunct="0">
        <a:spcBef>
          <a:spcPct val="0"/>
        </a:spcBef>
        <a:spcAft>
          <a:spcPct val="0"/>
        </a:spcAft>
        <a:defRPr sz="4400">
          <a:solidFill>
            <a:srgbClr val="000000"/>
          </a:solidFill>
          <a:latin typeface="Calibri Light"/>
          <a:ea typeface="SimSun" pitchFamily="2" charset="-122"/>
        </a:defRPr>
      </a:lvl4pPr>
      <a:lvl5pPr algn="ctr" rtl="0" eaLnBrk="0" fontAlgn="base" latinLnBrk="1" hangingPunct="0">
        <a:spcBef>
          <a:spcPct val="0"/>
        </a:spcBef>
        <a:spcAft>
          <a:spcPct val="0"/>
        </a:spcAft>
        <a:defRPr sz="4400">
          <a:solidFill>
            <a:srgbClr val="000000"/>
          </a:solidFill>
          <a:latin typeface="Calibri Light"/>
          <a:ea typeface="SimSun" pitchFamily="2" charset="-122"/>
        </a:defRPr>
      </a:lvl5pPr>
      <a:lvl6pPr marL="457200" algn="ctr" rtl="0" fontAlgn="base" latinLnBrk="1">
        <a:spcBef>
          <a:spcPct val="0"/>
        </a:spcBef>
        <a:spcAft>
          <a:spcPct val="0"/>
        </a:spcAft>
        <a:defRPr sz="4400">
          <a:solidFill>
            <a:srgbClr val="000000"/>
          </a:solidFill>
          <a:latin typeface="Calibri" pitchFamily="34" charset="0"/>
          <a:ea typeface="SimSun" charset="-122"/>
        </a:defRPr>
      </a:lvl6pPr>
      <a:lvl7pPr marL="914400" algn="ctr" rtl="0" fontAlgn="base" latinLnBrk="1">
        <a:spcBef>
          <a:spcPct val="0"/>
        </a:spcBef>
        <a:spcAft>
          <a:spcPct val="0"/>
        </a:spcAft>
        <a:defRPr sz="4400">
          <a:solidFill>
            <a:srgbClr val="000000"/>
          </a:solidFill>
          <a:latin typeface="Calibri" pitchFamily="34" charset="0"/>
          <a:ea typeface="SimSun" charset="-122"/>
        </a:defRPr>
      </a:lvl7pPr>
      <a:lvl8pPr marL="1371600" algn="ctr" rtl="0" fontAlgn="base" latinLnBrk="1">
        <a:spcBef>
          <a:spcPct val="0"/>
        </a:spcBef>
        <a:spcAft>
          <a:spcPct val="0"/>
        </a:spcAft>
        <a:defRPr sz="4400">
          <a:solidFill>
            <a:srgbClr val="000000"/>
          </a:solidFill>
          <a:latin typeface="Calibri" pitchFamily="34" charset="0"/>
          <a:ea typeface="SimSun" charset="-122"/>
        </a:defRPr>
      </a:lvl8pPr>
      <a:lvl9pPr marL="1828800" algn="ctr" rtl="0" fontAlgn="base" latinLnBrk="1">
        <a:spcBef>
          <a:spcPct val="0"/>
        </a:spcBef>
        <a:spcAft>
          <a:spcPct val="0"/>
        </a:spcAft>
        <a:defRPr sz="4400">
          <a:solidFill>
            <a:srgbClr val="000000"/>
          </a:solidFill>
          <a:latin typeface="Calibri" pitchFamily="34" charset="0"/>
          <a:ea typeface="SimSun" charset="-122"/>
        </a:defRPr>
      </a:lvl9pPr>
    </p:titleStyle>
    <p:bodyStyle>
      <a:lvl1pPr marL="342900" indent="-342900" algn="l" rtl="0" eaLnBrk="0" fontAlgn="base" latinLnBrk="1" hangingPunct="0">
        <a:spcBef>
          <a:spcPct val="20000"/>
        </a:spcBef>
        <a:spcAft>
          <a:spcPct val="0"/>
        </a:spcAft>
        <a:buFont typeface="Arial" panose="020B0704020202020204" pitchFamily="34" charset="0"/>
        <a:buChar char="•"/>
        <a:defRPr sz="3200">
          <a:solidFill>
            <a:srgbClr val="000000"/>
          </a:solidFill>
          <a:latin typeface="+mn-lt"/>
          <a:ea typeface="SimSun" pitchFamily="2" charset="-122"/>
          <a:cs typeface="+mn-cs"/>
        </a:defRPr>
      </a:lvl1pPr>
      <a:lvl2pPr marL="742950" indent="-285750" algn="l" rtl="0" eaLnBrk="0" fontAlgn="base" latinLnBrk="1" hangingPunct="0">
        <a:spcBef>
          <a:spcPct val="20000"/>
        </a:spcBef>
        <a:spcAft>
          <a:spcPct val="0"/>
        </a:spcAft>
        <a:buFont typeface="Arial" panose="020B0704020202020204" pitchFamily="34" charset="0"/>
        <a:buChar char="–"/>
        <a:defRPr sz="2800">
          <a:solidFill>
            <a:srgbClr val="000000"/>
          </a:solidFill>
          <a:latin typeface="+mn-lt"/>
          <a:ea typeface="SimSun" pitchFamily="2" charset="-122"/>
        </a:defRPr>
      </a:lvl2pPr>
      <a:lvl3pPr marL="1143000" indent="-228600" algn="l" rtl="0" eaLnBrk="0" fontAlgn="base" latinLnBrk="1" hangingPunct="0">
        <a:spcBef>
          <a:spcPct val="20000"/>
        </a:spcBef>
        <a:spcAft>
          <a:spcPct val="0"/>
        </a:spcAft>
        <a:buFont typeface="Arial" panose="020B0704020202020204" pitchFamily="34" charset="0"/>
        <a:buChar char="•"/>
        <a:defRPr sz="2400">
          <a:solidFill>
            <a:srgbClr val="000000"/>
          </a:solidFill>
          <a:latin typeface="+mn-lt"/>
          <a:ea typeface="SimSun" pitchFamily="2" charset="-122"/>
        </a:defRPr>
      </a:lvl3pPr>
      <a:lvl4pPr marL="16002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4pPr>
      <a:lvl5pPr marL="20574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5pPr>
      <a:lvl6pPr marL="25146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6pPr>
      <a:lvl7pPr marL="29718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7pPr>
      <a:lvl8pPr marL="34290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8pPr>
      <a:lvl9pPr marL="38862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pic>
        <p:nvPicPr>
          <p:cNvPr id="11266" name="Picture 72"/>
          <p:cNvPicPr>
            <a:picLocks noChangeAspect="1" noChangeArrowheads="1"/>
          </p:cNvPicPr>
          <p:nvPr/>
        </p:nvPicPr>
        <p:blipFill>
          <a:blip r:embed="rId12"/>
          <a:srcRect/>
          <a:stretch>
            <a:fillRect/>
          </a:stretch>
        </p:blipFill>
        <p:spPr bwMode="auto">
          <a:xfrm>
            <a:off x="344488" y="6324600"/>
            <a:ext cx="8493125" cy="347663"/>
          </a:xfrm>
          <a:prstGeom prst="rect">
            <a:avLst/>
          </a:prstGeom>
          <a:noFill/>
          <a:ln w="9525">
            <a:noFill/>
            <a:miter lim="800000"/>
            <a:headEnd/>
            <a:tailEnd/>
          </a:ln>
        </p:spPr>
      </p:pic>
      <p:sp>
        <p:nvSpPr>
          <p:cNvPr id="11267" name="Rectangle 445"/>
          <p:cNvSpPr>
            <a:spLocks noGrp="1" noChangeArrowheads="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1268" name="Rectangle 447"/>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1050049" name="Rectangle 449"/>
          <p:cNvSpPr>
            <a:spLocks noGrp="1" noChangeArrowheads="1"/>
          </p:cNvSpPr>
          <p:nvPr>
            <p:ph type="dt" sz="half" idx="2"/>
          </p:nvPr>
        </p:nvSpPr>
        <p:spPr bwMode="auto">
          <a:xfrm>
            <a:off x="457200" y="6356350"/>
            <a:ext cx="2133600" cy="365125"/>
          </a:xfrm>
          <a:prstGeom prst="rect">
            <a:avLst/>
          </a:prstGeom>
          <a:noFill/>
          <a:ln w="9525">
            <a:noFill/>
            <a:miter lim="800000"/>
          </a:ln>
        </p:spPr>
        <p:txBody>
          <a:bodyPr vert="horz" wrap="square" lIns="91440" tIns="45720" rIns="91440" bIns="45720" numCol="1" anchor="ctr" anchorCtr="0" compatLnSpc="1"/>
          <a:lstStyle>
            <a:lvl1pPr>
              <a:defRPr sz="1200">
                <a:solidFill>
                  <a:srgbClr val="898989"/>
                </a:solidFill>
                <a:latin typeface="+mn-lt"/>
                <a:ea typeface="+mn-ea"/>
                <a:cs typeface="Arial" panose="020B0704020202020204" pitchFamily="34" charset="0"/>
                <a:sym typeface="Arial" panose="020B0704020202020204" pitchFamily="34" charset="0"/>
              </a:defRPr>
            </a:lvl1pPr>
          </a:lstStyle>
          <a:p>
            <a:pPr>
              <a:defRPr/>
            </a:pPr>
            <a:fld id="{72002255-14B6-41E1-BFDF-4734BF46634C}" type="datetimeFigureOut">
              <a:rPr lang="en-US" altLang="en-US"/>
            </a:fld>
            <a:endParaRPr lang="en-US" altLang="en-US" b="1" i="1"/>
          </a:p>
        </p:txBody>
      </p:sp>
      <p:sp>
        <p:nvSpPr>
          <p:cNvPr id="1050051" name="Rectangle 451"/>
          <p:cNvSpPr>
            <a:spLocks noGrp="1" noChangeArrowheads="1"/>
          </p:cNvSpPr>
          <p:nvPr>
            <p:ph type="ftr" sz="quarter" idx="3"/>
          </p:nvPr>
        </p:nvSpPr>
        <p:spPr bwMode="auto">
          <a:xfrm>
            <a:off x="3124200" y="6356350"/>
            <a:ext cx="2895600" cy="365125"/>
          </a:xfrm>
          <a:prstGeom prst="rect">
            <a:avLst/>
          </a:prstGeom>
          <a:noFill/>
          <a:ln w="9525">
            <a:noFill/>
            <a:miter lim="800000"/>
          </a:ln>
        </p:spPr>
        <p:txBody>
          <a:bodyPr vert="horz" wrap="square" lIns="91440" tIns="45720" rIns="91440" bIns="45720" numCol="1" anchor="ctr" anchorCtr="0" compatLnSpc="1"/>
          <a:lstStyle>
            <a:lvl1pPr algn="ct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endParaRPr lang="en-US" altLang="en-US"/>
          </a:p>
        </p:txBody>
      </p:sp>
      <p:sp>
        <p:nvSpPr>
          <p:cNvPr id="1050053" name="Rectangle 453"/>
          <p:cNvSpPr>
            <a:spLocks noGrp="1" noChangeArrowheads="1"/>
          </p:cNvSpPr>
          <p:nvPr>
            <p:ph type="sldNum" sz="quarter" idx="4"/>
          </p:nvPr>
        </p:nvSpPr>
        <p:spPr bwMode="auto">
          <a:xfrm>
            <a:off x="6553200" y="6356350"/>
            <a:ext cx="2133600" cy="365125"/>
          </a:xfrm>
          <a:prstGeom prst="rect">
            <a:avLst/>
          </a:prstGeom>
          <a:noFill/>
          <a:ln w="9525">
            <a:noFill/>
            <a:miter lim="800000"/>
          </a:ln>
        </p:spPr>
        <p:txBody>
          <a:bodyPr vert="horz" wrap="square" lIns="91440" tIns="45720" rIns="91440" bIns="45720" numCol="1" anchor="ctr" anchorCtr="0" compatLnSpc="1"/>
          <a:lstStyle>
            <a:lvl1pPr algn="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fld id="{72E3E0CD-458B-4F45-B1D8-C03657706311}"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rtl="0" eaLnBrk="0" fontAlgn="base" latinLnBrk="1" hangingPunct="0">
        <a:spcBef>
          <a:spcPct val="0"/>
        </a:spcBef>
        <a:spcAft>
          <a:spcPct val="0"/>
        </a:spcAft>
        <a:defRPr sz="4400">
          <a:solidFill>
            <a:srgbClr val="000000"/>
          </a:solidFill>
          <a:latin typeface="+mj-lt"/>
          <a:ea typeface="SimSun" pitchFamily="2" charset="-122"/>
          <a:cs typeface="+mj-cs"/>
        </a:defRPr>
      </a:lvl1pPr>
      <a:lvl2pPr algn="ctr" rtl="0" eaLnBrk="0" fontAlgn="base" latinLnBrk="1" hangingPunct="0">
        <a:spcBef>
          <a:spcPct val="0"/>
        </a:spcBef>
        <a:spcAft>
          <a:spcPct val="0"/>
        </a:spcAft>
        <a:defRPr sz="4400">
          <a:solidFill>
            <a:srgbClr val="000000"/>
          </a:solidFill>
          <a:latin typeface="Calibri Light"/>
          <a:ea typeface="SimSun" pitchFamily="2" charset="-122"/>
        </a:defRPr>
      </a:lvl2pPr>
      <a:lvl3pPr algn="ctr" rtl="0" eaLnBrk="0" fontAlgn="base" latinLnBrk="1" hangingPunct="0">
        <a:spcBef>
          <a:spcPct val="0"/>
        </a:spcBef>
        <a:spcAft>
          <a:spcPct val="0"/>
        </a:spcAft>
        <a:defRPr sz="4400">
          <a:solidFill>
            <a:srgbClr val="000000"/>
          </a:solidFill>
          <a:latin typeface="Calibri Light"/>
          <a:ea typeface="SimSun" pitchFamily="2" charset="-122"/>
        </a:defRPr>
      </a:lvl3pPr>
      <a:lvl4pPr algn="ctr" rtl="0" eaLnBrk="0" fontAlgn="base" latinLnBrk="1" hangingPunct="0">
        <a:spcBef>
          <a:spcPct val="0"/>
        </a:spcBef>
        <a:spcAft>
          <a:spcPct val="0"/>
        </a:spcAft>
        <a:defRPr sz="4400">
          <a:solidFill>
            <a:srgbClr val="000000"/>
          </a:solidFill>
          <a:latin typeface="Calibri Light"/>
          <a:ea typeface="SimSun" pitchFamily="2" charset="-122"/>
        </a:defRPr>
      </a:lvl4pPr>
      <a:lvl5pPr algn="ctr" rtl="0" eaLnBrk="0" fontAlgn="base" latinLnBrk="1" hangingPunct="0">
        <a:spcBef>
          <a:spcPct val="0"/>
        </a:spcBef>
        <a:spcAft>
          <a:spcPct val="0"/>
        </a:spcAft>
        <a:defRPr sz="4400">
          <a:solidFill>
            <a:srgbClr val="000000"/>
          </a:solidFill>
          <a:latin typeface="Calibri Light"/>
          <a:ea typeface="SimSun" pitchFamily="2" charset="-122"/>
        </a:defRPr>
      </a:lvl5pPr>
      <a:lvl6pPr marL="457200" algn="ctr" rtl="0" fontAlgn="base" latinLnBrk="1">
        <a:spcBef>
          <a:spcPct val="0"/>
        </a:spcBef>
        <a:spcAft>
          <a:spcPct val="0"/>
        </a:spcAft>
        <a:defRPr sz="4400">
          <a:solidFill>
            <a:srgbClr val="000000"/>
          </a:solidFill>
          <a:latin typeface="Calibri" pitchFamily="34" charset="0"/>
          <a:ea typeface="SimSun" charset="-122"/>
        </a:defRPr>
      </a:lvl6pPr>
      <a:lvl7pPr marL="914400" algn="ctr" rtl="0" fontAlgn="base" latinLnBrk="1">
        <a:spcBef>
          <a:spcPct val="0"/>
        </a:spcBef>
        <a:spcAft>
          <a:spcPct val="0"/>
        </a:spcAft>
        <a:defRPr sz="4400">
          <a:solidFill>
            <a:srgbClr val="000000"/>
          </a:solidFill>
          <a:latin typeface="Calibri" pitchFamily="34" charset="0"/>
          <a:ea typeface="SimSun" charset="-122"/>
        </a:defRPr>
      </a:lvl7pPr>
      <a:lvl8pPr marL="1371600" algn="ctr" rtl="0" fontAlgn="base" latinLnBrk="1">
        <a:spcBef>
          <a:spcPct val="0"/>
        </a:spcBef>
        <a:spcAft>
          <a:spcPct val="0"/>
        </a:spcAft>
        <a:defRPr sz="4400">
          <a:solidFill>
            <a:srgbClr val="000000"/>
          </a:solidFill>
          <a:latin typeface="Calibri" pitchFamily="34" charset="0"/>
          <a:ea typeface="SimSun" charset="-122"/>
        </a:defRPr>
      </a:lvl8pPr>
      <a:lvl9pPr marL="1828800" algn="ctr" rtl="0" fontAlgn="base" latinLnBrk="1">
        <a:spcBef>
          <a:spcPct val="0"/>
        </a:spcBef>
        <a:spcAft>
          <a:spcPct val="0"/>
        </a:spcAft>
        <a:defRPr sz="4400">
          <a:solidFill>
            <a:srgbClr val="000000"/>
          </a:solidFill>
          <a:latin typeface="Calibri" pitchFamily="34" charset="0"/>
          <a:ea typeface="SimSun" charset="-122"/>
        </a:defRPr>
      </a:lvl9pPr>
    </p:titleStyle>
    <p:bodyStyle>
      <a:lvl1pPr marL="342900" indent="-342900" algn="l" rtl="0" eaLnBrk="0" fontAlgn="base" latinLnBrk="1" hangingPunct="0">
        <a:spcBef>
          <a:spcPct val="20000"/>
        </a:spcBef>
        <a:spcAft>
          <a:spcPct val="0"/>
        </a:spcAft>
        <a:buFont typeface="Arial" panose="020B0704020202020204" pitchFamily="34" charset="0"/>
        <a:buChar char="•"/>
        <a:defRPr sz="3200">
          <a:solidFill>
            <a:srgbClr val="000000"/>
          </a:solidFill>
          <a:latin typeface="+mn-lt"/>
          <a:ea typeface="SimSun" pitchFamily="2" charset="-122"/>
          <a:cs typeface="+mn-cs"/>
        </a:defRPr>
      </a:lvl1pPr>
      <a:lvl2pPr marL="742950" indent="-285750" algn="l" rtl="0" eaLnBrk="0" fontAlgn="base" latinLnBrk="1" hangingPunct="0">
        <a:spcBef>
          <a:spcPct val="20000"/>
        </a:spcBef>
        <a:spcAft>
          <a:spcPct val="0"/>
        </a:spcAft>
        <a:buFont typeface="Arial" panose="020B0704020202020204" pitchFamily="34" charset="0"/>
        <a:buChar char="–"/>
        <a:defRPr sz="2800">
          <a:solidFill>
            <a:srgbClr val="000000"/>
          </a:solidFill>
          <a:latin typeface="+mn-lt"/>
          <a:ea typeface="SimSun" pitchFamily="2" charset="-122"/>
        </a:defRPr>
      </a:lvl2pPr>
      <a:lvl3pPr marL="1143000" indent="-228600" algn="l" rtl="0" eaLnBrk="0" fontAlgn="base" latinLnBrk="1" hangingPunct="0">
        <a:spcBef>
          <a:spcPct val="20000"/>
        </a:spcBef>
        <a:spcAft>
          <a:spcPct val="0"/>
        </a:spcAft>
        <a:buFont typeface="Arial" panose="020B0704020202020204" pitchFamily="34" charset="0"/>
        <a:buChar char="•"/>
        <a:defRPr sz="2400">
          <a:solidFill>
            <a:srgbClr val="000000"/>
          </a:solidFill>
          <a:latin typeface="+mn-lt"/>
          <a:ea typeface="SimSun" pitchFamily="2" charset="-122"/>
        </a:defRPr>
      </a:lvl3pPr>
      <a:lvl4pPr marL="16002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4pPr>
      <a:lvl5pPr marL="20574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5pPr>
      <a:lvl6pPr marL="25146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6pPr>
      <a:lvl7pPr marL="29718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7pPr>
      <a:lvl8pPr marL="34290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8pPr>
      <a:lvl9pPr marL="38862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2290" name="Rectangle 455"/>
          <p:cNvSpPr>
            <a:spLocks noGrp="1" noChangeArrowheads="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2291" name="Rectangle 457"/>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1050059" name="Rectangle 459"/>
          <p:cNvSpPr>
            <a:spLocks noGrp="1" noChangeArrowheads="1"/>
          </p:cNvSpPr>
          <p:nvPr>
            <p:ph type="dt" sz="half" idx="2"/>
          </p:nvPr>
        </p:nvSpPr>
        <p:spPr bwMode="auto">
          <a:xfrm>
            <a:off x="457200" y="6356350"/>
            <a:ext cx="2133600" cy="365125"/>
          </a:xfrm>
          <a:prstGeom prst="rect">
            <a:avLst/>
          </a:prstGeom>
          <a:noFill/>
          <a:ln w="9525">
            <a:noFill/>
            <a:miter lim="800000"/>
          </a:ln>
        </p:spPr>
        <p:txBody>
          <a:bodyPr vert="horz" wrap="square" lIns="91440" tIns="45720" rIns="91440" bIns="45720" numCol="1" anchor="ctr" anchorCtr="0" compatLnSpc="1"/>
          <a:lstStyle>
            <a:lvl1pPr>
              <a:defRPr sz="1200">
                <a:solidFill>
                  <a:srgbClr val="898989"/>
                </a:solidFill>
                <a:latin typeface="+mn-lt"/>
                <a:ea typeface="+mn-ea"/>
                <a:cs typeface="Arial" panose="020B0704020202020204" pitchFamily="34" charset="0"/>
                <a:sym typeface="Arial" panose="020B0704020202020204" pitchFamily="34" charset="0"/>
              </a:defRPr>
            </a:lvl1pPr>
          </a:lstStyle>
          <a:p>
            <a:pPr>
              <a:defRPr/>
            </a:pPr>
            <a:fld id="{8ED65BAD-C05B-476B-A18D-A8AF329D5631}" type="datetimeFigureOut">
              <a:rPr lang="en-US" altLang="en-US"/>
            </a:fld>
            <a:endParaRPr lang="en-US" altLang="en-US" b="1" i="1"/>
          </a:p>
        </p:txBody>
      </p:sp>
      <p:sp>
        <p:nvSpPr>
          <p:cNvPr id="1050061" name="Rectangle 461"/>
          <p:cNvSpPr>
            <a:spLocks noGrp="1" noChangeArrowheads="1"/>
          </p:cNvSpPr>
          <p:nvPr>
            <p:ph type="ftr" sz="quarter" idx="3"/>
          </p:nvPr>
        </p:nvSpPr>
        <p:spPr bwMode="auto">
          <a:xfrm>
            <a:off x="3124200" y="6356350"/>
            <a:ext cx="2895600" cy="365125"/>
          </a:xfrm>
          <a:prstGeom prst="rect">
            <a:avLst/>
          </a:prstGeom>
          <a:noFill/>
          <a:ln w="9525">
            <a:noFill/>
            <a:miter lim="800000"/>
          </a:ln>
        </p:spPr>
        <p:txBody>
          <a:bodyPr vert="horz" wrap="square" lIns="91440" tIns="45720" rIns="91440" bIns="45720" numCol="1" anchor="ctr" anchorCtr="0" compatLnSpc="1"/>
          <a:lstStyle>
            <a:lvl1pPr algn="ct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endParaRPr lang="en-US" altLang="en-US"/>
          </a:p>
        </p:txBody>
      </p:sp>
      <p:sp>
        <p:nvSpPr>
          <p:cNvPr id="1050063" name="Rectangle 463"/>
          <p:cNvSpPr>
            <a:spLocks noGrp="1" noChangeArrowheads="1"/>
          </p:cNvSpPr>
          <p:nvPr>
            <p:ph type="sldNum" sz="quarter" idx="4"/>
          </p:nvPr>
        </p:nvSpPr>
        <p:spPr bwMode="auto">
          <a:xfrm>
            <a:off x="6553200" y="6356350"/>
            <a:ext cx="2133600" cy="365125"/>
          </a:xfrm>
          <a:prstGeom prst="rect">
            <a:avLst/>
          </a:prstGeom>
          <a:noFill/>
          <a:ln w="9525">
            <a:noFill/>
            <a:miter lim="800000"/>
          </a:ln>
        </p:spPr>
        <p:txBody>
          <a:bodyPr vert="horz" wrap="square" lIns="91440" tIns="45720" rIns="91440" bIns="45720" numCol="1" anchor="ctr" anchorCtr="0" compatLnSpc="1"/>
          <a:lstStyle>
            <a:lvl1pPr algn="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fld id="{546D1576-5A55-48AF-B642-20E93BE366BD}"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rtl="0" eaLnBrk="0" fontAlgn="base" latinLnBrk="1" hangingPunct="0">
        <a:spcBef>
          <a:spcPct val="0"/>
        </a:spcBef>
        <a:spcAft>
          <a:spcPct val="0"/>
        </a:spcAft>
        <a:defRPr sz="4400">
          <a:solidFill>
            <a:srgbClr val="000000"/>
          </a:solidFill>
          <a:latin typeface="+mj-lt"/>
          <a:ea typeface="SimSun" pitchFamily="2" charset="-122"/>
          <a:cs typeface="+mj-cs"/>
        </a:defRPr>
      </a:lvl1pPr>
      <a:lvl2pPr algn="ctr" rtl="0" eaLnBrk="0" fontAlgn="base" latinLnBrk="1" hangingPunct="0">
        <a:spcBef>
          <a:spcPct val="0"/>
        </a:spcBef>
        <a:spcAft>
          <a:spcPct val="0"/>
        </a:spcAft>
        <a:defRPr sz="4400">
          <a:solidFill>
            <a:srgbClr val="000000"/>
          </a:solidFill>
          <a:latin typeface="Calibri Light"/>
          <a:ea typeface="SimSun" pitchFamily="2" charset="-122"/>
        </a:defRPr>
      </a:lvl2pPr>
      <a:lvl3pPr algn="ctr" rtl="0" eaLnBrk="0" fontAlgn="base" latinLnBrk="1" hangingPunct="0">
        <a:spcBef>
          <a:spcPct val="0"/>
        </a:spcBef>
        <a:spcAft>
          <a:spcPct val="0"/>
        </a:spcAft>
        <a:defRPr sz="4400">
          <a:solidFill>
            <a:srgbClr val="000000"/>
          </a:solidFill>
          <a:latin typeface="Calibri Light"/>
          <a:ea typeface="SimSun" pitchFamily="2" charset="-122"/>
        </a:defRPr>
      </a:lvl3pPr>
      <a:lvl4pPr algn="ctr" rtl="0" eaLnBrk="0" fontAlgn="base" latinLnBrk="1" hangingPunct="0">
        <a:spcBef>
          <a:spcPct val="0"/>
        </a:spcBef>
        <a:spcAft>
          <a:spcPct val="0"/>
        </a:spcAft>
        <a:defRPr sz="4400">
          <a:solidFill>
            <a:srgbClr val="000000"/>
          </a:solidFill>
          <a:latin typeface="Calibri Light"/>
          <a:ea typeface="SimSun" pitchFamily="2" charset="-122"/>
        </a:defRPr>
      </a:lvl4pPr>
      <a:lvl5pPr algn="ctr" rtl="0" eaLnBrk="0" fontAlgn="base" latinLnBrk="1" hangingPunct="0">
        <a:spcBef>
          <a:spcPct val="0"/>
        </a:spcBef>
        <a:spcAft>
          <a:spcPct val="0"/>
        </a:spcAft>
        <a:defRPr sz="4400">
          <a:solidFill>
            <a:srgbClr val="000000"/>
          </a:solidFill>
          <a:latin typeface="Calibri Light"/>
          <a:ea typeface="SimSun" pitchFamily="2" charset="-122"/>
        </a:defRPr>
      </a:lvl5pPr>
      <a:lvl6pPr marL="457200" algn="ctr" rtl="0" fontAlgn="base" latinLnBrk="1">
        <a:spcBef>
          <a:spcPct val="0"/>
        </a:spcBef>
        <a:spcAft>
          <a:spcPct val="0"/>
        </a:spcAft>
        <a:defRPr sz="4400">
          <a:solidFill>
            <a:srgbClr val="000000"/>
          </a:solidFill>
          <a:latin typeface="Calibri" pitchFamily="34" charset="0"/>
          <a:ea typeface="SimSun" charset="-122"/>
        </a:defRPr>
      </a:lvl6pPr>
      <a:lvl7pPr marL="914400" algn="ctr" rtl="0" fontAlgn="base" latinLnBrk="1">
        <a:spcBef>
          <a:spcPct val="0"/>
        </a:spcBef>
        <a:spcAft>
          <a:spcPct val="0"/>
        </a:spcAft>
        <a:defRPr sz="4400">
          <a:solidFill>
            <a:srgbClr val="000000"/>
          </a:solidFill>
          <a:latin typeface="Calibri" pitchFamily="34" charset="0"/>
          <a:ea typeface="SimSun" charset="-122"/>
        </a:defRPr>
      </a:lvl7pPr>
      <a:lvl8pPr marL="1371600" algn="ctr" rtl="0" fontAlgn="base" latinLnBrk="1">
        <a:spcBef>
          <a:spcPct val="0"/>
        </a:spcBef>
        <a:spcAft>
          <a:spcPct val="0"/>
        </a:spcAft>
        <a:defRPr sz="4400">
          <a:solidFill>
            <a:srgbClr val="000000"/>
          </a:solidFill>
          <a:latin typeface="Calibri" pitchFamily="34" charset="0"/>
          <a:ea typeface="SimSun" charset="-122"/>
        </a:defRPr>
      </a:lvl8pPr>
      <a:lvl9pPr marL="1828800" algn="ctr" rtl="0" fontAlgn="base" latinLnBrk="1">
        <a:spcBef>
          <a:spcPct val="0"/>
        </a:spcBef>
        <a:spcAft>
          <a:spcPct val="0"/>
        </a:spcAft>
        <a:defRPr sz="4400">
          <a:solidFill>
            <a:srgbClr val="000000"/>
          </a:solidFill>
          <a:latin typeface="Calibri" pitchFamily="34" charset="0"/>
          <a:ea typeface="SimSun" charset="-122"/>
        </a:defRPr>
      </a:lvl9pPr>
    </p:titleStyle>
    <p:bodyStyle>
      <a:lvl1pPr marL="342900" indent="-342900" algn="l" rtl="0" eaLnBrk="0" fontAlgn="base" latinLnBrk="1" hangingPunct="0">
        <a:spcBef>
          <a:spcPct val="20000"/>
        </a:spcBef>
        <a:spcAft>
          <a:spcPct val="0"/>
        </a:spcAft>
        <a:buFont typeface="Arial" panose="020B0704020202020204" pitchFamily="34" charset="0"/>
        <a:buChar char="•"/>
        <a:defRPr sz="3200">
          <a:solidFill>
            <a:srgbClr val="000000"/>
          </a:solidFill>
          <a:latin typeface="+mn-lt"/>
          <a:ea typeface="SimSun" pitchFamily="2" charset="-122"/>
          <a:cs typeface="+mn-cs"/>
        </a:defRPr>
      </a:lvl1pPr>
      <a:lvl2pPr marL="742950" indent="-285750" algn="l" rtl="0" eaLnBrk="0" fontAlgn="base" latinLnBrk="1" hangingPunct="0">
        <a:spcBef>
          <a:spcPct val="20000"/>
        </a:spcBef>
        <a:spcAft>
          <a:spcPct val="0"/>
        </a:spcAft>
        <a:buFont typeface="Arial" panose="020B0704020202020204" pitchFamily="34" charset="0"/>
        <a:buChar char="–"/>
        <a:defRPr sz="2800">
          <a:solidFill>
            <a:srgbClr val="000000"/>
          </a:solidFill>
          <a:latin typeface="+mn-lt"/>
          <a:ea typeface="SimSun" pitchFamily="2" charset="-122"/>
        </a:defRPr>
      </a:lvl2pPr>
      <a:lvl3pPr marL="1143000" indent="-228600" algn="l" rtl="0" eaLnBrk="0" fontAlgn="base" latinLnBrk="1" hangingPunct="0">
        <a:spcBef>
          <a:spcPct val="20000"/>
        </a:spcBef>
        <a:spcAft>
          <a:spcPct val="0"/>
        </a:spcAft>
        <a:buFont typeface="Arial" panose="020B0704020202020204" pitchFamily="34" charset="0"/>
        <a:buChar char="•"/>
        <a:defRPr sz="2400">
          <a:solidFill>
            <a:srgbClr val="000000"/>
          </a:solidFill>
          <a:latin typeface="+mn-lt"/>
          <a:ea typeface="SimSun" pitchFamily="2" charset="-122"/>
        </a:defRPr>
      </a:lvl3pPr>
      <a:lvl4pPr marL="16002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4pPr>
      <a:lvl5pPr marL="20574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5pPr>
      <a:lvl6pPr marL="25146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6pPr>
      <a:lvl7pPr marL="29718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7pPr>
      <a:lvl8pPr marL="34290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8pPr>
      <a:lvl9pPr marL="38862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3314" name="Rectangle 465"/>
          <p:cNvSpPr>
            <a:spLocks noGrp="1" noChangeArrowheads="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3315" name="Rectangle 467"/>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1050069" name="Rectangle 469"/>
          <p:cNvSpPr>
            <a:spLocks noGrp="1" noChangeArrowheads="1"/>
          </p:cNvSpPr>
          <p:nvPr>
            <p:ph type="dt" sz="half" idx="2"/>
          </p:nvPr>
        </p:nvSpPr>
        <p:spPr bwMode="auto">
          <a:xfrm>
            <a:off x="457200" y="6356350"/>
            <a:ext cx="2133600" cy="365125"/>
          </a:xfrm>
          <a:prstGeom prst="rect">
            <a:avLst/>
          </a:prstGeom>
          <a:noFill/>
          <a:ln w="9525">
            <a:noFill/>
            <a:miter lim="800000"/>
          </a:ln>
        </p:spPr>
        <p:txBody>
          <a:bodyPr vert="horz" wrap="square" lIns="91440" tIns="45720" rIns="91440" bIns="45720" numCol="1" anchor="ctr" anchorCtr="0" compatLnSpc="1"/>
          <a:lstStyle>
            <a:lvl1pPr>
              <a:defRPr sz="1200">
                <a:solidFill>
                  <a:srgbClr val="898989"/>
                </a:solidFill>
                <a:latin typeface="+mn-lt"/>
                <a:ea typeface="+mn-ea"/>
                <a:cs typeface="Arial" panose="020B0704020202020204" pitchFamily="34" charset="0"/>
                <a:sym typeface="Arial" panose="020B0704020202020204" pitchFamily="34" charset="0"/>
              </a:defRPr>
            </a:lvl1pPr>
          </a:lstStyle>
          <a:p>
            <a:pPr>
              <a:defRPr/>
            </a:pPr>
            <a:fld id="{80122389-8C90-419A-9DFD-C714C7E10201}" type="datetimeFigureOut">
              <a:rPr lang="en-US" altLang="en-US"/>
            </a:fld>
            <a:endParaRPr lang="en-US" altLang="en-US" b="1" i="1"/>
          </a:p>
        </p:txBody>
      </p:sp>
      <p:sp>
        <p:nvSpPr>
          <p:cNvPr id="1050071" name="Rectangle 471"/>
          <p:cNvSpPr>
            <a:spLocks noGrp="1" noChangeArrowheads="1"/>
          </p:cNvSpPr>
          <p:nvPr>
            <p:ph type="ftr" sz="quarter" idx="3"/>
          </p:nvPr>
        </p:nvSpPr>
        <p:spPr bwMode="auto">
          <a:xfrm>
            <a:off x="3124200" y="6356350"/>
            <a:ext cx="2895600" cy="365125"/>
          </a:xfrm>
          <a:prstGeom prst="rect">
            <a:avLst/>
          </a:prstGeom>
          <a:noFill/>
          <a:ln w="9525">
            <a:noFill/>
            <a:miter lim="800000"/>
          </a:ln>
        </p:spPr>
        <p:txBody>
          <a:bodyPr vert="horz" wrap="square" lIns="91440" tIns="45720" rIns="91440" bIns="45720" numCol="1" anchor="ctr" anchorCtr="0" compatLnSpc="1"/>
          <a:lstStyle>
            <a:lvl1pPr algn="ct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endParaRPr lang="en-US" altLang="en-US"/>
          </a:p>
        </p:txBody>
      </p:sp>
      <p:sp>
        <p:nvSpPr>
          <p:cNvPr id="1050073" name="Rectangle 473"/>
          <p:cNvSpPr>
            <a:spLocks noGrp="1" noChangeArrowheads="1"/>
          </p:cNvSpPr>
          <p:nvPr>
            <p:ph type="sldNum" sz="quarter" idx="4"/>
          </p:nvPr>
        </p:nvSpPr>
        <p:spPr bwMode="auto">
          <a:xfrm>
            <a:off x="6553200" y="6356350"/>
            <a:ext cx="2133600" cy="365125"/>
          </a:xfrm>
          <a:prstGeom prst="rect">
            <a:avLst/>
          </a:prstGeom>
          <a:noFill/>
          <a:ln w="9525">
            <a:noFill/>
            <a:miter lim="800000"/>
          </a:ln>
        </p:spPr>
        <p:txBody>
          <a:bodyPr vert="horz" wrap="square" lIns="91440" tIns="45720" rIns="91440" bIns="45720" numCol="1" anchor="ctr" anchorCtr="0" compatLnSpc="1"/>
          <a:lstStyle>
            <a:lvl1pPr algn="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fld id="{250275B5-AE07-4B76-8705-0ED74B09184A}"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rtl="0" eaLnBrk="0" fontAlgn="base" latinLnBrk="1" hangingPunct="0">
        <a:spcBef>
          <a:spcPct val="0"/>
        </a:spcBef>
        <a:spcAft>
          <a:spcPct val="0"/>
        </a:spcAft>
        <a:defRPr sz="4400">
          <a:solidFill>
            <a:srgbClr val="000000"/>
          </a:solidFill>
          <a:latin typeface="+mj-lt"/>
          <a:ea typeface="SimSun" pitchFamily="2" charset="-122"/>
          <a:cs typeface="+mj-cs"/>
        </a:defRPr>
      </a:lvl1pPr>
      <a:lvl2pPr algn="ctr" rtl="0" eaLnBrk="0" fontAlgn="base" latinLnBrk="1" hangingPunct="0">
        <a:spcBef>
          <a:spcPct val="0"/>
        </a:spcBef>
        <a:spcAft>
          <a:spcPct val="0"/>
        </a:spcAft>
        <a:defRPr sz="4400">
          <a:solidFill>
            <a:srgbClr val="000000"/>
          </a:solidFill>
          <a:latin typeface="Calibri Light"/>
          <a:ea typeface="SimSun" pitchFamily="2" charset="-122"/>
        </a:defRPr>
      </a:lvl2pPr>
      <a:lvl3pPr algn="ctr" rtl="0" eaLnBrk="0" fontAlgn="base" latinLnBrk="1" hangingPunct="0">
        <a:spcBef>
          <a:spcPct val="0"/>
        </a:spcBef>
        <a:spcAft>
          <a:spcPct val="0"/>
        </a:spcAft>
        <a:defRPr sz="4400">
          <a:solidFill>
            <a:srgbClr val="000000"/>
          </a:solidFill>
          <a:latin typeface="Calibri Light"/>
          <a:ea typeface="SimSun" pitchFamily="2" charset="-122"/>
        </a:defRPr>
      </a:lvl3pPr>
      <a:lvl4pPr algn="ctr" rtl="0" eaLnBrk="0" fontAlgn="base" latinLnBrk="1" hangingPunct="0">
        <a:spcBef>
          <a:spcPct val="0"/>
        </a:spcBef>
        <a:spcAft>
          <a:spcPct val="0"/>
        </a:spcAft>
        <a:defRPr sz="4400">
          <a:solidFill>
            <a:srgbClr val="000000"/>
          </a:solidFill>
          <a:latin typeface="Calibri Light"/>
          <a:ea typeface="SimSun" pitchFamily="2" charset="-122"/>
        </a:defRPr>
      </a:lvl4pPr>
      <a:lvl5pPr algn="ctr" rtl="0" eaLnBrk="0" fontAlgn="base" latinLnBrk="1" hangingPunct="0">
        <a:spcBef>
          <a:spcPct val="0"/>
        </a:spcBef>
        <a:spcAft>
          <a:spcPct val="0"/>
        </a:spcAft>
        <a:defRPr sz="4400">
          <a:solidFill>
            <a:srgbClr val="000000"/>
          </a:solidFill>
          <a:latin typeface="Calibri Light"/>
          <a:ea typeface="SimSun" pitchFamily="2" charset="-122"/>
        </a:defRPr>
      </a:lvl5pPr>
      <a:lvl6pPr marL="457200" algn="ctr" rtl="0" fontAlgn="base" latinLnBrk="1">
        <a:spcBef>
          <a:spcPct val="0"/>
        </a:spcBef>
        <a:spcAft>
          <a:spcPct val="0"/>
        </a:spcAft>
        <a:defRPr sz="4400">
          <a:solidFill>
            <a:srgbClr val="000000"/>
          </a:solidFill>
          <a:latin typeface="Calibri" pitchFamily="34" charset="0"/>
          <a:ea typeface="SimSun" charset="-122"/>
        </a:defRPr>
      </a:lvl6pPr>
      <a:lvl7pPr marL="914400" algn="ctr" rtl="0" fontAlgn="base" latinLnBrk="1">
        <a:spcBef>
          <a:spcPct val="0"/>
        </a:spcBef>
        <a:spcAft>
          <a:spcPct val="0"/>
        </a:spcAft>
        <a:defRPr sz="4400">
          <a:solidFill>
            <a:srgbClr val="000000"/>
          </a:solidFill>
          <a:latin typeface="Calibri" pitchFamily="34" charset="0"/>
          <a:ea typeface="SimSun" charset="-122"/>
        </a:defRPr>
      </a:lvl7pPr>
      <a:lvl8pPr marL="1371600" algn="ctr" rtl="0" fontAlgn="base" latinLnBrk="1">
        <a:spcBef>
          <a:spcPct val="0"/>
        </a:spcBef>
        <a:spcAft>
          <a:spcPct val="0"/>
        </a:spcAft>
        <a:defRPr sz="4400">
          <a:solidFill>
            <a:srgbClr val="000000"/>
          </a:solidFill>
          <a:latin typeface="Calibri" pitchFamily="34" charset="0"/>
          <a:ea typeface="SimSun" charset="-122"/>
        </a:defRPr>
      </a:lvl8pPr>
      <a:lvl9pPr marL="1828800" algn="ctr" rtl="0" fontAlgn="base" latinLnBrk="1">
        <a:spcBef>
          <a:spcPct val="0"/>
        </a:spcBef>
        <a:spcAft>
          <a:spcPct val="0"/>
        </a:spcAft>
        <a:defRPr sz="4400">
          <a:solidFill>
            <a:srgbClr val="000000"/>
          </a:solidFill>
          <a:latin typeface="Calibri" pitchFamily="34" charset="0"/>
          <a:ea typeface="SimSun" charset="-122"/>
        </a:defRPr>
      </a:lvl9pPr>
    </p:titleStyle>
    <p:bodyStyle>
      <a:lvl1pPr marL="342900" indent="-342900" algn="l" rtl="0" eaLnBrk="0" fontAlgn="base" latinLnBrk="1" hangingPunct="0">
        <a:spcBef>
          <a:spcPct val="20000"/>
        </a:spcBef>
        <a:spcAft>
          <a:spcPct val="0"/>
        </a:spcAft>
        <a:buFont typeface="Arial" panose="020B0704020202020204" pitchFamily="34" charset="0"/>
        <a:buChar char="•"/>
        <a:defRPr sz="3200">
          <a:solidFill>
            <a:srgbClr val="000000"/>
          </a:solidFill>
          <a:latin typeface="+mn-lt"/>
          <a:ea typeface="SimSun" pitchFamily="2" charset="-122"/>
          <a:cs typeface="+mn-cs"/>
        </a:defRPr>
      </a:lvl1pPr>
      <a:lvl2pPr marL="742950" indent="-285750" algn="l" rtl="0" eaLnBrk="0" fontAlgn="base" latinLnBrk="1" hangingPunct="0">
        <a:spcBef>
          <a:spcPct val="20000"/>
        </a:spcBef>
        <a:spcAft>
          <a:spcPct val="0"/>
        </a:spcAft>
        <a:buFont typeface="Arial" panose="020B0704020202020204" pitchFamily="34" charset="0"/>
        <a:buChar char="–"/>
        <a:defRPr sz="2800">
          <a:solidFill>
            <a:srgbClr val="000000"/>
          </a:solidFill>
          <a:latin typeface="+mn-lt"/>
          <a:ea typeface="SimSun" pitchFamily="2" charset="-122"/>
        </a:defRPr>
      </a:lvl2pPr>
      <a:lvl3pPr marL="1143000" indent="-228600" algn="l" rtl="0" eaLnBrk="0" fontAlgn="base" latinLnBrk="1" hangingPunct="0">
        <a:spcBef>
          <a:spcPct val="20000"/>
        </a:spcBef>
        <a:spcAft>
          <a:spcPct val="0"/>
        </a:spcAft>
        <a:buFont typeface="Arial" panose="020B0704020202020204" pitchFamily="34" charset="0"/>
        <a:buChar char="•"/>
        <a:defRPr sz="2400">
          <a:solidFill>
            <a:srgbClr val="000000"/>
          </a:solidFill>
          <a:latin typeface="+mn-lt"/>
          <a:ea typeface="SimSun" pitchFamily="2" charset="-122"/>
        </a:defRPr>
      </a:lvl3pPr>
      <a:lvl4pPr marL="16002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4pPr>
      <a:lvl5pPr marL="20574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5pPr>
      <a:lvl6pPr marL="25146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6pPr>
      <a:lvl7pPr marL="29718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7pPr>
      <a:lvl8pPr marL="34290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8pPr>
      <a:lvl9pPr marL="38862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1048581" name="Rectangle 5"/>
          <p:cNvSpPr>
            <a:spLocks noChangeArrowheads="1"/>
          </p:cNvSpPr>
          <p:nvPr/>
        </p:nvSpPr>
        <p:spPr bwMode="auto">
          <a:xfrm>
            <a:off x="0" y="3352800"/>
            <a:ext cx="8686800" cy="2743200"/>
          </a:xfrm>
          <a:prstGeom prst="rect">
            <a:avLst/>
          </a:prstGeom>
          <a:solidFill>
            <a:srgbClr val="101141"/>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8582" name="Rectangle 6"/>
          <p:cNvSpPr>
            <a:spLocks noChangeArrowheads="1"/>
          </p:cNvSpPr>
          <p:nvPr/>
        </p:nvSpPr>
        <p:spPr bwMode="auto">
          <a:xfrm>
            <a:off x="2895600" y="6096000"/>
            <a:ext cx="2895600" cy="76200"/>
          </a:xfrm>
          <a:prstGeom prst="rect">
            <a:avLst/>
          </a:prstGeom>
          <a:solidFill>
            <a:srgbClr val="76C2E5"/>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8583" name="Rectangle 7"/>
          <p:cNvSpPr>
            <a:spLocks noChangeArrowheads="1"/>
          </p:cNvSpPr>
          <p:nvPr/>
        </p:nvSpPr>
        <p:spPr bwMode="auto">
          <a:xfrm>
            <a:off x="0" y="6096000"/>
            <a:ext cx="2895600" cy="76200"/>
          </a:xfrm>
          <a:prstGeom prst="rect">
            <a:avLst/>
          </a:prstGeom>
          <a:solidFill>
            <a:srgbClr val="FCB017"/>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8584" name="Rectangle 8"/>
          <p:cNvSpPr>
            <a:spLocks noChangeArrowheads="1"/>
          </p:cNvSpPr>
          <p:nvPr/>
        </p:nvSpPr>
        <p:spPr bwMode="auto">
          <a:xfrm>
            <a:off x="5791200" y="6096000"/>
            <a:ext cx="2895600" cy="76200"/>
          </a:xfrm>
          <a:prstGeom prst="rect">
            <a:avLst/>
          </a:prstGeom>
          <a:solidFill>
            <a:srgbClr val="FF0000"/>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pic>
        <p:nvPicPr>
          <p:cNvPr id="14342" name="Picture 0" descr="BITS_university_logo_whitevert.png"/>
          <p:cNvPicPr>
            <a:picLocks noChangeAspect="1" noChangeArrowheads="1"/>
          </p:cNvPicPr>
          <p:nvPr/>
        </p:nvPicPr>
        <p:blipFill>
          <a:blip r:embed="rId13"/>
          <a:srcRect t="2" b="28592"/>
          <a:stretch>
            <a:fillRect/>
          </a:stretch>
        </p:blipFill>
        <p:spPr bwMode="auto">
          <a:xfrm>
            <a:off x="76200" y="3352800"/>
            <a:ext cx="2057400" cy="1979613"/>
          </a:xfrm>
          <a:prstGeom prst="rect">
            <a:avLst/>
          </a:prstGeom>
          <a:noFill/>
          <a:ln w="9525">
            <a:noFill/>
            <a:miter lim="800000"/>
            <a:headEnd/>
            <a:tailEnd/>
          </a:ln>
        </p:spPr>
      </p:pic>
      <p:grpSp>
        <p:nvGrpSpPr>
          <p:cNvPr id="14343" name="Group -996"/>
          <p:cNvGrpSpPr/>
          <p:nvPr/>
        </p:nvGrpSpPr>
        <p:grpSpPr bwMode="auto">
          <a:xfrm>
            <a:off x="-76200" y="5257800"/>
            <a:ext cx="2209800" cy="685800"/>
            <a:chOff x="76200" y="2209800"/>
            <a:chExt cx="2209800" cy="685800"/>
          </a:xfrm>
        </p:grpSpPr>
        <p:sp>
          <p:nvSpPr>
            <p:cNvPr id="1048585" name="Rectangle 9"/>
            <p:cNvSpPr>
              <a:spLocks noChangeArrowheads="1"/>
            </p:cNvSpPr>
            <p:nvPr/>
          </p:nvSpPr>
          <p:spPr bwMode="auto">
            <a:xfrm>
              <a:off x="76200" y="2209800"/>
              <a:ext cx="2209800" cy="523875"/>
            </a:xfrm>
            <a:prstGeom prst="rect">
              <a:avLst/>
            </a:prstGeom>
            <a:noFill/>
            <a:ln w="9525">
              <a:noFill/>
              <a:miter lim="800000"/>
            </a:ln>
          </p:spPr>
          <p:txBody>
            <a:bodyPr>
              <a:spAutoFit/>
            </a:bodyPr>
            <a:lstStyle/>
            <a:p>
              <a:pPr algn="ctr">
                <a:defRPr/>
              </a:pPr>
              <a:r>
                <a:rPr lang="en-US" altLang="en-US" sz="2900" b="1">
                  <a:solidFill>
                    <a:srgbClr val="FFFFFF"/>
                  </a:solidFill>
                  <a:latin typeface="Calibri" pitchFamily="34" charset="0"/>
                  <a:ea typeface="+mn-ea"/>
                  <a:cs typeface="Arial" panose="020B0704020202020204" pitchFamily="34" charset="0"/>
                </a:rPr>
                <a:t>BITS</a:t>
              </a:r>
              <a:r>
                <a:rPr lang="en-US" altLang="en-US" sz="2900">
                  <a:solidFill>
                    <a:srgbClr val="FFFFFF"/>
                  </a:solidFill>
                  <a:latin typeface="Calibri" pitchFamily="34" charset="0"/>
                  <a:ea typeface="+mn-ea"/>
                  <a:cs typeface="Arial" panose="020B0704020202020204" pitchFamily="34" charset="0"/>
                </a:rPr>
                <a:t> Pilani</a:t>
              </a:r>
              <a:endParaRPr lang="en-US" altLang="en-US">
                <a:ea typeface="+mn-ea"/>
                <a:cs typeface="Arial" panose="020B0704020202020204" pitchFamily="34" charset="0"/>
              </a:endParaRPr>
            </a:p>
          </p:txBody>
        </p:sp>
        <p:sp>
          <p:nvSpPr>
            <p:cNvPr id="1048586" name="Rectangle 10"/>
            <p:cNvSpPr>
              <a:spLocks noChangeArrowheads="1"/>
            </p:cNvSpPr>
            <p:nvPr/>
          </p:nvSpPr>
          <p:spPr bwMode="auto">
            <a:xfrm>
              <a:off x="228600" y="2665413"/>
              <a:ext cx="1905000" cy="230187"/>
            </a:xfrm>
            <a:prstGeom prst="rect">
              <a:avLst/>
            </a:prstGeom>
            <a:noFill/>
            <a:ln w="9525">
              <a:noFill/>
              <a:miter lim="800000"/>
            </a:ln>
          </p:spPr>
          <p:txBody>
            <a:bodyPr>
              <a:spAutoFit/>
            </a:bodyPr>
            <a:lstStyle/>
            <a:p>
              <a:pPr algn="ctr">
                <a:defRPr/>
              </a:pPr>
              <a:r>
                <a:rPr lang="en-US" altLang="en-US" sz="900">
                  <a:solidFill>
                    <a:srgbClr val="FFFFFF"/>
                  </a:solidFill>
                  <a:latin typeface="Calibri" pitchFamily="34" charset="0"/>
                  <a:ea typeface="+mn-ea"/>
                  <a:cs typeface="Arial" panose="020B0704020202020204" pitchFamily="34" charset="0"/>
                </a:rPr>
                <a:t>Pilani | Dubai | Goa | Hyderabad</a:t>
              </a:r>
              <a:endParaRPr lang="en-US" altLang="en-US">
                <a:ea typeface="+mn-ea"/>
                <a:cs typeface="Arial" panose="020B0704020202020204" pitchFamily="34" charset="0"/>
              </a:endParaRPr>
            </a:p>
          </p:txBody>
        </p:sp>
      </p:grpSp>
      <p:sp>
        <p:nvSpPr>
          <p:cNvPr id="14344" name="Rectangle 475"/>
          <p:cNvSpPr>
            <a:spLocks noGrp="1" noChangeArrowheads="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4345" name="Rectangle 477"/>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1050079" name="Rectangle 479"/>
          <p:cNvSpPr>
            <a:spLocks noGrp="1" noChangeArrowheads="1"/>
          </p:cNvSpPr>
          <p:nvPr>
            <p:ph type="dt" sz="half" idx="2"/>
          </p:nvPr>
        </p:nvSpPr>
        <p:spPr bwMode="auto">
          <a:xfrm>
            <a:off x="457200" y="6356350"/>
            <a:ext cx="2133600" cy="365125"/>
          </a:xfrm>
          <a:prstGeom prst="rect">
            <a:avLst/>
          </a:prstGeom>
          <a:noFill/>
          <a:ln w="9525">
            <a:noFill/>
            <a:miter lim="800000"/>
          </a:ln>
        </p:spPr>
        <p:txBody>
          <a:bodyPr vert="horz" wrap="square" lIns="91440" tIns="45720" rIns="91440" bIns="45720" numCol="1" anchor="ctr" anchorCtr="0" compatLnSpc="1"/>
          <a:lstStyle>
            <a:lvl1pPr>
              <a:defRPr sz="1200">
                <a:solidFill>
                  <a:srgbClr val="898989"/>
                </a:solidFill>
                <a:latin typeface="+mn-lt"/>
                <a:ea typeface="+mn-ea"/>
                <a:cs typeface="Arial" panose="020B0704020202020204" pitchFamily="34" charset="0"/>
                <a:sym typeface="Arial" panose="020B0704020202020204" pitchFamily="34" charset="0"/>
              </a:defRPr>
            </a:lvl1pPr>
          </a:lstStyle>
          <a:p>
            <a:pPr>
              <a:defRPr/>
            </a:pPr>
            <a:fld id="{35026237-8CB2-4AC7-B70A-D209964C444C}" type="datetimeFigureOut">
              <a:rPr lang="en-US" altLang="en-US"/>
            </a:fld>
            <a:endParaRPr lang="en-US" altLang="en-US" b="1" i="1"/>
          </a:p>
        </p:txBody>
      </p:sp>
      <p:sp>
        <p:nvSpPr>
          <p:cNvPr id="1050081" name="Rectangle 481"/>
          <p:cNvSpPr>
            <a:spLocks noGrp="1" noChangeArrowheads="1"/>
          </p:cNvSpPr>
          <p:nvPr>
            <p:ph type="ftr" sz="quarter" idx="3"/>
          </p:nvPr>
        </p:nvSpPr>
        <p:spPr bwMode="auto">
          <a:xfrm>
            <a:off x="3124200" y="6356350"/>
            <a:ext cx="2895600" cy="365125"/>
          </a:xfrm>
          <a:prstGeom prst="rect">
            <a:avLst/>
          </a:prstGeom>
          <a:noFill/>
          <a:ln w="9525">
            <a:noFill/>
            <a:miter lim="800000"/>
          </a:ln>
        </p:spPr>
        <p:txBody>
          <a:bodyPr vert="horz" wrap="square" lIns="91440" tIns="45720" rIns="91440" bIns="45720" numCol="1" anchor="ctr" anchorCtr="0" compatLnSpc="1"/>
          <a:lstStyle>
            <a:lvl1pPr algn="ct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endParaRPr lang="en-US" altLang="en-US"/>
          </a:p>
        </p:txBody>
      </p:sp>
      <p:sp>
        <p:nvSpPr>
          <p:cNvPr id="1050083" name="Rectangle 483"/>
          <p:cNvSpPr>
            <a:spLocks noGrp="1" noChangeArrowheads="1"/>
          </p:cNvSpPr>
          <p:nvPr>
            <p:ph type="sldNum" sz="quarter" idx="4"/>
          </p:nvPr>
        </p:nvSpPr>
        <p:spPr bwMode="auto">
          <a:xfrm>
            <a:off x="6553200" y="6356350"/>
            <a:ext cx="2133600" cy="365125"/>
          </a:xfrm>
          <a:prstGeom prst="rect">
            <a:avLst/>
          </a:prstGeom>
          <a:noFill/>
          <a:ln w="9525">
            <a:noFill/>
            <a:miter lim="800000"/>
          </a:ln>
        </p:spPr>
        <p:txBody>
          <a:bodyPr vert="horz" wrap="square" lIns="91440" tIns="45720" rIns="91440" bIns="45720" numCol="1" anchor="ctr" anchorCtr="0" compatLnSpc="1"/>
          <a:lstStyle>
            <a:lvl1pPr algn="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fld id="{7DBE303A-54DC-4474-9EDC-664E84270EA7}"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rtl="0" eaLnBrk="0" fontAlgn="base" latinLnBrk="1" hangingPunct="0">
        <a:spcBef>
          <a:spcPct val="0"/>
        </a:spcBef>
        <a:spcAft>
          <a:spcPct val="0"/>
        </a:spcAft>
        <a:defRPr sz="4400">
          <a:solidFill>
            <a:srgbClr val="000000"/>
          </a:solidFill>
          <a:latin typeface="+mj-lt"/>
          <a:ea typeface="SimSun" pitchFamily="2" charset="-122"/>
          <a:cs typeface="+mj-cs"/>
        </a:defRPr>
      </a:lvl1pPr>
      <a:lvl2pPr algn="ctr" rtl="0" eaLnBrk="0" fontAlgn="base" latinLnBrk="1" hangingPunct="0">
        <a:spcBef>
          <a:spcPct val="0"/>
        </a:spcBef>
        <a:spcAft>
          <a:spcPct val="0"/>
        </a:spcAft>
        <a:defRPr sz="4400">
          <a:solidFill>
            <a:srgbClr val="000000"/>
          </a:solidFill>
          <a:latin typeface="Calibri Light"/>
          <a:ea typeface="SimSun" pitchFamily="2" charset="-122"/>
        </a:defRPr>
      </a:lvl2pPr>
      <a:lvl3pPr algn="ctr" rtl="0" eaLnBrk="0" fontAlgn="base" latinLnBrk="1" hangingPunct="0">
        <a:spcBef>
          <a:spcPct val="0"/>
        </a:spcBef>
        <a:spcAft>
          <a:spcPct val="0"/>
        </a:spcAft>
        <a:defRPr sz="4400">
          <a:solidFill>
            <a:srgbClr val="000000"/>
          </a:solidFill>
          <a:latin typeface="Calibri Light"/>
          <a:ea typeface="SimSun" pitchFamily="2" charset="-122"/>
        </a:defRPr>
      </a:lvl3pPr>
      <a:lvl4pPr algn="ctr" rtl="0" eaLnBrk="0" fontAlgn="base" latinLnBrk="1" hangingPunct="0">
        <a:spcBef>
          <a:spcPct val="0"/>
        </a:spcBef>
        <a:spcAft>
          <a:spcPct val="0"/>
        </a:spcAft>
        <a:defRPr sz="4400">
          <a:solidFill>
            <a:srgbClr val="000000"/>
          </a:solidFill>
          <a:latin typeface="Calibri Light"/>
          <a:ea typeface="SimSun" pitchFamily="2" charset="-122"/>
        </a:defRPr>
      </a:lvl4pPr>
      <a:lvl5pPr algn="ctr" rtl="0" eaLnBrk="0" fontAlgn="base" latinLnBrk="1" hangingPunct="0">
        <a:spcBef>
          <a:spcPct val="0"/>
        </a:spcBef>
        <a:spcAft>
          <a:spcPct val="0"/>
        </a:spcAft>
        <a:defRPr sz="4400">
          <a:solidFill>
            <a:srgbClr val="000000"/>
          </a:solidFill>
          <a:latin typeface="Calibri Light"/>
          <a:ea typeface="SimSun" pitchFamily="2" charset="-122"/>
        </a:defRPr>
      </a:lvl5pPr>
      <a:lvl6pPr marL="457200" algn="ctr" rtl="0" fontAlgn="base" latinLnBrk="1">
        <a:spcBef>
          <a:spcPct val="0"/>
        </a:spcBef>
        <a:spcAft>
          <a:spcPct val="0"/>
        </a:spcAft>
        <a:defRPr sz="4400">
          <a:solidFill>
            <a:srgbClr val="000000"/>
          </a:solidFill>
          <a:latin typeface="Calibri" pitchFamily="34" charset="0"/>
          <a:ea typeface="SimSun" charset="-122"/>
        </a:defRPr>
      </a:lvl6pPr>
      <a:lvl7pPr marL="914400" algn="ctr" rtl="0" fontAlgn="base" latinLnBrk="1">
        <a:spcBef>
          <a:spcPct val="0"/>
        </a:spcBef>
        <a:spcAft>
          <a:spcPct val="0"/>
        </a:spcAft>
        <a:defRPr sz="4400">
          <a:solidFill>
            <a:srgbClr val="000000"/>
          </a:solidFill>
          <a:latin typeface="Calibri" pitchFamily="34" charset="0"/>
          <a:ea typeface="SimSun" charset="-122"/>
        </a:defRPr>
      </a:lvl7pPr>
      <a:lvl8pPr marL="1371600" algn="ctr" rtl="0" fontAlgn="base" latinLnBrk="1">
        <a:spcBef>
          <a:spcPct val="0"/>
        </a:spcBef>
        <a:spcAft>
          <a:spcPct val="0"/>
        </a:spcAft>
        <a:defRPr sz="4400">
          <a:solidFill>
            <a:srgbClr val="000000"/>
          </a:solidFill>
          <a:latin typeface="Calibri" pitchFamily="34" charset="0"/>
          <a:ea typeface="SimSun" charset="-122"/>
        </a:defRPr>
      </a:lvl8pPr>
      <a:lvl9pPr marL="1828800" algn="ctr" rtl="0" fontAlgn="base" latinLnBrk="1">
        <a:spcBef>
          <a:spcPct val="0"/>
        </a:spcBef>
        <a:spcAft>
          <a:spcPct val="0"/>
        </a:spcAft>
        <a:defRPr sz="4400">
          <a:solidFill>
            <a:srgbClr val="000000"/>
          </a:solidFill>
          <a:latin typeface="Calibri" pitchFamily="34" charset="0"/>
          <a:ea typeface="SimSun" charset="-122"/>
        </a:defRPr>
      </a:lvl9pPr>
    </p:titleStyle>
    <p:bodyStyle>
      <a:lvl1pPr marL="342900" indent="-342900" algn="l" rtl="0" eaLnBrk="0" fontAlgn="base" latinLnBrk="1" hangingPunct="0">
        <a:spcBef>
          <a:spcPct val="20000"/>
        </a:spcBef>
        <a:spcAft>
          <a:spcPct val="0"/>
        </a:spcAft>
        <a:buFont typeface="Arial" panose="020B0704020202020204" pitchFamily="34" charset="0"/>
        <a:buChar char="•"/>
        <a:defRPr sz="3200">
          <a:solidFill>
            <a:srgbClr val="000000"/>
          </a:solidFill>
          <a:latin typeface="+mn-lt"/>
          <a:ea typeface="SimSun" pitchFamily="2" charset="-122"/>
          <a:cs typeface="+mn-cs"/>
        </a:defRPr>
      </a:lvl1pPr>
      <a:lvl2pPr marL="742950" indent="-285750" algn="l" rtl="0" eaLnBrk="0" fontAlgn="base" latinLnBrk="1" hangingPunct="0">
        <a:spcBef>
          <a:spcPct val="20000"/>
        </a:spcBef>
        <a:spcAft>
          <a:spcPct val="0"/>
        </a:spcAft>
        <a:buFont typeface="Arial" panose="020B0704020202020204" pitchFamily="34" charset="0"/>
        <a:buChar char="–"/>
        <a:defRPr sz="2800">
          <a:solidFill>
            <a:srgbClr val="000000"/>
          </a:solidFill>
          <a:latin typeface="+mn-lt"/>
          <a:ea typeface="SimSun" pitchFamily="2" charset="-122"/>
        </a:defRPr>
      </a:lvl2pPr>
      <a:lvl3pPr marL="1143000" indent="-228600" algn="l" rtl="0" eaLnBrk="0" fontAlgn="base" latinLnBrk="1" hangingPunct="0">
        <a:spcBef>
          <a:spcPct val="20000"/>
        </a:spcBef>
        <a:spcAft>
          <a:spcPct val="0"/>
        </a:spcAft>
        <a:buFont typeface="Arial" panose="020B0704020202020204" pitchFamily="34" charset="0"/>
        <a:buChar char="•"/>
        <a:defRPr sz="2400">
          <a:solidFill>
            <a:srgbClr val="000000"/>
          </a:solidFill>
          <a:latin typeface="+mn-lt"/>
          <a:ea typeface="SimSun" pitchFamily="2" charset="-122"/>
        </a:defRPr>
      </a:lvl3pPr>
      <a:lvl4pPr marL="16002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4pPr>
      <a:lvl5pPr marL="20574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5pPr>
      <a:lvl6pPr marL="25146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6pPr>
      <a:lvl7pPr marL="29718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7pPr>
      <a:lvl8pPr marL="34290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8pPr>
      <a:lvl9pPr marL="38862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pic>
        <p:nvPicPr>
          <p:cNvPr id="15362" name="Picture 1" descr="\\Server\D\jyoti\FI023_BITS_v1\styleguide img\IMG_5627_b.jpg"/>
          <p:cNvPicPr>
            <a:picLocks noChangeAspect="1" noChangeArrowheads="1"/>
          </p:cNvPicPr>
          <p:nvPr/>
        </p:nvPicPr>
        <p:blipFill>
          <a:blip r:embed="rId12"/>
          <a:srcRect/>
          <a:stretch>
            <a:fillRect/>
          </a:stretch>
        </p:blipFill>
        <p:spPr bwMode="auto">
          <a:xfrm>
            <a:off x="0" y="0"/>
            <a:ext cx="9144000" cy="6858000"/>
          </a:xfrm>
          <a:prstGeom prst="rect">
            <a:avLst/>
          </a:prstGeom>
          <a:noFill/>
          <a:ln w="9525">
            <a:noFill/>
            <a:miter lim="800000"/>
            <a:headEnd/>
            <a:tailEnd/>
          </a:ln>
        </p:spPr>
      </p:pic>
      <p:sp>
        <p:nvSpPr>
          <p:cNvPr id="1048593" name="Rectangle 17"/>
          <p:cNvSpPr/>
          <p:nvPr/>
        </p:nvSpPr>
        <p:spPr bwMode="auto">
          <a:xfrm>
            <a:off x="0" y="4281488"/>
            <a:ext cx="9144000" cy="2576512"/>
          </a:xfrm>
          <a:prstGeom prst="rect">
            <a:avLst/>
          </a:prstGeom>
          <a:solidFill>
            <a:srgbClr val="FFFFFF"/>
          </a:solidFill>
          <a:ln w="9525">
            <a:solidFill>
              <a:srgbClr val="4A7EBB"/>
            </a:solidFill>
            <a:miter lim="800000"/>
          </a:ln>
          <a:effectLst>
            <a:outerShdw dist="23000" dir="5400000" rotWithShape="0">
              <a:srgbClr val="000000">
                <a:alpha val="34999"/>
              </a:srgbClr>
            </a:outerShdw>
          </a:effectLst>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pic>
        <p:nvPicPr>
          <p:cNvPr id="15364" name="Picture 2" descr="Picture 7.png"/>
          <p:cNvPicPr>
            <a:picLocks noChangeAspect="1" noChangeArrowheads="1"/>
          </p:cNvPicPr>
          <p:nvPr/>
        </p:nvPicPr>
        <p:blipFill>
          <a:blip r:embed="rId13"/>
          <a:srcRect l="1923" b="5336"/>
          <a:stretch>
            <a:fillRect/>
          </a:stretch>
        </p:blipFill>
        <p:spPr bwMode="auto">
          <a:xfrm>
            <a:off x="6629400" y="0"/>
            <a:ext cx="2193925" cy="692150"/>
          </a:xfrm>
          <a:prstGeom prst="rect">
            <a:avLst/>
          </a:prstGeom>
          <a:noFill/>
          <a:ln w="9525">
            <a:noFill/>
            <a:miter lim="800000"/>
            <a:headEnd/>
            <a:tailEnd/>
          </a:ln>
        </p:spPr>
      </p:pic>
      <p:sp>
        <p:nvSpPr>
          <p:cNvPr id="1048594" name="Rectangle 18"/>
          <p:cNvSpPr>
            <a:spLocks noChangeArrowheads="1"/>
          </p:cNvSpPr>
          <p:nvPr/>
        </p:nvSpPr>
        <p:spPr bwMode="auto">
          <a:xfrm>
            <a:off x="2882900" y="6775450"/>
            <a:ext cx="2895600" cy="76200"/>
          </a:xfrm>
          <a:prstGeom prst="rect">
            <a:avLst/>
          </a:prstGeom>
          <a:solidFill>
            <a:srgbClr val="76C2E5"/>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8595" name="Rectangle 19"/>
          <p:cNvSpPr>
            <a:spLocks noChangeArrowheads="1"/>
          </p:cNvSpPr>
          <p:nvPr/>
        </p:nvSpPr>
        <p:spPr bwMode="auto">
          <a:xfrm>
            <a:off x="-12700" y="6775450"/>
            <a:ext cx="2895600" cy="76200"/>
          </a:xfrm>
          <a:prstGeom prst="rect">
            <a:avLst/>
          </a:prstGeom>
          <a:solidFill>
            <a:srgbClr val="FCB017"/>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sp>
        <p:nvSpPr>
          <p:cNvPr id="1048596" name="Rectangle 20"/>
          <p:cNvSpPr>
            <a:spLocks noChangeArrowheads="1"/>
          </p:cNvSpPr>
          <p:nvPr/>
        </p:nvSpPr>
        <p:spPr bwMode="auto">
          <a:xfrm>
            <a:off x="5778500" y="6775450"/>
            <a:ext cx="2895600" cy="76200"/>
          </a:xfrm>
          <a:prstGeom prst="rect">
            <a:avLst/>
          </a:prstGeom>
          <a:solidFill>
            <a:srgbClr val="FF0000"/>
          </a:solidFill>
          <a:ln w="9525">
            <a:noFill/>
            <a:miter lim="800000"/>
          </a:ln>
        </p:spPr>
        <p:txBody>
          <a:bodyPr anchor="ctr"/>
          <a:lstStyle/>
          <a:p>
            <a:pPr algn="ctr">
              <a:defRPr/>
            </a:pPr>
            <a:endParaRPr lang="en-US" altLang="en-US">
              <a:solidFill>
                <a:srgbClr val="FFFFFF"/>
              </a:solidFill>
              <a:latin typeface="Calibri" pitchFamily="34" charset="0"/>
              <a:ea typeface="+mn-ea"/>
              <a:cs typeface="Arial" panose="020B0704020202020204" pitchFamily="34" charset="0"/>
            </a:endParaRPr>
          </a:p>
        </p:txBody>
      </p:sp>
      <p:grpSp>
        <p:nvGrpSpPr>
          <p:cNvPr id="15368" name="Group -908"/>
          <p:cNvGrpSpPr/>
          <p:nvPr/>
        </p:nvGrpSpPr>
        <p:grpSpPr bwMode="auto">
          <a:xfrm>
            <a:off x="6858000" y="762000"/>
            <a:ext cx="2209800" cy="685800"/>
            <a:chOff x="76200" y="2209800"/>
            <a:chExt cx="2209800" cy="685800"/>
          </a:xfrm>
        </p:grpSpPr>
        <p:sp>
          <p:nvSpPr>
            <p:cNvPr id="1048597" name="Rectangle 21"/>
            <p:cNvSpPr>
              <a:spLocks noChangeArrowheads="1"/>
            </p:cNvSpPr>
            <p:nvPr/>
          </p:nvSpPr>
          <p:spPr bwMode="auto">
            <a:xfrm>
              <a:off x="76200" y="2209800"/>
              <a:ext cx="2209800" cy="523875"/>
            </a:xfrm>
            <a:prstGeom prst="rect">
              <a:avLst/>
            </a:prstGeom>
            <a:noFill/>
            <a:ln w="9525">
              <a:noFill/>
              <a:miter lim="800000"/>
            </a:ln>
          </p:spPr>
          <p:txBody>
            <a:bodyPr>
              <a:spAutoFit/>
            </a:bodyPr>
            <a:lstStyle/>
            <a:p>
              <a:pPr algn="ctr">
                <a:defRPr/>
              </a:pPr>
              <a:r>
                <a:rPr lang="en-US" altLang="en-US" sz="2900" b="1">
                  <a:solidFill>
                    <a:srgbClr val="FFFFFF"/>
                  </a:solidFill>
                  <a:latin typeface="Calibri" pitchFamily="34" charset="0"/>
                  <a:ea typeface="+mn-ea"/>
                  <a:cs typeface="Arial" panose="020B0704020202020204" pitchFamily="34" charset="0"/>
                </a:rPr>
                <a:t>BITS</a:t>
              </a:r>
              <a:r>
                <a:rPr lang="en-US" altLang="en-US" sz="2900">
                  <a:solidFill>
                    <a:srgbClr val="FFFFFF"/>
                  </a:solidFill>
                  <a:latin typeface="Calibri" pitchFamily="34" charset="0"/>
                  <a:ea typeface="+mn-ea"/>
                  <a:cs typeface="Arial" panose="020B0704020202020204" pitchFamily="34" charset="0"/>
                </a:rPr>
                <a:t> Pilani</a:t>
              </a:r>
              <a:endParaRPr lang="en-US" altLang="en-US">
                <a:ea typeface="+mn-ea"/>
                <a:cs typeface="Arial" panose="020B0704020202020204" pitchFamily="34" charset="0"/>
              </a:endParaRPr>
            </a:p>
          </p:txBody>
        </p:sp>
        <p:sp>
          <p:nvSpPr>
            <p:cNvPr id="1048598" name="Rectangle 22"/>
            <p:cNvSpPr>
              <a:spLocks noChangeArrowheads="1"/>
            </p:cNvSpPr>
            <p:nvPr/>
          </p:nvSpPr>
          <p:spPr bwMode="auto">
            <a:xfrm>
              <a:off x="228600" y="2665413"/>
              <a:ext cx="1905000" cy="230187"/>
            </a:xfrm>
            <a:prstGeom prst="rect">
              <a:avLst/>
            </a:prstGeom>
            <a:noFill/>
            <a:ln w="9525">
              <a:noFill/>
              <a:miter lim="800000"/>
            </a:ln>
          </p:spPr>
          <p:txBody>
            <a:bodyPr>
              <a:spAutoFit/>
            </a:bodyPr>
            <a:lstStyle/>
            <a:p>
              <a:pPr algn="ctr">
                <a:defRPr/>
              </a:pPr>
              <a:r>
                <a:rPr lang="en-US" altLang="en-US" sz="900">
                  <a:solidFill>
                    <a:srgbClr val="FFFFFF"/>
                  </a:solidFill>
                  <a:latin typeface="Calibri" pitchFamily="34" charset="0"/>
                  <a:ea typeface="+mn-ea"/>
                  <a:cs typeface="Arial" panose="020B0704020202020204" pitchFamily="34" charset="0"/>
                </a:rPr>
                <a:t>Pilani | Dubai | Goa | Hyderabad</a:t>
              </a:r>
              <a:endParaRPr lang="en-US" altLang="en-US">
                <a:ea typeface="+mn-ea"/>
                <a:cs typeface="Arial" panose="020B0704020202020204" pitchFamily="34" charset="0"/>
              </a:endParaRPr>
            </a:p>
          </p:txBody>
        </p:sp>
      </p:grpSp>
      <p:sp>
        <p:nvSpPr>
          <p:cNvPr id="15369" name="Rectangle 485"/>
          <p:cNvSpPr>
            <a:spLocks noGrp="1" noChangeArrowheads="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5370" name="Rectangle 487"/>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1050089" name="Rectangle 489"/>
          <p:cNvSpPr>
            <a:spLocks noGrp="1" noChangeArrowheads="1"/>
          </p:cNvSpPr>
          <p:nvPr>
            <p:ph type="dt" sz="half" idx="2"/>
          </p:nvPr>
        </p:nvSpPr>
        <p:spPr bwMode="auto">
          <a:xfrm>
            <a:off x="457200" y="6356350"/>
            <a:ext cx="2133600" cy="365125"/>
          </a:xfrm>
          <a:prstGeom prst="rect">
            <a:avLst/>
          </a:prstGeom>
          <a:noFill/>
          <a:ln w="9525">
            <a:noFill/>
            <a:miter lim="800000"/>
          </a:ln>
        </p:spPr>
        <p:txBody>
          <a:bodyPr vert="horz" wrap="square" lIns="91440" tIns="45720" rIns="91440" bIns="45720" numCol="1" anchor="ctr" anchorCtr="0" compatLnSpc="1"/>
          <a:lstStyle>
            <a:lvl1pPr>
              <a:defRPr sz="1200">
                <a:solidFill>
                  <a:srgbClr val="898989"/>
                </a:solidFill>
                <a:latin typeface="+mn-lt"/>
                <a:ea typeface="+mn-ea"/>
                <a:cs typeface="Arial" panose="020B0704020202020204" pitchFamily="34" charset="0"/>
                <a:sym typeface="Arial" panose="020B0704020202020204" pitchFamily="34" charset="0"/>
              </a:defRPr>
            </a:lvl1pPr>
          </a:lstStyle>
          <a:p>
            <a:pPr>
              <a:defRPr/>
            </a:pPr>
            <a:fld id="{2383EDF9-620A-4199-9162-F19030A045A9}" type="datetimeFigureOut">
              <a:rPr lang="en-US" altLang="en-US"/>
            </a:fld>
            <a:endParaRPr lang="en-US" altLang="en-US" b="1" i="1"/>
          </a:p>
        </p:txBody>
      </p:sp>
      <p:sp>
        <p:nvSpPr>
          <p:cNvPr id="1050091" name="Rectangle 491"/>
          <p:cNvSpPr>
            <a:spLocks noGrp="1" noChangeArrowheads="1"/>
          </p:cNvSpPr>
          <p:nvPr>
            <p:ph type="ftr" sz="quarter" idx="3"/>
          </p:nvPr>
        </p:nvSpPr>
        <p:spPr bwMode="auto">
          <a:xfrm>
            <a:off x="3124200" y="6356350"/>
            <a:ext cx="2895600" cy="365125"/>
          </a:xfrm>
          <a:prstGeom prst="rect">
            <a:avLst/>
          </a:prstGeom>
          <a:noFill/>
          <a:ln w="9525">
            <a:noFill/>
            <a:miter lim="800000"/>
          </a:ln>
        </p:spPr>
        <p:txBody>
          <a:bodyPr vert="horz" wrap="square" lIns="91440" tIns="45720" rIns="91440" bIns="45720" numCol="1" anchor="ctr" anchorCtr="0" compatLnSpc="1"/>
          <a:lstStyle>
            <a:lvl1pPr algn="ct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endParaRPr lang="en-US" altLang="en-US"/>
          </a:p>
        </p:txBody>
      </p:sp>
      <p:sp>
        <p:nvSpPr>
          <p:cNvPr id="1050093" name="Rectangle 493"/>
          <p:cNvSpPr>
            <a:spLocks noGrp="1" noChangeArrowheads="1"/>
          </p:cNvSpPr>
          <p:nvPr>
            <p:ph type="sldNum" sz="quarter" idx="4"/>
          </p:nvPr>
        </p:nvSpPr>
        <p:spPr bwMode="auto">
          <a:xfrm>
            <a:off x="6553200" y="6356350"/>
            <a:ext cx="2133600" cy="365125"/>
          </a:xfrm>
          <a:prstGeom prst="rect">
            <a:avLst/>
          </a:prstGeom>
          <a:noFill/>
          <a:ln w="9525">
            <a:noFill/>
            <a:miter lim="800000"/>
          </a:ln>
        </p:spPr>
        <p:txBody>
          <a:bodyPr vert="horz" wrap="square" lIns="91440" tIns="45720" rIns="91440" bIns="45720" numCol="1" anchor="ctr" anchorCtr="0" compatLnSpc="1"/>
          <a:lstStyle>
            <a:lvl1pPr algn="r">
              <a:defRPr sz="1200" b="1" i="1">
                <a:solidFill>
                  <a:srgbClr val="898989"/>
                </a:solidFill>
                <a:latin typeface="+mn-lt"/>
                <a:ea typeface="+mn-ea"/>
                <a:cs typeface="Arial" panose="020B0704020202020204" pitchFamily="34" charset="0"/>
                <a:sym typeface="Arial" panose="020B0704020202020204" pitchFamily="34" charset="0"/>
              </a:defRPr>
            </a:lvl1pPr>
          </a:lstStyle>
          <a:p>
            <a:pPr>
              <a:defRPr/>
            </a:pPr>
            <a:fld id="{90CAADFE-F892-46D2-BD61-D361BF39B729}" type="slidenum">
              <a:rPr lang="en-US" altLang="en-US"/>
            </a:fld>
            <a:endParaRPr lang="en-US"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ctr" rtl="0" eaLnBrk="0" fontAlgn="base" latinLnBrk="1" hangingPunct="0">
        <a:spcBef>
          <a:spcPct val="0"/>
        </a:spcBef>
        <a:spcAft>
          <a:spcPct val="0"/>
        </a:spcAft>
        <a:defRPr sz="4400">
          <a:solidFill>
            <a:srgbClr val="000000"/>
          </a:solidFill>
          <a:latin typeface="+mj-lt"/>
          <a:ea typeface="SimSun" pitchFamily="2" charset="-122"/>
          <a:cs typeface="+mj-cs"/>
        </a:defRPr>
      </a:lvl1pPr>
      <a:lvl2pPr algn="ctr" rtl="0" eaLnBrk="0" fontAlgn="base" latinLnBrk="1" hangingPunct="0">
        <a:spcBef>
          <a:spcPct val="0"/>
        </a:spcBef>
        <a:spcAft>
          <a:spcPct val="0"/>
        </a:spcAft>
        <a:defRPr sz="4400">
          <a:solidFill>
            <a:srgbClr val="000000"/>
          </a:solidFill>
          <a:latin typeface="Calibri Light"/>
          <a:ea typeface="SimSun" pitchFamily="2" charset="-122"/>
        </a:defRPr>
      </a:lvl2pPr>
      <a:lvl3pPr algn="ctr" rtl="0" eaLnBrk="0" fontAlgn="base" latinLnBrk="1" hangingPunct="0">
        <a:spcBef>
          <a:spcPct val="0"/>
        </a:spcBef>
        <a:spcAft>
          <a:spcPct val="0"/>
        </a:spcAft>
        <a:defRPr sz="4400">
          <a:solidFill>
            <a:srgbClr val="000000"/>
          </a:solidFill>
          <a:latin typeface="Calibri Light"/>
          <a:ea typeface="SimSun" pitchFamily="2" charset="-122"/>
        </a:defRPr>
      </a:lvl3pPr>
      <a:lvl4pPr algn="ctr" rtl="0" eaLnBrk="0" fontAlgn="base" latinLnBrk="1" hangingPunct="0">
        <a:spcBef>
          <a:spcPct val="0"/>
        </a:spcBef>
        <a:spcAft>
          <a:spcPct val="0"/>
        </a:spcAft>
        <a:defRPr sz="4400">
          <a:solidFill>
            <a:srgbClr val="000000"/>
          </a:solidFill>
          <a:latin typeface="Calibri Light"/>
          <a:ea typeface="SimSun" pitchFamily="2" charset="-122"/>
        </a:defRPr>
      </a:lvl4pPr>
      <a:lvl5pPr algn="ctr" rtl="0" eaLnBrk="0" fontAlgn="base" latinLnBrk="1" hangingPunct="0">
        <a:spcBef>
          <a:spcPct val="0"/>
        </a:spcBef>
        <a:spcAft>
          <a:spcPct val="0"/>
        </a:spcAft>
        <a:defRPr sz="4400">
          <a:solidFill>
            <a:srgbClr val="000000"/>
          </a:solidFill>
          <a:latin typeface="Calibri Light"/>
          <a:ea typeface="SimSun" pitchFamily="2" charset="-122"/>
        </a:defRPr>
      </a:lvl5pPr>
      <a:lvl6pPr marL="457200" algn="ctr" rtl="0" fontAlgn="base" latinLnBrk="1">
        <a:spcBef>
          <a:spcPct val="0"/>
        </a:spcBef>
        <a:spcAft>
          <a:spcPct val="0"/>
        </a:spcAft>
        <a:defRPr sz="4400">
          <a:solidFill>
            <a:srgbClr val="000000"/>
          </a:solidFill>
          <a:latin typeface="Calibri" pitchFamily="34" charset="0"/>
          <a:ea typeface="SimSun" charset="-122"/>
        </a:defRPr>
      </a:lvl6pPr>
      <a:lvl7pPr marL="914400" algn="ctr" rtl="0" fontAlgn="base" latinLnBrk="1">
        <a:spcBef>
          <a:spcPct val="0"/>
        </a:spcBef>
        <a:spcAft>
          <a:spcPct val="0"/>
        </a:spcAft>
        <a:defRPr sz="4400">
          <a:solidFill>
            <a:srgbClr val="000000"/>
          </a:solidFill>
          <a:latin typeface="Calibri" pitchFamily="34" charset="0"/>
          <a:ea typeface="SimSun" charset="-122"/>
        </a:defRPr>
      </a:lvl7pPr>
      <a:lvl8pPr marL="1371600" algn="ctr" rtl="0" fontAlgn="base" latinLnBrk="1">
        <a:spcBef>
          <a:spcPct val="0"/>
        </a:spcBef>
        <a:spcAft>
          <a:spcPct val="0"/>
        </a:spcAft>
        <a:defRPr sz="4400">
          <a:solidFill>
            <a:srgbClr val="000000"/>
          </a:solidFill>
          <a:latin typeface="Calibri" pitchFamily="34" charset="0"/>
          <a:ea typeface="SimSun" charset="-122"/>
        </a:defRPr>
      </a:lvl8pPr>
      <a:lvl9pPr marL="1828800" algn="ctr" rtl="0" fontAlgn="base" latinLnBrk="1">
        <a:spcBef>
          <a:spcPct val="0"/>
        </a:spcBef>
        <a:spcAft>
          <a:spcPct val="0"/>
        </a:spcAft>
        <a:defRPr sz="4400">
          <a:solidFill>
            <a:srgbClr val="000000"/>
          </a:solidFill>
          <a:latin typeface="Calibri" pitchFamily="34" charset="0"/>
          <a:ea typeface="SimSun" charset="-122"/>
        </a:defRPr>
      </a:lvl9pPr>
    </p:titleStyle>
    <p:bodyStyle>
      <a:lvl1pPr marL="342900" indent="-342900" algn="l" rtl="0" eaLnBrk="0" fontAlgn="base" latinLnBrk="1" hangingPunct="0">
        <a:spcBef>
          <a:spcPct val="20000"/>
        </a:spcBef>
        <a:spcAft>
          <a:spcPct val="0"/>
        </a:spcAft>
        <a:buFont typeface="Arial" panose="020B0704020202020204" pitchFamily="34" charset="0"/>
        <a:buChar char="•"/>
        <a:defRPr sz="3200">
          <a:solidFill>
            <a:srgbClr val="000000"/>
          </a:solidFill>
          <a:latin typeface="+mn-lt"/>
          <a:ea typeface="SimSun" pitchFamily="2" charset="-122"/>
          <a:cs typeface="+mn-cs"/>
        </a:defRPr>
      </a:lvl1pPr>
      <a:lvl2pPr marL="742950" indent="-285750" algn="l" rtl="0" eaLnBrk="0" fontAlgn="base" latinLnBrk="1" hangingPunct="0">
        <a:spcBef>
          <a:spcPct val="20000"/>
        </a:spcBef>
        <a:spcAft>
          <a:spcPct val="0"/>
        </a:spcAft>
        <a:buFont typeface="Arial" panose="020B0704020202020204" pitchFamily="34" charset="0"/>
        <a:buChar char="–"/>
        <a:defRPr sz="2800">
          <a:solidFill>
            <a:srgbClr val="000000"/>
          </a:solidFill>
          <a:latin typeface="+mn-lt"/>
          <a:ea typeface="SimSun" pitchFamily="2" charset="-122"/>
        </a:defRPr>
      </a:lvl2pPr>
      <a:lvl3pPr marL="1143000" indent="-228600" algn="l" rtl="0" eaLnBrk="0" fontAlgn="base" latinLnBrk="1" hangingPunct="0">
        <a:spcBef>
          <a:spcPct val="20000"/>
        </a:spcBef>
        <a:spcAft>
          <a:spcPct val="0"/>
        </a:spcAft>
        <a:buFont typeface="Arial" panose="020B0704020202020204" pitchFamily="34" charset="0"/>
        <a:buChar char="•"/>
        <a:defRPr sz="2400">
          <a:solidFill>
            <a:srgbClr val="000000"/>
          </a:solidFill>
          <a:latin typeface="+mn-lt"/>
          <a:ea typeface="SimSun" pitchFamily="2" charset="-122"/>
        </a:defRPr>
      </a:lvl3pPr>
      <a:lvl4pPr marL="16002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4pPr>
      <a:lvl5pPr marL="2057400" indent="-228600" algn="l" rtl="0" eaLnBrk="0" fontAlgn="base" latinLnBrk="1" hangingPunct="0">
        <a:spcBef>
          <a:spcPct val="20000"/>
        </a:spcBef>
        <a:spcAft>
          <a:spcPct val="0"/>
        </a:spcAft>
        <a:buFont typeface="Arial" panose="020B0704020202020204" pitchFamily="34" charset="0"/>
        <a:buChar char="»"/>
        <a:defRPr sz="2000">
          <a:solidFill>
            <a:srgbClr val="000000"/>
          </a:solidFill>
          <a:latin typeface="+mn-lt"/>
          <a:ea typeface="SimSun" pitchFamily="2" charset="-122"/>
        </a:defRPr>
      </a:lvl5pPr>
      <a:lvl6pPr marL="25146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6pPr>
      <a:lvl7pPr marL="29718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7pPr>
      <a:lvl8pPr marL="34290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8pPr>
      <a:lvl9pPr marL="3886200" indent="-228600" algn="l" rtl="0" fontAlgn="base" latinLnBrk="1">
        <a:spcBef>
          <a:spcPct val="20000"/>
        </a:spcBef>
        <a:spcAft>
          <a:spcPct val="0"/>
        </a:spcAft>
        <a:buFont typeface="Arial" panose="020B0704020202020204" pitchFamily="34" charset="0"/>
        <a:buChar char="»"/>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customXml" Target="../ink/ink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customXml" Target="../ink/ink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customXml" Target="../ink/ink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819"/>
          <p:cNvSpPr>
            <a:spLocks noGrp="1" noChangeArrowheads="1"/>
          </p:cNvSpPr>
          <p:nvPr>
            <p:ph type="title" idx="4294967295"/>
          </p:nvPr>
        </p:nvSpPr>
        <p:spPr>
          <a:xfrm>
            <a:off x="2267744" y="4509120"/>
            <a:ext cx="6248400" cy="1300336"/>
          </a:xfrm>
        </p:spPr>
        <p:txBody>
          <a:bodyPr/>
          <a:lstStyle/>
          <a:p>
            <a:pPr eaLnBrk="1" latinLnBrk="0" hangingPunct="1">
              <a:lnSpc>
                <a:spcPts val="4000"/>
              </a:lnSpc>
            </a:pPr>
            <a:r>
              <a:rPr lang="en-IN" altLang="en-US" b="1" dirty="0">
                <a:solidFill>
                  <a:schemeClr val="bg1"/>
                </a:solidFill>
                <a:latin typeface="Calibri" pitchFamily="34" charset="0"/>
                <a:sym typeface="Arial" panose="020B0704020202020204" pitchFamily="34" charset="0"/>
              </a:rPr>
              <a:t>Compiler Design</a:t>
            </a:r>
            <a:br>
              <a:rPr lang="en-IN" altLang="en-US" b="1" dirty="0">
                <a:solidFill>
                  <a:schemeClr val="bg1"/>
                </a:solidFill>
                <a:latin typeface="Calibri" pitchFamily="34" charset="0"/>
                <a:sym typeface="Arial" panose="020B0704020202020204" pitchFamily="34" charset="0"/>
              </a:rPr>
            </a:br>
            <a:r>
              <a:rPr lang="en-IN" altLang="en-US" sz="2000" b="1" dirty="0">
                <a:solidFill>
                  <a:schemeClr val="bg1"/>
                </a:solidFill>
                <a:latin typeface="Calibri" pitchFamily="34" charset="0"/>
                <a:sym typeface="Arial" panose="020B0704020202020204" pitchFamily="34" charset="0"/>
              </a:rPr>
              <a:t>Naveen Kumar Laskari</a:t>
            </a:r>
            <a:br>
              <a:rPr lang="en-IN" altLang="en-US" sz="2000" b="1" dirty="0">
                <a:solidFill>
                  <a:schemeClr val="bg1"/>
                </a:solidFill>
                <a:latin typeface="Calibri" pitchFamily="34" charset="0"/>
                <a:sym typeface="Arial" panose="020B0704020202020204" pitchFamily="34" charset="0"/>
              </a:rPr>
            </a:br>
            <a:r>
              <a:rPr lang="en-IN" altLang="en-US" sz="2000" b="1" dirty="0">
                <a:solidFill>
                  <a:schemeClr val="bg1"/>
                </a:solidFill>
                <a:latin typeface="Calibri" pitchFamily="34" charset="0"/>
                <a:sym typeface="Arial" panose="020B0704020202020204" pitchFamily="34" charset="0"/>
              </a:rPr>
              <a:t>Laskari@wilp.bits-Pilani.ac.in</a:t>
            </a:r>
            <a:br>
              <a:rPr lang="en-IN" altLang="en-US" sz="2000" b="1" dirty="0">
                <a:solidFill>
                  <a:schemeClr val="bg1"/>
                </a:solidFill>
                <a:latin typeface="Calibri" pitchFamily="34" charset="0"/>
                <a:sym typeface="Arial" panose="020B0704020202020204" pitchFamily="34" charset="0"/>
              </a:rPr>
            </a:br>
            <a:endParaRPr lang="en-US" altLang="en-US"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821"/>
          <p:cNvSpPr>
            <a:spLocks noGrp="1" noChangeArrowheads="1"/>
          </p:cNvSpPr>
          <p:nvPr>
            <p:ph sz="quarter" idx="4294967295"/>
          </p:nvPr>
        </p:nvSpPr>
        <p:spPr>
          <a:xfrm>
            <a:off x="357158" y="4643446"/>
            <a:ext cx="8458200" cy="1428760"/>
          </a:xfrm>
        </p:spPr>
        <p:txBody>
          <a:bodyPr/>
          <a:lstStyle/>
          <a:p>
            <a:pPr marL="0" indent="0" algn="ctr" eaLnBrk="1" hangingPunct="1">
              <a:lnSpc>
                <a:spcPts val="4200"/>
              </a:lnSpc>
              <a:spcBef>
                <a:spcPct val="0"/>
              </a:spcBef>
              <a:buFont typeface="Arial" panose="020B0704020202020204" pitchFamily="34" charset="0"/>
              <a:buNone/>
            </a:pPr>
            <a:r>
              <a:rPr lang="en-US" altLang="en-US" sz="2800" b="1" dirty="0">
                <a:latin typeface="Arial" panose="020B0704020202020204" pitchFamily="34" charset="0"/>
                <a:cs typeface="Arial" panose="020B0704020202020204" pitchFamily="34" charset="0"/>
              </a:rPr>
              <a:t>Contact Session-1</a:t>
            </a:r>
            <a:endParaRPr lang="en-US" altLang="en-US" sz="2800" b="1" dirty="0">
              <a:latin typeface="Arial" panose="020B0704020202020204" pitchFamily="34" charset="0"/>
              <a:cs typeface="Arial" panose="020B0704020202020204" pitchFamily="34" charset="0"/>
            </a:endParaRPr>
          </a:p>
          <a:p>
            <a:pPr marL="0" indent="0" algn="ctr" eaLnBrk="1" hangingPunct="1">
              <a:lnSpc>
                <a:spcPts val="4200"/>
              </a:lnSpc>
              <a:spcBef>
                <a:spcPct val="0"/>
              </a:spcBef>
              <a:buNone/>
            </a:pPr>
            <a:r>
              <a:rPr lang="en-US" sz="3600" b="1" dirty="0">
                <a:solidFill>
                  <a:srgbClr val="FF0000"/>
                </a:solidFill>
                <a:effectLst/>
                <a:latin typeface="Times New Roman" panose="02020603050405020304" pitchFamily="18" charset="0"/>
                <a:ea typeface="Times New Roman" panose="02020603050405020304" pitchFamily="18" charset="0"/>
              </a:rPr>
              <a:t>Programming and Compilers</a:t>
            </a:r>
            <a:endParaRPr lang="en-US" altLang="en-US" sz="5400" b="1" dirty="0">
              <a:solidFill>
                <a:srgbClr val="FF0000"/>
              </a:solidFill>
              <a:latin typeface="Arial" panose="020B0704020202020204" pitchFamily="34" charset="0"/>
              <a:cs typeface="Arial" panose="020B07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62AC80F6-637E-458C-9896-AFD4695573C8}" type="slidenum">
              <a:rPr lang="en-US" altLang="en-US">
                <a:solidFill>
                  <a:srgbClr val="FF99FF"/>
                </a:solidFill>
              </a:rPr>
            </a:fld>
            <a:endParaRPr lang="en-US" altLang="en-US">
              <a:solidFill>
                <a:srgbClr val="FF99FF"/>
              </a:solidFill>
            </a:endParaRPr>
          </a:p>
        </p:txBody>
      </p:sp>
      <p:sp>
        <p:nvSpPr>
          <p:cNvPr id="4099" name="Rectangle 2"/>
          <p:cNvSpPr>
            <a:spLocks noGrp="1" noChangeArrowheads="1"/>
          </p:cNvSpPr>
          <p:nvPr>
            <p:ph type="title"/>
          </p:nvPr>
        </p:nvSpPr>
        <p:spPr/>
        <p:txBody>
          <a:bodyPr/>
          <a:lstStyle/>
          <a:p>
            <a:pPr eaLnBrk="1" hangingPunct="1"/>
            <a:r>
              <a:rPr lang="en-US" altLang="en-US" b="1" dirty="0">
                <a:solidFill>
                  <a:srgbClr val="FF0000"/>
                </a:solidFill>
              </a:rPr>
              <a:t>Course Coverage</a:t>
            </a:r>
            <a:endParaRPr lang="en-US" altLang="en-US" b="1" dirty="0">
              <a:solidFill>
                <a:srgbClr val="FF0000"/>
              </a:solidFill>
            </a:endParaRPr>
          </a:p>
        </p:txBody>
      </p:sp>
      <p:sp>
        <p:nvSpPr>
          <p:cNvPr id="3" name="Content Placeholder 2"/>
          <p:cNvSpPr>
            <a:spLocks noGrp="1"/>
          </p:cNvSpPr>
          <p:nvPr>
            <p:ph idx="1"/>
          </p:nvPr>
        </p:nvSpPr>
        <p:spPr>
          <a:xfrm>
            <a:off x="323528" y="1624012"/>
            <a:ext cx="8229600" cy="4525963"/>
          </a:xfrm>
        </p:spPr>
        <p:txBody>
          <a:bodyPr/>
          <a:lstStyle/>
          <a:p>
            <a:pPr>
              <a:buNone/>
            </a:pPr>
            <a:r>
              <a:rPr lang="en-US" altLang="en-US" b="1" dirty="0">
                <a:solidFill>
                  <a:srgbClr val="FF0000"/>
                </a:solidFill>
              </a:rPr>
              <a:t>Consists of SEVEN broad Topics</a:t>
            </a:r>
            <a:endParaRPr lang="en-US" altLang="en-US" b="1" dirty="0">
              <a:solidFill>
                <a:srgbClr val="FF0000"/>
              </a:solidFill>
            </a:endParaRPr>
          </a:p>
          <a:p>
            <a:pPr marL="914400" lvl="1" indent="-457200" eaLnBrk="1" hangingPunct="1">
              <a:lnSpc>
                <a:spcPct val="130000"/>
              </a:lnSpc>
              <a:buFont typeface="+mj-lt"/>
              <a:buAutoNum type="arabicPeriod"/>
            </a:pPr>
            <a:r>
              <a:rPr lang="en-US" altLang="en-US" sz="2400" b="1" dirty="0">
                <a:solidFill>
                  <a:srgbClr val="1F15A7"/>
                </a:solidFill>
                <a:hlinkClick r:id="" action="ppaction://noaction"/>
              </a:rPr>
              <a:t>Introduction to Languages &amp; Compiling</a:t>
            </a:r>
            <a:endParaRPr lang="en-US" altLang="en-US" sz="2400" b="1" dirty="0">
              <a:solidFill>
                <a:srgbClr val="1F15A7"/>
              </a:solidFill>
            </a:endParaRPr>
          </a:p>
          <a:p>
            <a:pPr marL="914400" lvl="1" indent="-457200" eaLnBrk="1" hangingPunct="1">
              <a:lnSpc>
                <a:spcPct val="130000"/>
              </a:lnSpc>
              <a:buFont typeface="+mj-lt"/>
              <a:buAutoNum type="arabicPeriod"/>
            </a:pPr>
            <a:r>
              <a:rPr lang="en-US" altLang="en-US" sz="2400" b="1" dirty="0">
                <a:solidFill>
                  <a:srgbClr val="1F15A7"/>
                </a:solidFill>
                <a:hlinkClick r:id="" action="ppaction://noaction"/>
              </a:rPr>
              <a:t>Lexical Analysis </a:t>
            </a:r>
            <a:endParaRPr lang="en-US" altLang="en-US" sz="2400" b="1" dirty="0">
              <a:solidFill>
                <a:srgbClr val="1F15A7"/>
              </a:solidFill>
            </a:endParaRPr>
          </a:p>
          <a:p>
            <a:pPr marL="914400" lvl="1" indent="-457200" eaLnBrk="1" hangingPunct="1">
              <a:lnSpc>
                <a:spcPct val="130000"/>
              </a:lnSpc>
              <a:buFont typeface="+mj-lt"/>
              <a:buAutoNum type="arabicPeriod"/>
            </a:pPr>
            <a:r>
              <a:rPr lang="en-US" altLang="en-US" sz="2400" b="1" dirty="0">
                <a:solidFill>
                  <a:srgbClr val="1F15A7"/>
                </a:solidFill>
                <a:hlinkClick r:id="" action="ppaction://noaction"/>
              </a:rPr>
              <a:t>Syntax Analysis</a:t>
            </a:r>
            <a:endParaRPr lang="en-US" altLang="en-US" sz="2400" b="1" dirty="0">
              <a:solidFill>
                <a:srgbClr val="1F15A7"/>
              </a:solidFill>
            </a:endParaRPr>
          </a:p>
          <a:p>
            <a:pPr marL="914400" lvl="1" indent="-457200" eaLnBrk="1" hangingPunct="1">
              <a:lnSpc>
                <a:spcPct val="130000"/>
              </a:lnSpc>
              <a:buFont typeface="+mj-lt"/>
              <a:buAutoNum type="arabicPeriod"/>
            </a:pPr>
            <a:r>
              <a:rPr lang="en-US" altLang="en-US" sz="2400" b="1" dirty="0">
                <a:solidFill>
                  <a:srgbClr val="1F15A7"/>
                </a:solidFill>
                <a:hlinkClick r:id="" action="ppaction://noaction"/>
              </a:rPr>
              <a:t>Syntax Directed Translation</a:t>
            </a:r>
            <a:endParaRPr lang="en-US" altLang="en-US" sz="2400" b="1" dirty="0">
              <a:solidFill>
                <a:srgbClr val="1F15A7"/>
              </a:solidFill>
            </a:endParaRPr>
          </a:p>
          <a:p>
            <a:pPr marL="914400" lvl="1" indent="-457200" eaLnBrk="1" hangingPunct="1">
              <a:lnSpc>
                <a:spcPct val="130000"/>
              </a:lnSpc>
              <a:buFont typeface="+mj-lt"/>
              <a:buAutoNum type="arabicPeriod"/>
            </a:pPr>
            <a:r>
              <a:rPr lang="en-US" altLang="en-US" sz="2400" b="1" dirty="0">
                <a:solidFill>
                  <a:srgbClr val="1F15A7"/>
                </a:solidFill>
                <a:hlinkClick r:id="" action="ppaction://noaction"/>
              </a:rPr>
              <a:t>Run Time Environment</a:t>
            </a:r>
            <a:endParaRPr lang="en-US" altLang="en-US" sz="2400" b="1" dirty="0">
              <a:solidFill>
                <a:srgbClr val="1F15A7"/>
              </a:solidFill>
            </a:endParaRPr>
          </a:p>
          <a:p>
            <a:pPr marL="914400" lvl="1" indent="-457200" eaLnBrk="1" hangingPunct="1">
              <a:lnSpc>
                <a:spcPct val="130000"/>
              </a:lnSpc>
              <a:buFont typeface="+mj-lt"/>
              <a:buAutoNum type="arabicPeriod"/>
            </a:pPr>
            <a:r>
              <a:rPr lang="en-US" altLang="en-US" sz="2400" b="1" dirty="0">
                <a:solidFill>
                  <a:srgbClr val="1F15A7"/>
                </a:solidFill>
                <a:hlinkClick r:id="" action="ppaction://noaction"/>
              </a:rPr>
              <a:t>Intermediate Code Generation</a:t>
            </a:r>
            <a:endParaRPr lang="en-US" altLang="en-US" sz="2400" b="1" dirty="0">
              <a:solidFill>
                <a:srgbClr val="1F15A7"/>
              </a:solidFill>
            </a:endParaRPr>
          </a:p>
          <a:p>
            <a:pPr marL="914400" lvl="1" indent="-457200" eaLnBrk="1" hangingPunct="1">
              <a:lnSpc>
                <a:spcPct val="130000"/>
              </a:lnSpc>
              <a:buFont typeface="+mj-lt"/>
              <a:buAutoNum type="arabicPeriod"/>
            </a:pPr>
            <a:r>
              <a:rPr lang="en-US" altLang="en-US" sz="2400" b="1" dirty="0">
                <a:solidFill>
                  <a:srgbClr val="1F15A7"/>
                </a:solidFill>
                <a:hlinkClick r:id="" action="ppaction://noaction"/>
              </a:rPr>
              <a:t>Machine Code Generation &amp; Optimization</a:t>
            </a:r>
            <a:endParaRPr lang="en-US" altLang="en-US" sz="2400" b="1" dirty="0">
              <a:solidFill>
                <a:srgbClr val="1F15A7"/>
              </a:solidFill>
            </a:endParaRPr>
          </a:p>
          <a:p>
            <a:endParaRPr lang="en-IN" dirty="0">
              <a:solidFill>
                <a:srgbClr val="20228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88D1A792-2F9D-4DF4-82A1-CC306119DDD9}" type="slidenum">
              <a:rPr lang="en-US" altLang="en-US">
                <a:solidFill>
                  <a:srgbClr val="FF99FF"/>
                </a:solidFill>
              </a:rPr>
            </a:fld>
            <a:endParaRPr lang="en-US" altLang="en-US">
              <a:solidFill>
                <a:srgbClr val="FF99FF"/>
              </a:solidFill>
            </a:endParaRPr>
          </a:p>
        </p:txBody>
      </p:sp>
      <p:sp>
        <p:nvSpPr>
          <p:cNvPr id="3075" name="Rectangle 2"/>
          <p:cNvSpPr>
            <a:spLocks noGrp="1" noChangeArrowheads="1"/>
          </p:cNvSpPr>
          <p:nvPr>
            <p:ph type="title"/>
          </p:nvPr>
        </p:nvSpPr>
        <p:spPr/>
        <p:txBody>
          <a:bodyPr/>
          <a:lstStyle/>
          <a:p>
            <a:pPr eaLnBrk="1" hangingPunct="1"/>
            <a:r>
              <a:rPr lang="en-US" altLang="en-US" b="1" dirty="0">
                <a:solidFill>
                  <a:srgbClr val="FF0000"/>
                </a:solidFill>
              </a:rPr>
              <a:t>REFERENCE  TEXTS</a:t>
            </a:r>
            <a:endParaRPr lang="en-US" altLang="en-US" b="1" dirty="0">
              <a:solidFill>
                <a:srgbClr val="FF0000"/>
              </a:solidFill>
            </a:endParaRPr>
          </a:p>
        </p:txBody>
      </p:sp>
      <p:sp>
        <p:nvSpPr>
          <p:cNvPr id="3076" name="Rectangle 3"/>
          <p:cNvSpPr>
            <a:spLocks noGrp="1" noChangeArrowheads="1"/>
          </p:cNvSpPr>
          <p:nvPr>
            <p:ph type="body" idx="1"/>
          </p:nvPr>
        </p:nvSpPr>
        <p:spPr>
          <a:xfrm>
            <a:off x="142875" y="1356995"/>
            <a:ext cx="8931275" cy="5106670"/>
          </a:xfrm>
        </p:spPr>
        <p:txBody>
          <a:bodyPr/>
          <a:lstStyle/>
          <a:p>
            <a:pPr>
              <a:buNone/>
            </a:pPr>
            <a:r>
              <a:rPr lang="en-US" altLang="en-US" sz="2400" b="1" dirty="0">
                <a:solidFill>
                  <a:srgbClr val="FF0000"/>
                </a:solidFill>
              </a:rPr>
              <a:t>Text Books</a:t>
            </a:r>
            <a:endParaRPr lang="en-US" altLang="en-US" sz="2400" dirty="0">
              <a:solidFill>
                <a:srgbClr val="FF0000"/>
              </a:solidFill>
            </a:endParaRPr>
          </a:p>
          <a:p>
            <a:r>
              <a:rPr lang="en-US" sz="2400" b="1" dirty="0">
                <a:solidFill>
                  <a:srgbClr val="1F15A7"/>
                </a:solidFill>
              </a:rPr>
              <a:t>Compilers: Principles, Techniques, &amp;Tools,                        Alfred V. </a:t>
            </a:r>
            <a:r>
              <a:rPr lang="en-US" sz="2400" b="1" dirty="0" err="1">
                <a:solidFill>
                  <a:srgbClr val="1F15A7"/>
                </a:solidFill>
              </a:rPr>
              <a:t>Aho</a:t>
            </a:r>
            <a:r>
              <a:rPr lang="en-US" sz="2400" b="1" dirty="0">
                <a:solidFill>
                  <a:srgbClr val="1F15A7"/>
                </a:solidFill>
              </a:rPr>
              <a:t>, Ravi </a:t>
            </a:r>
            <a:r>
              <a:rPr lang="en-US" sz="2400" b="1" dirty="0" err="1">
                <a:solidFill>
                  <a:srgbClr val="1F15A7"/>
                </a:solidFill>
              </a:rPr>
              <a:t>Sethi</a:t>
            </a:r>
            <a:r>
              <a:rPr lang="en-US" sz="2400" b="1" dirty="0">
                <a:solidFill>
                  <a:srgbClr val="1F15A7"/>
                </a:solidFill>
              </a:rPr>
              <a:t>, D. Jeffrey </a:t>
            </a:r>
            <a:r>
              <a:rPr lang="en-US" sz="2400" b="1" dirty="0" err="1">
                <a:solidFill>
                  <a:srgbClr val="1F15A7"/>
                </a:solidFill>
              </a:rPr>
              <a:t>Ulman</a:t>
            </a:r>
            <a:r>
              <a:rPr lang="en-US" sz="2400" b="1" dirty="0">
                <a:solidFill>
                  <a:srgbClr val="1F15A7"/>
                </a:solidFill>
              </a:rPr>
              <a:t>, Monica S. Lam, 2nd Edition, Pearson Ed. </a:t>
            </a:r>
            <a:endParaRPr lang="en-US" altLang="en-US" sz="2400" b="1" dirty="0">
              <a:solidFill>
                <a:srgbClr val="1F15A7"/>
              </a:solidFill>
            </a:endParaRPr>
          </a:p>
          <a:p>
            <a:pPr>
              <a:buNone/>
            </a:pPr>
            <a:r>
              <a:rPr lang="en-US" altLang="en-US" sz="2400" b="1" dirty="0">
                <a:solidFill>
                  <a:srgbClr val="FF0000"/>
                </a:solidFill>
              </a:rPr>
              <a:t>Reference Book</a:t>
            </a:r>
            <a:endParaRPr lang="en-US" altLang="en-US" sz="2400" b="1" dirty="0">
              <a:solidFill>
                <a:srgbClr val="FF0000"/>
              </a:solidFill>
            </a:endParaRPr>
          </a:p>
          <a:p>
            <a:r>
              <a:rPr lang="en-US" sz="2400" b="1" dirty="0">
                <a:solidFill>
                  <a:srgbClr val="1F15A7"/>
                </a:solidFill>
              </a:rPr>
              <a:t>Programming Languages: Concepts &amp; Constructs,            Ravi </a:t>
            </a:r>
            <a:r>
              <a:rPr lang="en-US" sz="2400" b="1" dirty="0" err="1">
                <a:solidFill>
                  <a:srgbClr val="1F15A7"/>
                </a:solidFill>
              </a:rPr>
              <a:t>Sethi</a:t>
            </a:r>
            <a:r>
              <a:rPr lang="en-US" sz="2400" b="1" dirty="0">
                <a:solidFill>
                  <a:srgbClr val="1F15A7"/>
                </a:solidFill>
              </a:rPr>
              <a:t>, 2nd Edition, Pearson Ed.</a:t>
            </a:r>
            <a:endParaRPr lang="en-GB" sz="2400" b="1" dirty="0">
              <a:solidFill>
                <a:srgbClr val="1F15A7"/>
              </a:solidFill>
            </a:endParaRPr>
          </a:p>
          <a:p>
            <a:r>
              <a:rPr lang="en-US" sz="2400" b="1" dirty="0">
                <a:solidFill>
                  <a:srgbClr val="1F15A7"/>
                </a:solidFill>
              </a:rPr>
              <a:t>Modern Complier Implementation In C, Andrew. W. </a:t>
            </a:r>
            <a:r>
              <a:rPr lang="en-US" sz="2400" b="1" dirty="0" err="1">
                <a:solidFill>
                  <a:srgbClr val="1F15A7"/>
                </a:solidFill>
              </a:rPr>
              <a:t>Appel</a:t>
            </a:r>
            <a:r>
              <a:rPr lang="en-US" sz="2400" b="1" dirty="0">
                <a:solidFill>
                  <a:srgbClr val="1F15A7"/>
                </a:solidFill>
              </a:rPr>
              <a:t>, First Edition, Cambridge.</a:t>
            </a:r>
            <a:endParaRPr lang="en-GB" sz="2400" b="1" dirty="0">
              <a:solidFill>
                <a:srgbClr val="1F15A7"/>
              </a:solidFill>
            </a:endParaRPr>
          </a:p>
          <a:p>
            <a:r>
              <a:rPr lang="en-US" sz="2400" b="1" dirty="0">
                <a:solidFill>
                  <a:srgbClr val="1F15A7"/>
                </a:solidFill>
              </a:rPr>
              <a:t>Programming Languages Pragmatics, Michael L. Scott, </a:t>
            </a:r>
            <a:endParaRPr lang="en-US" sz="2400" b="1" dirty="0">
              <a:solidFill>
                <a:srgbClr val="1F15A7"/>
              </a:solidFill>
            </a:endParaRPr>
          </a:p>
          <a:p>
            <a:pPr>
              <a:buNone/>
            </a:pPr>
            <a:r>
              <a:rPr lang="en-US" sz="2400" b="1" dirty="0">
                <a:solidFill>
                  <a:srgbClr val="1F15A7"/>
                </a:solidFill>
              </a:rPr>
              <a:t>    Third Edition, Elsevier.</a:t>
            </a:r>
            <a:endParaRPr lang="en-GB" sz="2400" b="1" dirty="0">
              <a:solidFill>
                <a:srgbClr val="1F15A7"/>
              </a:solidFill>
            </a:endParaRPr>
          </a:p>
          <a:p>
            <a:endParaRPr lang="en-US" alt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017959B9-729A-40E4-B352-396BD4F9848C}" type="slidenum">
              <a:rPr lang="en-US" altLang="en-US">
                <a:solidFill>
                  <a:srgbClr val="FF99FF"/>
                </a:solidFill>
              </a:rPr>
            </a:fld>
            <a:endParaRPr lang="en-US" altLang="en-US">
              <a:solidFill>
                <a:srgbClr val="FF99FF"/>
              </a:solidFill>
            </a:endParaRPr>
          </a:p>
        </p:txBody>
      </p:sp>
      <p:sp>
        <p:nvSpPr>
          <p:cNvPr id="5123" name="Rectangle 2"/>
          <p:cNvSpPr>
            <a:spLocks noGrp="1" noChangeArrowheads="1"/>
          </p:cNvSpPr>
          <p:nvPr>
            <p:ph type="title"/>
          </p:nvPr>
        </p:nvSpPr>
        <p:spPr/>
        <p:txBody>
          <a:bodyPr/>
          <a:lstStyle/>
          <a:p>
            <a:pPr eaLnBrk="1" hangingPunct="1"/>
            <a:r>
              <a:rPr lang="en-US" altLang="en-US" b="1" dirty="0">
                <a:solidFill>
                  <a:srgbClr val="FF0000"/>
                </a:solidFill>
              </a:rPr>
              <a:t>Course Coverage ( in Detail )</a:t>
            </a:r>
            <a:endParaRPr lang="en-US" altLang="en-US" b="1" dirty="0">
              <a:solidFill>
                <a:srgbClr val="FF0000"/>
              </a:solidFill>
            </a:endParaRPr>
          </a:p>
        </p:txBody>
      </p:sp>
      <p:sp>
        <p:nvSpPr>
          <p:cNvPr id="9219" name="Rectangle 3"/>
          <p:cNvSpPr>
            <a:spLocks noGrp="1" noChangeArrowheads="1"/>
          </p:cNvSpPr>
          <p:nvPr>
            <p:ph type="body" idx="1"/>
          </p:nvPr>
        </p:nvSpPr>
        <p:spPr>
          <a:xfrm>
            <a:off x="179388" y="1417638"/>
            <a:ext cx="8785225" cy="5106987"/>
          </a:xfrm>
        </p:spPr>
        <p:txBody>
          <a:bodyPr/>
          <a:lstStyle/>
          <a:p>
            <a:pPr marL="457200" indent="-457200" eaLnBrk="1" hangingPunct="1">
              <a:lnSpc>
                <a:spcPct val="95000"/>
              </a:lnSpc>
              <a:buFont typeface="Wingdings" panose="05000000000000000000" pitchFamily="2" charset="2"/>
              <a:buAutoNum type="arabicPeriod"/>
            </a:pPr>
            <a:r>
              <a:rPr lang="en-US" altLang="en-US" sz="2400" b="1" dirty="0">
                <a:solidFill>
                  <a:srgbClr val="FF0000"/>
                </a:solidFill>
              </a:rPr>
              <a:t>Introduction to languages &amp; compiling </a:t>
            </a:r>
            <a:endParaRPr lang="en-US" altLang="en-US" sz="2400" b="1" dirty="0">
              <a:solidFill>
                <a:srgbClr val="FF0000"/>
              </a:solidFill>
            </a:endParaRPr>
          </a:p>
          <a:p>
            <a:pPr marL="1085850" lvl="1" indent="-514350" eaLnBrk="1" hangingPunct="1">
              <a:lnSpc>
                <a:spcPct val="95000"/>
              </a:lnSpc>
              <a:buFont typeface="+mj-lt"/>
              <a:buAutoNum type="romanLcPeriod"/>
            </a:pPr>
            <a:r>
              <a:rPr lang="en-US" altLang="en-US" sz="2400" dirty="0">
                <a:solidFill>
                  <a:srgbClr val="1F15A7"/>
                </a:solidFill>
              </a:rPr>
              <a:t>Programming Languages – Why What &amp; How?</a:t>
            </a:r>
            <a:endParaRPr lang="en-US" altLang="en-US" sz="2400" dirty="0">
              <a:solidFill>
                <a:srgbClr val="1F15A7"/>
              </a:solidFill>
            </a:endParaRPr>
          </a:p>
          <a:p>
            <a:pPr marL="1085850" lvl="1" indent="-514350" eaLnBrk="1" hangingPunct="1">
              <a:lnSpc>
                <a:spcPct val="95000"/>
              </a:lnSpc>
              <a:buFont typeface="+mj-lt"/>
              <a:buAutoNum type="romanLcPeriod"/>
            </a:pPr>
            <a:r>
              <a:rPr lang="en-US" altLang="en-US" sz="2400" dirty="0">
                <a:solidFill>
                  <a:srgbClr val="1F15A7"/>
                </a:solidFill>
              </a:rPr>
              <a:t>Compiler – its modules &amp; Phases</a:t>
            </a:r>
            <a:endParaRPr lang="en-US" altLang="en-US" sz="2400" dirty="0">
              <a:solidFill>
                <a:srgbClr val="1F15A7"/>
              </a:solidFill>
            </a:endParaRPr>
          </a:p>
          <a:p>
            <a:pPr marL="1085850" lvl="1" indent="-514350" eaLnBrk="1" hangingPunct="1">
              <a:lnSpc>
                <a:spcPct val="95000"/>
              </a:lnSpc>
              <a:buFont typeface="+mj-lt"/>
              <a:buAutoNum type="romanLcPeriod"/>
            </a:pPr>
            <a:r>
              <a:rPr lang="en-US" altLang="en-US" sz="2400" dirty="0">
                <a:solidFill>
                  <a:srgbClr val="1F15A7"/>
                </a:solidFill>
              </a:rPr>
              <a:t>Overview of each Modules</a:t>
            </a:r>
            <a:endParaRPr lang="en-US" altLang="en-US" sz="2400" dirty="0">
              <a:solidFill>
                <a:srgbClr val="1F15A7"/>
              </a:solidFill>
            </a:endParaRPr>
          </a:p>
          <a:p>
            <a:pPr marL="1085850" lvl="1" indent="-514350" eaLnBrk="1" hangingPunct="1">
              <a:lnSpc>
                <a:spcPct val="95000"/>
              </a:lnSpc>
              <a:buFont typeface="+mj-lt"/>
              <a:buAutoNum type="romanLcPeriod"/>
            </a:pPr>
            <a:r>
              <a:rPr lang="en-US" altLang="en-US" sz="2400" dirty="0">
                <a:solidFill>
                  <a:srgbClr val="1F15A7"/>
                </a:solidFill>
              </a:rPr>
              <a:t>Accessories of a  Compiler</a:t>
            </a:r>
            <a:endParaRPr lang="en-US" altLang="en-US" sz="2400" dirty="0">
              <a:solidFill>
                <a:srgbClr val="1F15A7"/>
              </a:solidFill>
            </a:endParaRPr>
          </a:p>
          <a:p>
            <a:pPr marL="457200" indent="-457200" eaLnBrk="1" hangingPunct="1">
              <a:lnSpc>
                <a:spcPct val="95000"/>
              </a:lnSpc>
              <a:buFont typeface="Wingdings" panose="05000000000000000000" pitchFamily="2" charset="2"/>
              <a:buAutoNum type="arabicPeriod"/>
            </a:pPr>
            <a:r>
              <a:rPr lang="en-US" altLang="en-US" sz="2400" b="1" dirty="0">
                <a:solidFill>
                  <a:srgbClr val="FF0000"/>
                </a:solidFill>
              </a:rPr>
              <a:t>Lexical Analysis </a:t>
            </a:r>
            <a:endParaRPr lang="en-US" altLang="en-US" sz="2400" b="1" dirty="0">
              <a:solidFill>
                <a:srgbClr val="FF0000"/>
              </a:solidFill>
            </a:endParaRPr>
          </a:p>
          <a:p>
            <a:pPr marL="1085850" lvl="1" indent="-514350" eaLnBrk="1" hangingPunct="1">
              <a:lnSpc>
                <a:spcPct val="95000"/>
              </a:lnSpc>
              <a:buFont typeface="+mj-lt"/>
              <a:buAutoNum type="romanLcPeriod"/>
            </a:pPr>
            <a:r>
              <a:rPr lang="en-US" altLang="en-US" sz="2400" dirty="0">
                <a:solidFill>
                  <a:srgbClr val="1F15A7"/>
                </a:solidFill>
              </a:rPr>
              <a:t>The Role of a Lexical </a:t>
            </a:r>
            <a:r>
              <a:rPr lang="en-US" altLang="en-US" sz="2400" dirty="0" err="1">
                <a:solidFill>
                  <a:srgbClr val="1F15A7"/>
                </a:solidFill>
              </a:rPr>
              <a:t>Analyser</a:t>
            </a:r>
            <a:endParaRPr lang="en-US" altLang="en-US" sz="2400" dirty="0">
              <a:solidFill>
                <a:srgbClr val="1F15A7"/>
              </a:solidFill>
            </a:endParaRPr>
          </a:p>
          <a:p>
            <a:pPr marL="1085850" lvl="1" indent="-514350" eaLnBrk="1" hangingPunct="1">
              <a:lnSpc>
                <a:spcPct val="95000"/>
              </a:lnSpc>
              <a:buFont typeface="+mj-lt"/>
              <a:buAutoNum type="romanLcPeriod"/>
            </a:pPr>
            <a:r>
              <a:rPr lang="en-US" altLang="en-US" sz="2400" dirty="0">
                <a:solidFill>
                  <a:srgbClr val="1F15A7"/>
                </a:solidFill>
              </a:rPr>
              <a:t>Input Buffering</a:t>
            </a:r>
            <a:endParaRPr lang="en-US" altLang="en-US" sz="2400" dirty="0">
              <a:solidFill>
                <a:srgbClr val="1F15A7"/>
              </a:solidFill>
            </a:endParaRPr>
          </a:p>
          <a:p>
            <a:pPr marL="1085850" lvl="1" indent="-514350" eaLnBrk="1" hangingPunct="1">
              <a:lnSpc>
                <a:spcPct val="95000"/>
              </a:lnSpc>
              <a:buFont typeface="+mj-lt"/>
              <a:buAutoNum type="romanLcPeriod"/>
            </a:pPr>
            <a:r>
              <a:rPr lang="en-US" altLang="en-US" sz="2400" dirty="0">
                <a:solidFill>
                  <a:srgbClr val="1F15A7"/>
                </a:solidFill>
              </a:rPr>
              <a:t>Specifications of Tokens</a:t>
            </a:r>
            <a:endParaRPr lang="en-US" altLang="en-US" sz="2400" dirty="0">
              <a:solidFill>
                <a:srgbClr val="1F15A7"/>
              </a:solidFill>
            </a:endParaRPr>
          </a:p>
          <a:p>
            <a:pPr marL="1085850" lvl="1" indent="-514350" eaLnBrk="1" hangingPunct="1">
              <a:lnSpc>
                <a:spcPct val="95000"/>
              </a:lnSpc>
              <a:buFont typeface="+mj-lt"/>
              <a:buAutoNum type="romanLcPeriod"/>
            </a:pPr>
            <a:r>
              <a:rPr lang="en-US" altLang="en-US" sz="2400" dirty="0">
                <a:solidFill>
                  <a:srgbClr val="1F15A7"/>
                </a:solidFill>
              </a:rPr>
              <a:t>Recognition of Tokens</a:t>
            </a:r>
            <a:endParaRPr lang="en-US" altLang="en-US" sz="2400" dirty="0">
              <a:solidFill>
                <a:srgbClr val="1F15A7"/>
              </a:solidFill>
            </a:endParaRPr>
          </a:p>
          <a:p>
            <a:pPr marL="1085850" lvl="1" indent="-514350" eaLnBrk="1" hangingPunct="1">
              <a:lnSpc>
                <a:spcPct val="95000"/>
              </a:lnSpc>
              <a:buFont typeface="+mj-lt"/>
              <a:buAutoNum type="romanLcPeriod"/>
            </a:pPr>
            <a:r>
              <a:rPr lang="en-US" altLang="en-US" sz="2400" dirty="0">
                <a:solidFill>
                  <a:srgbClr val="1F15A7"/>
                </a:solidFill>
              </a:rPr>
              <a:t>A Language for Specifying Lex. Analyzers</a:t>
            </a:r>
            <a:endParaRPr lang="en-US" altLang="en-US" sz="2400" dirty="0">
              <a:solidFill>
                <a:srgbClr val="1F15A7"/>
              </a:solidFill>
            </a:endParaRPr>
          </a:p>
        </p:txBody>
      </p:sp>
      <p:sp>
        <p:nvSpPr>
          <p:cNvPr id="9220" name="Text Box 4"/>
          <p:cNvSpPr txBox="1">
            <a:spLocks noChangeArrowheads="1"/>
          </p:cNvSpPr>
          <p:nvPr/>
        </p:nvSpPr>
        <p:spPr bwMode="auto">
          <a:xfrm>
            <a:off x="6757988" y="6326188"/>
            <a:ext cx="2351087" cy="487362"/>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0" tIns="0" rIns="0" bIns="0">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3200"/>
              <a:t>………. Contd.</a:t>
            </a:r>
            <a:endParaRPr lang="en-US" altLang="en-US"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0"/>
                                  </p:stCondLst>
                                  <p:iterate type="lt">
                                    <p:tmPct val="0"/>
                                  </p:iterate>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fade">
                                      <p:cBhvr>
                                        <p:cTn id="10" dur="1000"/>
                                        <p:tgtEl>
                                          <p:spTgt spid="9219">
                                            <p:txEl>
                                              <p:pRg st="1" end="1"/>
                                            </p:txEl>
                                          </p:spTgt>
                                        </p:tgtEl>
                                      </p:cBhvr>
                                    </p:animEffect>
                                  </p:childTnLst>
                                </p:cTn>
                              </p:par>
                            </p:childTnLst>
                          </p:cTn>
                        </p:par>
                        <p:par>
                          <p:cTn id="11" fill="hold">
                            <p:stCondLst>
                              <p:cond delay="1001"/>
                            </p:stCondLst>
                            <p:childTnLst>
                              <p:par>
                                <p:cTn id="12" presetID="10" presetClass="entr" presetSubtype="0" fill="hold" grpId="0" nodeType="afterEffect">
                                  <p:stCondLst>
                                    <p:cond delay="0"/>
                                  </p:stCondLst>
                                  <p:iterate type="lt">
                                    <p:tmPct val="0"/>
                                  </p:iterate>
                                  <p:childTnLst>
                                    <p:set>
                                      <p:cBhvr>
                                        <p:cTn id="13" dur="1" fill="hold">
                                          <p:stCondLst>
                                            <p:cond delay="0"/>
                                          </p:stCondLst>
                                        </p:cTn>
                                        <p:tgtEl>
                                          <p:spTgt spid="9219">
                                            <p:txEl>
                                              <p:pRg st="2" end="2"/>
                                            </p:txEl>
                                          </p:spTgt>
                                        </p:tgtEl>
                                        <p:attrNameLst>
                                          <p:attrName>style.visibility</p:attrName>
                                        </p:attrNameLst>
                                      </p:cBhvr>
                                      <p:to>
                                        <p:strVal val="visible"/>
                                      </p:to>
                                    </p:set>
                                    <p:animEffect transition="in" filter="fade">
                                      <p:cBhvr>
                                        <p:cTn id="14" dur="1000"/>
                                        <p:tgtEl>
                                          <p:spTgt spid="9219">
                                            <p:txEl>
                                              <p:pRg st="2" end="2"/>
                                            </p:txEl>
                                          </p:spTgt>
                                        </p:tgtEl>
                                      </p:cBhvr>
                                    </p:animEffect>
                                  </p:childTnLst>
                                </p:cTn>
                              </p:par>
                            </p:childTnLst>
                          </p:cTn>
                        </p:par>
                        <p:par>
                          <p:cTn id="15" fill="hold">
                            <p:stCondLst>
                              <p:cond delay="2000"/>
                            </p:stCondLst>
                            <p:childTnLst>
                              <p:par>
                                <p:cTn id="16" presetID="10" presetClass="entr" presetSubtype="0" fill="hold" grpId="0" nodeType="afterEffect">
                                  <p:stCondLst>
                                    <p:cond delay="0"/>
                                  </p:stCondLst>
                                  <p:iterate type="lt">
                                    <p:tmPct val="0"/>
                                  </p:iterate>
                                  <p:childTnLst>
                                    <p:set>
                                      <p:cBhvr>
                                        <p:cTn id="17" dur="1" fill="hold">
                                          <p:stCondLst>
                                            <p:cond delay="0"/>
                                          </p:stCondLst>
                                        </p:cTn>
                                        <p:tgtEl>
                                          <p:spTgt spid="9219">
                                            <p:txEl>
                                              <p:pRg st="3" end="3"/>
                                            </p:txEl>
                                          </p:spTgt>
                                        </p:tgtEl>
                                        <p:attrNameLst>
                                          <p:attrName>style.visibility</p:attrName>
                                        </p:attrNameLst>
                                      </p:cBhvr>
                                      <p:to>
                                        <p:strVal val="visible"/>
                                      </p:to>
                                    </p:set>
                                    <p:animEffect transition="in" filter="fade">
                                      <p:cBhvr>
                                        <p:cTn id="18" dur="1000"/>
                                        <p:tgtEl>
                                          <p:spTgt spid="9219">
                                            <p:txEl>
                                              <p:pRg st="3" end="3"/>
                                            </p:txEl>
                                          </p:spTgt>
                                        </p:tgtEl>
                                      </p:cBhvr>
                                    </p:animEffect>
                                  </p:childTnLst>
                                </p:cTn>
                              </p:par>
                            </p:childTnLst>
                          </p:cTn>
                        </p:par>
                        <p:par>
                          <p:cTn id="19" fill="hold">
                            <p:stCondLst>
                              <p:cond delay="3001"/>
                            </p:stCondLst>
                            <p:childTnLst>
                              <p:par>
                                <p:cTn id="20" presetID="10" presetClass="entr" presetSubtype="0" fill="hold" grpId="0" nodeType="afterEffect">
                                  <p:stCondLst>
                                    <p:cond delay="0"/>
                                  </p:stCondLst>
                                  <p:iterate type="lt">
                                    <p:tmPct val="0"/>
                                  </p:iterate>
                                  <p:childTnLst>
                                    <p:set>
                                      <p:cBhvr>
                                        <p:cTn id="21" dur="1" fill="hold">
                                          <p:stCondLst>
                                            <p:cond delay="0"/>
                                          </p:stCondLst>
                                        </p:cTn>
                                        <p:tgtEl>
                                          <p:spTgt spid="9219">
                                            <p:txEl>
                                              <p:pRg st="4" end="4"/>
                                            </p:txEl>
                                          </p:spTgt>
                                        </p:tgtEl>
                                        <p:attrNameLst>
                                          <p:attrName>style.visibility</p:attrName>
                                        </p:attrNameLst>
                                      </p:cBhvr>
                                      <p:to>
                                        <p:strVal val="visible"/>
                                      </p:to>
                                    </p:set>
                                    <p:animEffect transition="in" filter="fade">
                                      <p:cBhvr>
                                        <p:cTn id="22" dur="1000"/>
                                        <p:tgtEl>
                                          <p:spTgt spid="921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19">
                                            <p:txEl>
                                              <p:pRg st="5" end="5"/>
                                            </p:txEl>
                                          </p:spTgt>
                                        </p:tgtEl>
                                        <p:attrNameLst>
                                          <p:attrName>style.visibility</p:attrName>
                                        </p:attrNameLst>
                                      </p:cBhvr>
                                      <p:to>
                                        <p:strVal val="visible"/>
                                      </p:to>
                                    </p:se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219">
                                            <p:txEl>
                                              <p:pRg st="6" end="6"/>
                                            </p:txEl>
                                          </p:spTgt>
                                        </p:tgtEl>
                                        <p:attrNameLst>
                                          <p:attrName>style.visibility</p:attrName>
                                        </p:attrNameLst>
                                      </p:cBhvr>
                                      <p:to>
                                        <p:strVal val="visible"/>
                                      </p:to>
                                    </p:set>
                                    <p:animEffect transition="in" filter="fade">
                                      <p:cBhvr>
                                        <p:cTn id="30" dur="1000"/>
                                        <p:tgtEl>
                                          <p:spTgt spid="9219">
                                            <p:txEl>
                                              <p:pRg st="6" end="6"/>
                                            </p:txEl>
                                          </p:spTgt>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9219">
                                            <p:txEl>
                                              <p:pRg st="7" end="7"/>
                                            </p:txEl>
                                          </p:spTgt>
                                        </p:tgtEl>
                                        <p:attrNameLst>
                                          <p:attrName>style.visibility</p:attrName>
                                        </p:attrNameLst>
                                      </p:cBhvr>
                                      <p:to>
                                        <p:strVal val="visible"/>
                                      </p:to>
                                    </p:set>
                                    <p:animEffect transition="in" filter="fade">
                                      <p:cBhvr>
                                        <p:cTn id="34" dur="1000"/>
                                        <p:tgtEl>
                                          <p:spTgt spid="9219">
                                            <p:txEl>
                                              <p:pRg st="7" end="7"/>
                                            </p:txEl>
                                          </p:spTgt>
                                        </p:tgtEl>
                                      </p:cBhvr>
                                    </p:animEffect>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9219">
                                            <p:txEl>
                                              <p:pRg st="8" end="8"/>
                                            </p:txEl>
                                          </p:spTgt>
                                        </p:tgtEl>
                                        <p:attrNameLst>
                                          <p:attrName>style.visibility</p:attrName>
                                        </p:attrNameLst>
                                      </p:cBhvr>
                                      <p:to>
                                        <p:strVal val="visible"/>
                                      </p:to>
                                    </p:set>
                                    <p:animEffect transition="in" filter="fade">
                                      <p:cBhvr>
                                        <p:cTn id="38" dur="1000"/>
                                        <p:tgtEl>
                                          <p:spTgt spid="9219">
                                            <p:txEl>
                                              <p:pRg st="8" end="8"/>
                                            </p:txEl>
                                          </p:spTgt>
                                        </p:tgtEl>
                                      </p:cBhvr>
                                    </p:animEffect>
                                  </p:childTnLst>
                                </p:cTn>
                              </p:par>
                            </p:childTnLst>
                          </p:cTn>
                        </p:par>
                        <p:par>
                          <p:cTn id="39" fill="hold">
                            <p:stCondLst>
                              <p:cond delay="3000"/>
                            </p:stCondLst>
                            <p:childTnLst>
                              <p:par>
                                <p:cTn id="40" presetID="10" presetClass="entr" presetSubtype="0" fill="hold" grpId="0" nodeType="afterEffect">
                                  <p:stCondLst>
                                    <p:cond delay="0"/>
                                  </p:stCondLst>
                                  <p:childTnLst>
                                    <p:set>
                                      <p:cBhvr>
                                        <p:cTn id="41" dur="1" fill="hold">
                                          <p:stCondLst>
                                            <p:cond delay="0"/>
                                          </p:stCondLst>
                                        </p:cTn>
                                        <p:tgtEl>
                                          <p:spTgt spid="9219">
                                            <p:txEl>
                                              <p:pRg st="9" end="9"/>
                                            </p:txEl>
                                          </p:spTgt>
                                        </p:tgtEl>
                                        <p:attrNameLst>
                                          <p:attrName>style.visibility</p:attrName>
                                        </p:attrNameLst>
                                      </p:cBhvr>
                                      <p:to>
                                        <p:strVal val="visible"/>
                                      </p:to>
                                    </p:set>
                                    <p:animEffect transition="in" filter="fade">
                                      <p:cBhvr>
                                        <p:cTn id="42" dur="1000"/>
                                        <p:tgtEl>
                                          <p:spTgt spid="9219">
                                            <p:txEl>
                                              <p:pRg st="9" end="9"/>
                                            </p:txEl>
                                          </p:spTgt>
                                        </p:tgtEl>
                                      </p:cBhvr>
                                    </p:animEffect>
                                  </p:childTnLst>
                                </p:cTn>
                              </p:par>
                            </p:childTnLst>
                          </p:cTn>
                        </p:par>
                        <p:par>
                          <p:cTn id="43" fill="hold">
                            <p:stCondLst>
                              <p:cond delay="4000"/>
                            </p:stCondLst>
                            <p:childTnLst>
                              <p:par>
                                <p:cTn id="44" presetID="10" presetClass="entr" presetSubtype="0" fill="hold" grpId="0" nodeType="afterEffect">
                                  <p:stCondLst>
                                    <p:cond delay="0"/>
                                  </p:stCondLst>
                                  <p:childTnLst>
                                    <p:set>
                                      <p:cBhvr>
                                        <p:cTn id="45" dur="1" fill="hold">
                                          <p:stCondLst>
                                            <p:cond delay="0"/>
                                          </p:stCondLst>
                                        </p:cTn>
                                        <p:tgtEl>
                                          <p:spTgt spid="9219">
                                            <p:txEl>
                                              <p:pRg st="10" end="10"/>
                                            </p:txEl>
                                          </p:spTgt>
                                        </p:tgtEl>
                                        <p:attrNameLst>
                                          <p:attrName>style.visibility</p:attrName>
                                        </p:attrNameLst>
                                      </p:cBhvr>
                                      <p:to>
                                        <p:strVal val="visible"/>
                                      </p:to>
                                    </p:set>
                                    <p:animEffect transition="in" filter="fade">
                                      <p:cBhvr>
                                        <p:cTn id="46" dur="1000"/>
                                        <p:tgtEl>
                                          <p:spTgt spid="9219">
                                            <p:txEl>
                                              <p:pRg st="10" end="1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grpId="0" nodeType="clickEffect">
                                  <p:stCondLst>
                                    <p:cond delay="0"/>
                                  </p:stCondLst>
                                  <p:childTnLst>
                                    <p:set>
                                      <p:cBhvr>
                                        <p:cTn id="50" dur="1" fill="hold">
                                          <p:stCondLst>
                                            <p:cond delay="0"/>
                                          </p:stCondLst>
                                        </p:cTn>
                                        <p:tgtEl>
                                          <p:spTgt spid="9220"/>
                                        </p:tgtEl>
                                        <p:attrNameLst>
                                          <p:attrName>style.visibility</p:attrName>
                                        </p:attrNameLst>
                                      </p:cBhvr>
                                      <p:to>
                                        <p:strVal val="visible"/>
                                      </p:to>
                                    </p:set>
                                    <p:anim calcmode="lin" valueType="num">
                                      <p:cBhvr>
                                        <p:cTn id="51" dur="1000" fill="hold"/>
                                        <p:tgtEl>
                                          <p:spTgt spid="9220"/>
                                        </p:tgtEl>
                                        <p:attrNameLst>
                                          <p:attrName>ppt_w</p:attrName>
                                        </p:attrNameLst>
                                      </p:cBhvr>
                                      <p:tavLst>
                                        <p:tav tm="0">
                                          <p:val>
                                            <p:strVal val="#ppt_w*0.70"/>
                                          </p:val>
                                        </p:tav>
                                        <p:tav tm="100000">
                                          <p:val>
                                            <p:strVal val="#ppt_w"/>
                                          </p:val>
                                        </p:tav>
                                      </p:tavLst>
                                    </p:anim>
                                    <p:anim calcmode="lin" valueType="num">
                                      <p:cBhvr>
                                        <p:cTn id="52" dur="1000" fill="hold"/>
                                        <p:tgtEl>
                                          <p:spTgt spid="9220"/>
                                        </p:tgtEl>
                                        <p:attrNameLst>
                                          <p:attrName>ppt_h</p:attrName>
                                        </p:attrNameLst>
                                      </p:cBhvr>
                                      <p:tavLst>
                                        <p:tav tm="0">
                                          <p:val>
                                            <p:strVal val="#ppt_h"/>
                                          </p:val>
                                        </p:tav>
                                        <p:tav tm="100000">
                                          <p:val>
                                            <p:strVal val="#ppt_h"/>
                                          </p:val>
                                        </p:tav>
                                      </p:tavLst>
                                    </p:anim>
                                    <p:animEffect transition="in" filter="fade">
                                      <p:cBhvr>
                                        <p:cTn id="53" dur="1000"/>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P spid="9220"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ACD8FAC2-7F38-4B1C-B65B-B7817CDFB992}" type="slidenum">
              <a:rPr lang="en-US" altLang="en-US">
                <a:solidFill>
                  <a:srgbClr val="FF99FF"/>
                </a:solidFill>
              </a:rPr>
            </a:fld>
            <a:endParaRPr lang="en-US" altLang="en-US">
              <a:solidFill>
                <a:srgbClr val="FF99FF"/>
              </a:solidFill>
            </a:endParaRPr>
          </a:p>
        </p:txBody>
      </p:sp>
      <p:sp>
        <p:nvSpPr>
          <p:cNvPr id="6147" name="Rectangle 2"/>
          <p:cNvSpPr>
            <a:spLocks noGrp="1" noChangeArrowheads="1"/>
          </p:cNvSpPr>
          <p:nvPr>
            <p:ph type="title"/>
          </p:nvPr>
        </p:nvSpPr>
        <p:spPr/>
        <p:txBody>
          <a:bodyPr/>
          <a:lstStyle/>
          <a:p>
            <a:pPr eaLnBrk="1" hangingPunct="1"/>
            <a:r>
              <a:rPr lang="en-US" altLang="en-US" b="1" dirty="0">
                <a:solidFill>
                  <a:srgbClr val="FF0000"/>
                </a:solidFill>
              </a:rPr>
              <a:t>Course Coverage ( in Detail )</a:t>
            </a:r>
            <a:endParaRPr lang="en-US" altLang="en-US" b="1" dirty="0">
              <a:solidFill>
                <a:srgbClr val="FF0000"/>
              </a:solidFill>
            </a:endParaRPr>
          </a:p>
        </p:txBody>
      </p:sp>
      <p:sp>
        <p:nvSpPr>
          <p:cNvPr id="10243" name="Rectangle 3"/>
          <p:cNvSpPr>
            <a:spLocks noGrp="1" noChangeArrowheads="1"/>
          </p:cNvSpPr>
          <p:nvPr>
            <p:ph type="body" idx="1"/>
          </p:nvPr>
        </p:nvSpPr>
        <p:spPr>
          <a:xfrm>
            <a:off x="179070" y="1417955"/>
            <a:ext cx="8930005" cy="5638800"/>
          </a:xfrm>
        </p:spPr>
        <p:txBody>
          <a:bodyPr/>
          <a:lstStyle/>
          <a:p>
            <a:pPr marL="457200" indent="-457200" eaLnBrk="1" hangingPunct="1">
              <a:lnSpc>
                <a:spcPct val="85000"/>
              </a:lnSpc>
              <a:buFont typeface="Wingdings" panose="05000000000000000000" pitchFamily="2" charset="2"/>
              <a:buAutoNum type="arabicPeriod" startAt="3"/>
              <a:tabLst>
                <a:tab pos="974725" algn="l"/>
              </a:tabLst>
            </a:pPr>
            <a:r>
              <a:rPr lang="en-US" altLang="en-US" sz="2400" b="1" dirty="0">
                <a:solidFill>
                  <a:srgbClr val="FF0000"/>
                </a:solidFill>
              </a:rPr>
              <a:t>Syntax Analysis</a:t>
            </a:r>
            <a:endParaRPr lang="en-US" altLang="en-US" sz="2400" b="1" dirty="0">
              <a:solidFill>
                <a:srgbClr val="FF0000"/>
              </a:solidFill>
            </a:endParaRPr>
          </a:p>
          <a:p>
            <a:pPr marL="974725" lvl="1" indent="-403225" eaLnBrk="1" hangingPunct="1">
              <a:lnSpc>
                <a:spcPct val="85000"/>
              </a:lnSpc>
              <a:buFontTx/>
              <a:buAutoNum type="arabicPeriod"/>
              <a:tabLst>
                <a:tab pos="974725" algn="l"/>
              </a:tabLst>
            </a:pPr>
            <a:r>
              <a:rPr lang="en-US" altLang="en-US" sz="2400" dirty="0">
                <a:solidFill>
                  <a:srgbClr val="1F15A7"/>
                </a:solidFill>
              </a:rPr>
              <a:t>The Role of a Parser</a:t>
            </a:r>
            <a:endParaRPr lang="en-US" altLang="en-US" sz="2400" dirty="0">
              <a:solidFill>
                <a:srgbClr val="1F15A7"/>
              </a:solidFill>
            </a:endParaRPr>
          </a:p>
          <a:p>
            <a:pPr marL="974725" lvl="1" indent="-403225" eaLnBrk="1" hangingPunct="1">
              <a:lnSpc>
                <a:spcPct val="85000"/>
              </a:lnSpc>
              <a:buFontTx/>
              <a:buAutoNum type="arabicPeriod"/>
              <a:tabLst>
                <a:tab pos="974725" algn="l"/>
              </a:tabLst>
            </a:pPr>
            <a:r>
              <a:rPr lang="en-US" altLang="en-US" sz="2400" dirty="0">
                <a:solidFill>
                  <a:srgbClr val="1F15A7"/>
                </a:solidFill>
              </a:rPr>
              <a:t>Context Free Grammar &amp; Writing a Grammar</a:t>
            </a:r>
            <a:endParaRPr lang="en-US" altLang="en-US" sz="2400" dirty="0">
              <a:solidFill>
                <a:srgbClr val="1F15A7"/>
              </a:solidFill>
            </a:endParaRPr>
          </a:p>
          <a:p>
            <a:pPr marL="974725" lvl="1" indent="-403225" eaLnBrk="1" hangingPunct="1">
              <a:lnSpc>
                <a:spcPct val="85000"/>
              </a:lnSpc>
              <a:buFontTx/>
              <a:buAutoNum type="arabicPeriod"/>
              <a:tabLst>
                <a:tab pos="974725" algn="l"/>
              </a:tabLst>
            </a:pPr>
            <a:r>
              <a:rPr lang="en-US" altLang="en-US" sz="2400" dirty="0">
                <a:solidFill>
                  <a:srgbClr val="1F15A7"/>
                </a:solidFill>
              </a:rPr>
              <a:t>Parsing – Top Down, Bottom up &amp; Operator Precedence</a:t>
            </a:r>
            <a:endParaRPr lang="en-US" altLang="en-US" sz="2400" dirty="0">
              <a:solidFill>
                <a:srgbClr val="1F15A7"/>
              </a:solidFill>
            </a:endParaRPr>
          </a:p>
          <a:p>
            <a:pPr marL="974725" lvl="1" indent="-403225" eaLnBrk="1" hangingPunct="1">
              <a:lnSpc>
                <a:spcPct val="85000"/>
              </a:lnSpc>
              <a:buFontTx/>
              <a:buAutoNum type="arabicPeriod"/>
              <a:tabLst>
                <a:tab pos="974725" algn="l"/>
              </a:tabLst>
            </a:pPr>
            <a:r>
              <a:rPr lang="en-US" altLang="en-US" sz="2400" dirty="0">
                <a:solidFill>
                  <a:srgbClr val="1F15A7"/>
                </a:solidFill>
              </a:rPr>
              <a:t>LR Parsers &amp; Parser Generators</a:t>
            </a:r>
            <a:endParaRPr lang="en-US" altLang="en-US" sz="2400" dirty="0">
              <a:solidFill>
                <a:srgbClr val="1F15A7"/>
              </a:solidFill>
            </a:endParaRPr>
          </a:p>
          <a:p>
            <a:pPr marL="974725" lvl="1" indent="-403225" eaLnBrk="1" hangingPunct="1">
              <a:lnSpc>
                <a:spcPct val="85000"/>
              </a:lnSpc>
              <a:buFontTx/>
              <a:buAutoNum type="arabicPeriod"/>
              <a:tabLst>
                <a:tab pos="974725" algn="l"/>
              </a:tabLst>
            </a:pPr>
            <a:r>
              <a:rPr lang="en-US" altLang="en-US" sz="2400" dirty="0">
                <a:solidFill>
                  <a:srgbClr val="1F15A7"/>
                </a:solidFill>
              </a:rPr>
              <a:t>Semantic analysis</a:t>
            </a:r>
            <a:endParaRPr lang="en-US" altLang="en-US" sz="2400" dirty="0">
              <a:solidFill>
                <a:srgbClr val="1F15A7"/>
              </a:solidFill>
            </a:endParaRPr>
          </a:p>
          <a:p>
            <a:pPr marL="457200" indent="-457200" eaLnBrk="1" hangingPunct="1">
              <a:lnSpc>
                <a:spcPct val="85000"/>
              </a:lnSpc>
              <a:buFont typeface="Wingdings" panose="05000000000000000000" pitchFamily="2" charset="2"/>
              <a:buAutoNum type="arabicPeriod" startAt="3"/>
              <a:tabLst>
                <a:tab pos="974725" algn="l"/>
              </a:tabLst>
            </a:pPr>
            <a:r>
              <a:rPr lang="en-US" altLang="en-US" sz="2400" b="1" dirty="0">
                <a:solidFill>
                  <a:srgbClr val="FF0000"/>
                </a:solidFill>
              </a:rPr>
              <a:t>Syntax Directed Translation</a:t>
            </a:r>
            <a:endParaRPr lang="en-US" altLang="en-US" sz="2400" b="1" dirty="0">
              <a:solidFill>
                <a:srgbClr val="FF0000"/>
              </a:solidFill>
            </a:endParaRPr>
          </a:p>
          <a:p>
            <a:pPr marL="974725" lvl="1" indent="-403225" eaLnBrk="1" hangingPunct="1">
              <a:lnSpc>
                <a:spcPct val="85000"/>
              </a:lnSpc>
              <a:buFont typeface="Wingdings" panose="05000000000000000000" pitchFamily="2" charset="2"/>
              <a:buAutoNum type="arabicPeriod"/>
              <a:tabLst>
                <a:tab pos="974725" algn="l"/>
              </a:tabLst>
            </a:pPr>
            <a:r>
              <a:rPr lang="en-US" altLang="en-US" sz="2400" dirty="0">
                <a:solidFill>
                  <a:srgbClr val="1F15A7"/>
                </a:solidFill>
              </a:rPr>
              <a:t>Syntax Directed Definitions &amp; Construction of Syntax Trees</a:t>
            </a:r>
            <a:endParaRPr lang="en-US" altLang="en-US" sz="2400" dirty="0">
              <a:solidFill>
                <a:srgbClr val="1F15A7"/>
              </a:solidFill>
            </a:endParaRPr>
          </a:p>
          <a:p>
            <a:pPr marL="974725" lvl="1" indent="-403225" eaLnBrk="1" hangingPunct="1">
              <a:lnSpc>
                <a:spcPct val="85000"/>
              </a:lnSpc>
              <a:buFont typeface="Wingdings" panose="05000000000000000000" pitchFamily="2" charset="2"/>
              <a:buAutoNum type="arabicPeriod"/>
              <a:tabLst>
                <a:tab pos="974725" algn="l"/>
              </a:tabLst>
            </a:pPr>
            <a:r>
              <a:rPr lang="en-US" altLang="en-US" sz="2400" dirty="0">
                <a:solidFill>
                  <a:srgbClr val="1F15A7"/>
                </a:solidFill>
              </a:rPr>
              <a:t>Bottom up Evaluation of S-attributed Definitions</a:t>
            </a:r>
            <a:endParaRPr lang="en-US" altLang="en-US" sz="2400" dirty="0">
              <a:solidFill>
                <a:srgbClr val="1F15A7"/>
              </a:solidFill>
            </a:endParaRPr>
          </a:p>
          <a:p>
            <a:pPr marL="974725" lvl="1" indent="-403225" eaLnBrk="1" hangingPunct="1">
              <a:lnSpc>
                <a:spcPct val="85000"/>
              </a:lnSpc>
              <a:buFont typeface="Wingdings" panose="05000000000000000000" pitchFamily="2" charset="2"/>
              <a:buAutoNum type="arabicPeriod"/>
              <a:tabLst>
                <a:tab pos="974725" algn="l"/>
              </a:tabLst>
            </a:pPr>
            <a:r>
              <a:rPr lang="en-US" altLang="en-US" sz="2400" dirty="0">
                <a:solidFill>
                  <a:srgbClr val="1F15A7"/>
                </a:solidFill>
              </a:rPr>
              <a:t>L-attributed Definitions</a:t>
            </a:r>
            <a:endParaRPr lang="en-US" altLang="en-US" sz="2400" dirty="0">
              <a:solidFill>
                <a:srgbClr val="1F15A7"/>
              </a:solidFill>
            </a:endParaRPr>
          </a:p>
          <a:p>
            <a:pPr marL="974725" lvl="1" indent="-403225" eaLnBrk="1" hangingPunct="1">
              <a:lnSpc>
                <a:spcPct val="85000"/>
              </a:lnSpc>
              <a:buFont typeface="Wingdings" panose="05000000000000000000" pitchFamily="2" charset="2"/>
              <a:buAutoNum type="arabicPeriod"/>
              <a:tabLst>
                <a:tab pos="974725" algn="l"/>
              </a:tabLst>
            </a:pPr>
            <a:r>
              <a:rPr lang="en-US" altLang="en-US" sz="2400" dirty="0">
                <a:solidFill>
                  <a:srgbClr val="1F15A7"/>
                </a:solidFill>
              </a:rPr>
              <a:t>Top Down Translation</a:t>
            </a:r>
            <a:endParaRPr lang="en-US" altLang="en-US" sz="2400" dirty="0">
              <a:solidFill>
                <a:srgbClr val="1F15A7"/>
              </a:solidFill>
            </a:endParaRPr>
          </a:p>
          <a:p>
            <a:pPr marL="974725" lvl="1" indent="-403225" eaLnBrk="1" hangingPunct="1">
              <a:lnSpc>
                <a:spcPct val="85000"/>
              </a:lnSpc>
              <a:buFont typeface="Wingdings" panose="05000000000000000000" pitchFamily="2" charset="2"/>
              <a:buAutoNum type="arabicPeriod"/>
              <a:tabLst>
                <a:tab pos="974725" algn="l"/>
              </a:tabLst>
            </a:pPr>
            <a:r>
              <a:rPr lang="en-US" altLang="en-US" sz="2400" dirty="0">
                <a:solidFill>
                  <a:srgbClr val="1F15A7"/>
                </a:solidFill>
              </a:rPr>
              <a:t>Bottom up Evaluation of Inherited Attributes </a:t>
            </a:r>
            <a:endParaRPr lang="en-US" altLang="en-US" sz="2400" dirty="0">
              <a:solidFill>
                <a:srgbClr val="1F15A7"/>
              </a:solidFill>
            </a:endParaRPr>
          </a:p>
        </p:txBody>
      </p:sp>
      <p:sp>
        <p:nvSpPr>
          <p:cNvPr id="10245" name="Text Box 5"/>
          <p:cNvSpPr txBox="1">
            <a:spLocks noChangeArrowheads="1"/>
          </p:cNvSpPr>
          <p:nvPr/>
        </p:nvSpPr>
        <p:spPr bwMode="auto">
          <a:xfrm>
            <a:off x="6757988" y="6326188"/>
            <a:ext cx="2351087" cy="487362"/>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0" tIns="0" rIns="0" bIns="0">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3200"/>
              <a:t>………. Contd.</a:t>
            </a:r>
            <a:endParaRPr lang="en-US" altLang="en-US"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4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24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24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24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24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24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24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10245"/>
                                        </p:tgtEl>
                                        <p:attrNameLst>
                                          <p:attrName>style.visibility</p:attrName>
                                        </p:attrNameLst>
                                      </p:cBhvr>
                                      <p:to>
                                        <p:strVal val="visible"/>
                                      </p:to>
                                    </p:set>
                                    <p:anim calcmode="lin" valueType="num">
                                      <p:cBhvr>
                                        <p:cTn id="35" dur="1000" fill="hold"/>
                                        <p:tgtEl>
                                          <p:spTgt spid="10245"/>
                                        </p:tgtEl>
                                        <p:attrNameLst>
                                          <p:attrName>ppt_w</p:attrName>
                                        </p:attrNameLst>
                                      </p:cBhvr>
                                      <p:tavLst>
                                        <p:tav tm="0">
                                          <p:val>
                                            <p:strVal val="#ppt_w*0.70"/>
                                          </p:val>
                                        </p:tav>
                                        <p:tav tm="100000">
                                          <p:val>
                                            <p:strVal val="#ppt_w"/>
                                          </p:val>
                                        </p:tav>
                                      </p:tavLst>
                                    </p:anim>
                                    <p:anim calcmode="lin" valueType="num">
                                      <p:cBhvr>
                                        <p:cTn id="36" dur="1000" fill="hold"/>
                                        <p:tgtEl>
                                          <p:spTgt spid="10245"/>
                                        </p:tgtEl>
                                        <p:attrNameLst>
                                          <p:attrName>ppt_h</p:attrName>
                                        </p:attrNameLst>
                                      </p:cBhvr>
                                      <p:tavLst>
                                        <p:tav tm="0">
                                          <p:val>
                                            <p:strVal val="#ppt_h"/>
                                          </p:val>
                                        </p:tav>
                                        <p:tav tm="100000">
                                          <p:val>
                                            <p:strVal val="#ppt_h"/>
                                          </p:val>
                                        </p:tav>
                                      </p:tavLst>
                                    </p:anim>
                                    <p:animEffect transition="in" filter="fade">
                                      <p:cBhvr>
                                        <p:cTn id="37" dur="1000"/>
                                        <p:tgtEl>
                                          <p:spTgt spid="10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P spid="10245"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258F982A-8009-48DF-8354-54312CACDC51}" type="slidenum">
              <a:rPr lang="en-US" altLang="en-US">
                <a:solidFill>
                  <a:srgbClr val="FF99FF"/>
                </a:solidFill>
              </a:rPr>
            </a:fld>
            <a:endParaRPr lang="en-US" altLang="en-US">
              <a:solidFill>
                <a:srgbClr val="FF99FF"/>
              </a:solidFill>
            </a:endParaRPr>
          </a:p>
        </p:txBody>
      </p:sp>
      <p:sp>
        <p:nvSpPr>
          <p:cNvPr id="7171" name="Rectangle 2"/>
          <p:cNvSpPr>
            <a:spLocks noGrp="1" noChangeArrowheads="1"/>
          </p:cNvSpPr>
          <p:nvPr>
            <p:ph type="title"/>
          </p:nvPr>
        </p:nvSpPr>
        <p:spPr/>
        <p:txBody>
          <a:bodyPr/>
          <a:lstStyle/>
          <a:p>
            <a:pPr eaLnBrk="1" hangingPunct="1"/>
            <a:r>
              <a:rPr lang="en-US" altLang="en-US" b="1" dirty="0">
                <a:solidFill>
                  <a:srgbClr val="FF0000"/>
                </a:solidFill>
              </a:rPr>
              <a:t>Course Coverage ( in Detail )</a:t>
            </a:r>
            <a:endParaRPr lang="en-US" altLang="en-US" b="1" dirty="0">
              <a:solidFill>
                <a:srgbClr val="FF0000"/>
              </a:solidFill>
            </a:endParaRPr>
          </a:p>
        </p:txBody>
      </p:sp>
      <p:sp>
        <p:nvSpPr>
          <p:cNvPr id="11267" name="Rectangle 3"/>
          <p:cNvSpPr>
            <a:spLocks noGrp="1" noChangeArrowheads="1"/>
          </p:cNvSpPr>
          <p:nvPr>
            <p:ph type="body" idx="1"/>
          </p:nvPr>
        </p:nvSpPr>
        <p:spPr>
          <a:xfrm>
            <a:off x="281782" y="1417638"/>
            <a:ext cx="8785225" cy="5761038"/>
          </a:xfrm>
        </p:spPr>
        <p:txBody>
          <a:bodyPr/>
          <a:lstStyle/>
          <a:p>
            <a:pPr marL="351155" indent="-351155" eaLnBrk="1" hangingPunct="1">
              <a:lnSpc>
                <a:spcPct val="125000"/>
              </a:lnSpc>
              <a:buFont typeface="Wingdings" panose="05000000000000000000" pitchFamily="2" charset="2"/>
              <a:buAutoNum type="arabicPeriod" startAt="5"/>
              <a:tabLst>
                <a:tab pos="854075" algn="l"/>
              </a:tabLst>
            </a:pPr>
            <a:r>
              <a:rPr lang="en-US" altLang="en-US" sz="2400" b="1" dirty="0">
                <a:solidFill>
                  <a:srgbClr val="FF0000"/>
                </a:solidFill>
              </a:rPr>
              <a:t>Run Time Environments</a:t>
            </a:r>
            <a:endParaRPr lang="en-US" altLang="en-US" sz="2400" b="1" dirty="0">
              <a:solidFill>
                <a:srgbClr val="FF0000"/>
              </a:solidFill>
            </a:endParaRPr>
          </a:p>
          <a:p>
            <a:pPr marL="979170" lvl="1" indent="-514350" eaLnBrk="1" hangingPunct="1">
              <a:lnSpc>
                <a:spcPct val="125000"/>
              </a:lnSpc>
              <a:buFont typeface="+mj-lt"/>
              <a:buAutoNum type="romanLcPeriod"/>
              <a:tabLst>
                <a:tab pos="854075" algn="l"/>
              </a:tabLst>
            </a:pPr>
            <a:r>
              <a:rPr lang="en-US" altLang="en-US" sz="2400" dirty="0">
                <a:solidFill>
                  <a:srgbClr val="1F15A7"/>
                </a:solidFill>
              </a:rPr>
              <a:t>Source Language Issues</a:t>
            </a:r>
            <a:endParaRPr lang="en-US" altLang="en-US" sz="2400" dirty="0">
              <a:solidFill>
                <a:srgbClr val="1F15A7"/>
              </a:solidFill>
            </a:endParaRPr>
          </a:p>
          <a:p>
            <a:pPr marL="979170" lvl="1" indent="-514350" eaLnBrk="1" hangingPunct="1">
              <a:lnSpc>
                <a:spcPct val="125000"/>
              </a:lnSpc>
              <a:buFont typeface="+mj-lt"/>
              <a:buAutoNum type="romanLcPeriod"/>
              <a:tabLst>
                <a:tab pos="854075" algn="l"/>
              </a:tabLst>
            </a:pPr>
            <a:r>
              <a:rPr lang="en-US" altLang="en-US" sz="2400" dirty="0">
                <a:solidFill>
                  <a:srgbClr val="1F15A7"/>
                </a:solidFill>
              </a:rPr>
              <a:t>Storage Organization &amp; Allocation Strategies</a:t>
            </a:r>
            <a:endParaRPr lang="en-US" altLang="en-US" sz="2400" dirty="0">
              <a:solidFill>
                <a:srgbClr val="1F15A7"/>
              </a:solidFill>
            </a:endParaRPr>
          </a:p>
          <a:p>
            <a:pPr marL="979170" lvl="1" indent="-514350" eaLnBrk="1" hangingPunct="1">
              <a:lnSpc>
                <a:spcPct val="125000"/>
              </a:lnSpc>
              <a:buFont typeface="+mj-lt"/>
              <a:buAutoNum type="romanLcPeriod"/>
              <a:tabLst>
                <a:tab pos="854075" algn="l"/>
              </a:tabLst>
            </a:pPr>
            <a:r>
              <a:rPr lang="en-US" altLang="en-US" sz="2400" dirty="0">
                <a:solidFill>
                  <a:srgbClr val="1F15A7"/>
                </a:solidFill>
              </a:rPr>
              <a:t>Access to Non-local Names</a:t>
            </a:r>
            <a:endParaRPr lang="en-US" altLang="en-US" sz="2400" dirty="0">
              <a:solidFill>
                <a:srgbClr val="1F15A7"/>
              </a:solidFill>
            </a:endParaRPr>
          </a:p>
          <a:p>
            <a:pPr marL="979170" lvl="1" indent="-514350" eaLnBrk="1" hangingPunct="1">
              <a:lnSpc>
                <a:spcPct val="125000"/>
              </a:lnSpc>
              <a:buFont typeface="+mj-lt"/>
              <a:buAutoNum type="romanLcPeriod"/>
              <a:tabLst>
                <a:tab pos="854075" algn="l"/>
              </a:tabLst>
            </a:pPr>
            <a:r>
              <a:rPr lang="en-US" altLang="en-US" sz="2400" dirty="0">
                <a:solidFill>
                  <a:srgbClr val="1F15A7"/>
                </a:solidFill>
              </a:rPr>
              <a:t>Parameter Passing</a:t>
            </a:r>
            <a:endParaRPr lang="en-US" altLang="en-US" sz="2400" dirty="0">
              <a:solidFill>
                <a:srgbClr val="1F15A7"/>
              </a:solidFill>
            </a:endParaRPr>
          </a:p>
          <a:p>
            <a:pPr marL="979170" lvl="1" indent="-514350" eaLnBrk="1" hangingPunct="1">
              <a:lnSpc>
                <a:spcPct val="125000"/>
              </a:lnSpc>
              <a:buFont typeface="+mj-lt"/>
              <a:buAutoNum type="romanLcPeriod"/>
              <a:tabLst>
                <a:tab pos="854075" algn="l"/>
              </a:tabLst>
            </a:pPr>
            <a:r>
              <a:rPr lang="en-US" altLang="en-US" sz="2400" dirty="0">
                <a:solidFill>
                  <a:srgbClr val="1F15A7"/>
                </a:solidFill>
              </a:rPr>
              <a:t>Symbol Tables</a:t>
            </a:r>
            <a:endParaRPr lang="en-US" altLang="en-US" sz="2400" dirty="0">
              <a:solidFill>
                <a:srgbClr val="1F15A7"/>
              </a:solidFill>
            </a:endParaRPr>
          </a:p>
          <a:p>
            <a:pPr marL="979170" lvl="1" indent="-514350" eaLnBrk="1" hangingPunct="1">
              <a:lnSpc>
                <a:spcPct val="125000"/>
              </a:lnSpc>
              <a:buFont typeface="+mj-lt"/>
              <a:buAutoNum type="romanLcPeriod"/>
              <a:tabLst>
                <a:tab pos="854075" algn="l"/>
              </a:tabLst>
            </a:pPr>
            <a:r>
              <a:rPr lang="en-US" altLang="en-US" sz="2400" dirty="0">
                <a:solidFill>
                  <a:srgbClr val="1F15A7"/>
                </a:solidFill>
              </a:rPr>
              <a:t>Language Facilities for Dynamic Storage Allocation</a:t>
            </a:r>
            <a:endParaRPr lang="en-US" altLang="en-US" sz="2400" dirty="0">
              <a:solidFill>
                <a:srgbClr val="1F15A7"/>
              </a:solidFill>
            </a:endParaRPr>
          </a:p>
          <a:p>
            <a:pPr marL="979170" lvl="1" indent="-514350" eaLnBrk="1" hangingPunct="1">
              <a:lnSpc>
                <a:spcPct val="125000"/>
              </a:lnSpc>
              <a:buFont typeface="+mj-lt"/>
              <a:buAutoNum type="romanLcPeriod"/>
              <a:tabLst>
                <a:tab pos="854075" algn="l"/>
              </a:tabLst>
            </a:pPr>
            <a:r>
              <a:rPr lang="en-US" altLang="en-US" sz="2400" dirty="0">
                <a:solidFill>
                  <a:srgbClr val="1F15A7"/>
                </a:solidFill>
              </a:rPr>
              <a:t>Dynamic Storage Allocation Techniques</a:t>
            </a:r>
            <a:endParaRPr lang="en-US" altLang="en-US" sz="2400" dirty="0">
              <a:solidFill>
                <a:srgbClr val="1F15A7"/>
              </a:solidFill>
            </a:endParaRPr>
          </a:p>
          <a:p>
            <a:pPr marL="979170" lvl="1" indent="-514350" eaLnBrk="1" hangingPunct="1">
              <a:lnSpc>
                <a:spcPct val="125000"/>
              </a:lnSpc>
              <a:buFont typeface="+mj-lt"/>
              <a:buAutoNum type="romanLcPeriod"/>
              <a:tabLst>
                <a:tab pos="854075" algn="l"/>
              </a:tabLst>
            </a:pPr>
            <a:r>
              <a:rPr lang="en-US" altLang="en-US" sz="2400" dirty="0">
                <a:solidFill>
                  <a:srgbClr val="1F15A7"/>
                </a:solidFill>
              </a:rPr>
              <a:t>Storage Allocation in Fortran</a:t>
            </a:r>
            <a:endParaRPr lang="en-US" altLang="en-US" sz="2400" dirty="0">
              <a:solidFill>
                <a:srgbClr val="1F15A7"/>
              </a:solidFill>
            </a:endParaRPr>
          </a:p>
        </p:txBody>
      </p:sp>
      <p:sp>
        <p:nvSpPr>
          <p:cNvPr id="11268" name="Text Box 4"/>
          <p:cNvSpPr txBox="1">
            <a:spLocks noChangeArrowheads="1"/>
          </p:cNvSpPr>
          <p:nvPr/>
        </p:nvSpPr>
        <p:spPr bwMode="auto">
          <a:xfrm>
            <a:off x="6757988" y="6326188"/>
            <a:ext cx="2351087" cy="492125"/>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0" tIns="0" rIns="0" bIns="0">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3200">
                <a:solidFill>
                  <a:srgbClr val="000000"/>
                </a:solidFill>
              </a:rPr>
              <a:t>………. Contd</a:t>
            </a:r>
            <a:r>
              <a:rPr lang="en-US" altLang="en-US" sz="3200">
                <a:solidFill>
                  <a:srgbClr val="FFFF99"/>
                </a:solidFill>
              </a:rPr>
              <a:t>.</a:t>
            </a:r>
            <a:endParaRPr lang="en-US" altLang="en-US" sz="3200">
              <a:solidFill>
                <a:srgbClr val="FFFF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11267">
                                            <p:txEl>
                                              <p:pRg st="1" end="1"/>
                                            </p:txEl>
                                          </p:spTgt>
                                        </p:tgtEl>
                                        <p:attrNameLst>
                                          <p:attrName>style.visibility</p:attrName>
                                        </p:attrNameLst>
                                      </p:cBhvr>
                                      <p:to>
                                        <p:strVal val="visible"/>
                                      </p:to>
                                    </p:set>
                                    <p:animEffect transition="in" filter="fade">
                                      <p:cBhvr>
                                        <p:cTn id="10" dur="1000"/>
                                        <p:tgtEl>
                                          <p:spTgt spid="11267">
                                            <p:txEl>
                                              <p:pRg st="1" end="1"/>
                                            </p:txEl>
                                          </p:spTgt>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11267">
                                            <p:txEl>
                                              <p:pRg st="2" end="2"/>
                                            </p:txEl>
                                          </p:spTgt>
                                        </p:tgtEl>
                                        <p:attrNameLst>
                                          <p:attrName>style.visibility</p:attrName>
                                        </p:attrNameLst>
                                      </p:cBhvr>
                                      <p:to>
                                        <p:strVal val="visible"/>
                                      </p:to>
                                    </p:set>
                                    <p:animEffect transition="in" filter="fade">
                                      <p:cBhvr>
                                        <p:cTn id="14" dur="1000"/>
                                        <p:tgtEl>
                                          <p:spTgt spid="11267">
                                            <p:txEl>
                                              <p:pRg st="2" end="2"/>
                                            </p:txEl>
                                          </p:spTgt>
                                        </p:tgtEl>
                                      </p:cBhvr>
                                    </p:animEffect>
                                  </p:childTnLst>
                                </p:cTn>
                              </p:par>
                            </p:childTnLst>
                          </p:cTn>
                        </p:par>
                        <p:par>
                          <p:cTn id="15" fill="hold">
                            <p:stCondLst>
                              <p:cond delay="2000"/>
                            </p:stCondLst>
                            <p:childTnLst>
                              <p:par>
                                <p:cTn id="16" presetID="10" presetClass="entr" presetSubtype="0" fill="hold" grpId="0" nodeType="afterEffect">
                                  <p:stCondLst>
                                    <p:cond delay="0"/>
                                  </p:stCondLst>
                                  <p:childTnLst>
                                    <p:set>
                                      <p:cBhvr>
                                        <p:cTn id="17" dur="1" fill="hold">
                                          <p:stCondLst>
                                            <p:cond delay="0"/>
                                          </p:stCondLst>
                                        </p:cTn>
                                        <p:tgtEl>
                                          <p:spTgt spid="11267">
                                            <p:txEl>
                                              <p:pRg st="3" end="3"/>
                                            </p:txEl>
                                          </p:spTgt>
                                        </p:tgtEl>
                                        <p:attrNameLst>
                                          <p:attrName>style.visibility</p:attrName>
                                        </p:attrNameLst>
                                      </p:cBhvr>
                                      <p:to>
                                        <p:strVal val="visible"/>
                                      </p:to>
                                    </p:set>
                                    <p:animEffect transition="in" filter="fade">
                                      <p:cBhvr>
                                        <p:cTn id="18" dur="1000"/>
                                        <p:tgtEl>
                                          <p:spTgt spid="11267">
                                            <p:txEl>
                                              <p:pRg st="3" end="3"/>
                                            </p:txEl>
                                          </p:spTgt>
                                        </p:tgtEl>
                                      </p:cBhvr>
                                    </p:animEffect>
                                  </p:childTnLst>
                                </p:cTn>
                              </p:par>
                            </p:childTnLst>
                          </p:cTn>
                        </p:par>
                        <p:par>
                          <p:cTn id="19" fill="hold">
                            <p:stCondLst>
                              <p:cond delay="3000"/>
                            </p:stCondLst>
                            <p:childTnLst>
                              <p:par>
                                <p:cTn id="20" presetID="10" presetClass="entr" presetSubtype="0" fill="hold" grpId="0" nodeType="afterEffect">
                                  <p:stCondLst>
                                    <p:cond delay="0"/>
                                  </p:stCondLst>
                                  <p:childTnLst>
                                    <p:set>
                                      <p:cBhvr>
                                        <p:cTn id="21" dur="1" fill="hold">
                                          <p:stCondLst>
                                            <p:cond delay="0"/>
                                          </p:stCondLst>
                                        </p:cTn>
                                        <p:tgtEl>
                                          <p:spTgt spid="11267">
                                            <p:txEl>
                                              <p:pRg st="4" end="4"/>
                                            </p:txEl>
                                          </p:spTgt>
                                        </p:tgtEl>
                                        <p:attrNameLst>
                                          <p:attrName>style.visibility</p:attrName>
                                        </p:attrNameLst>
                                      </p:cBhvr>
                                      <p:to>
                                        <p:strVal val="visible"/>
                                      </p:to>
                                    </p:set>
                                    <p:animEffect transition="in" filter="fade">
                                      <p:cBhvr>
                                        <p:cTn id="22" dur="1000"/>
                                        <p:tgtEl>
                                          <p:spTgt spid="11267">
                                            <p:txEl>
                                              <p:pRg st="4" end="4"/>
                                            </p:txEl>
                                          </p:spTgt>
                                        </p:tgtEl>
                                      </p:cBhvr>
                                    </p:animEffect>
                                  </p:childTnLst>
                                </p:cTn>
                              </p:par>
                            </p:childTnLst>
                          </p:cTn>
                        </p:par>
                        <p:par>
                          <p:cTn id="23" fill="hold">
                            <p:stCondLst>
                              <p:cond delay="4000"/>
                            </p:stCondLst>
                            <p:childTnLst>
                              <p:par>
                                <p:cTn id="24" presetID="10" presetClass="entr" presetSubtype="0" fill="hold" grpId="0" nodeType="afterEffect">
                                  <p:stCondLst>
                                    <p:cond delay="0"/>
                                  </p:stCondLst>
                                  <p:childTnLst>
                                    <p:set>
                                      <p:cBhvr>
                                        <p:cTn id="25" dur="1" fill="hold">
                                          <p:stCondLst>
                                            <p:cond delay="0"/>
                                          </p:stCondLst>
                                        </p:cTn>
                                        <p:tgtEl>
                                          <p:spTgt spid="11267">
                                            <p:txEl>
                                              <p:pRg st="5" end="5"/>
                                            </p:txEl>
                                          </p:spTgt>
                                        </p:tgtEl>
                                        <p:attrNameLst>
                                          <p:attrName>style.visibility</p:attrName>
                                        </p:attrNameLst>
                                      </p:cBhvr>
                                      <p:to>
                                        <p:strVal val="visible"/>
                                      </p:to>
                                    </p:set>
                                    <p:animEffect transition="in" filter="fade">
                                      <p:cBhvr>
                                        <p:cTn id="26" dur="1000"/>
                                        <p:tgtEl>
                                          <p:spTgt spid="11267">
                                            <p:txEl>
                                              <p:pRg st="5" end="5"/>
                                            </p:txEl>
                                          </p:spTgt>
                                        </p:tgtEl>
                                      </p:cBhvr>
                                    </p:animEffect>
                                  </p:childTnLst>
                                </p:cTn>
                              </p:par>
                            </p:childTnLst>
                          </p:cTn>
                        </p:par>
                        <p:par>
                          <p:cTn id="27" fill="hold">
                            <p:stCondLst>
                              <p:cond delay="5000"/>
                            </p:stCondLst>
                            <p:childTnLst>
                              <p:par>
                                <p:cTn id="28" presetID="10" presetClass="entr" presetSubtype="0" fill="hold" grpId="0" nodeType="afterEffect">
                                  <p:stCondLst>
                                    <p:cond delay="0"/>
                                  </p:stCondLst>
                                  <p:childTnLst>
                                    <p:set>
                                      <p:cBhvr>
                                        <p:cTn id="29" dur="1" fill="hold">
                                          <p:stCondLst>
                                            <p:cond delay="0"/>
                                          </p:stCondLst>
                                        </p:cTn>
                                        <p:tgtEl>
                                          <p:spTgt spid="11267">
                                            <p:txEl>
                                              <p:pRg st="6" end="6"/>
                                            </p:txEl>
                                          </p:spTgt>
                                        </p:tgtEl>
                                        <p:attrNameLst>
                                          <p:attrName>style.visibility</p:attrName>
                                        </p:attrNameLst>
                                      </p:cBhvr>
                                      <p:to>
                                        <p:strVal val="visible"/>
                                      </p:to>
                                    </p:set>
                                    <p:animEffect transition="in" filter="fade">
                                      <p:cBhvr>
                                        <p:cTn id="30" dur="1000"/>
                                        <p:tgtEl>
                                          <p:spTgt spid="11267">
                                            <p:txEl>
                                              <p:pRg st="6" end="6"/>
                                            </p:txEl>
                                          </p:spTgt>
                                        </p:tgtEl>
                                      </p:cBhvr>
                                    </p:animEffect>
                                  </p:childTnLst>
                                </p:cTn>
                              </p:par>
                            </p:childTnLst>
                          </p:cTn>
                        </p:par>
                        <p:par>
                          <p:cTn id="31" fill="hold">
                            <p:stCondLst>
                              <p:cond delay="6000"/>
                            </p:stCondLst>
                            <p:childTnLst>
                              <p:par>
                                <p:cTn id="32" presetID="10" presetClass="entr" presetSubtype="0" fill="hold" grpId="0" nodeType="afterEffect">
                                  <p:stCondLst>
                                    <p:cond delay="0"/>
                                  </p:stCondLst>
                                  <p:childTnLst>
                                    <p:set>
                                      <p:cBhvr>
                                        <p:cTn id="33" dur="1" fill="hold">
                                          <p:stCondLst>
                                            <p:cond delay="0"/>
                                          </p:stCondLst>
                                        </p:cTn>
                                        <p:tgtEl>
                                          <p:spTgt spid="11267">
                                            <p:txEl>
                                              <p:pRg st="7" end="7"/>
                                            </p:txEl>
                                          </p:spTgt>
                                        </p:tgtEl>
                                        <p:attrNameLst>
                                          <p:attrName>style.visibility</p:attrName>
                                        </p:attrNameLst>
                                      </p:cBhvr>
                                      <p:to>
                                        <p:strVal val="visible"/>
                                      </p:to>
                                    </p:set>
                                    <p:animEffect transition="in" filter="fade">
                                      <p:cBhvr>
                                        <p:cTn id="34" dur="1000"/>
                                        <p:tgtEl>
                                          <p:spTgt spid="11267">
                                            <p:txEl>
                                              <p:pRg st="7" end="7"/>
                                            </p:txEl>
                                          </p:spTgt>
                                        </p:tgtEl>
                                      </p:cBhvr>
                                    </p:animEffect>
                                  </p:childTnLst>
                                </p:cTn>
                              </p:par>
                            </p:childTnLst>
                          </p:cTn>
                        </p:par>
                        <p:par>
                          <p:cTn id="35" fill="hold">
                            <p:stCondLst>
                              <p:cond delay="7000"/>
                            </p:stCondLst>
                            <p:childTnLst>
                              <p:par>
                                <p:cTn id="36" presetID="10" presetClass="entr" presetSubtype="0" fill="hold" grpId="0" nodeType="afterEffect">
                                  <p:stCondLst>
                                    <p:cond delay="0"/>
                                  </p:stCondLst>
                                  <p:childTnLst>
                                    <p:set>
                                      <p:cBhvr>
                                        <p:cTn id="37" dur="1" fill="hold">
                                          <p:stCondLst>
                                            <p:cond delay="0"/>
                                          </p:stCondLst>
                                        </p:cTn>
                                        <p:tgtEl>
                                          <p:spTgt spid="11267">
                                            <p:txEl>
                                              <p:pRg st="8" end="8"/>
                                            </p:txEl>
                                          </p:spTgt>
                                        </p:tgtEl>
                                        <p:attrNameLst>
                                          <p:attrName>style.visibility</p:attrName>
                                        </p:attrNameLst>
                                      </p:cBhvr>
                                      <p:to>
                                        <p:strVal val="visible"/>
                                      </p:to>
                                    </p:set>
                                    <p:animEffect transition="in" filter="fade">
                                      <p:cBhvr>
                                        <p:cTn id="38" dur="1000"/>
                                        <p:tgtEl>
                                          <p:spTgt spid="11267">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grpId="0" nodeType="clickEffect">
                                  <p:stCondLst>
                                    <p:cond delay="0"/>
                                  </p:stCondLst>
                                  <p:childTnLst>
                                    <p:set>
                                      <p:cBhvr>
                                        <p:cTn id="42" dur="1" fill="hold">
                                          <p:stCondLst>
                                            <p:cond delay="0"/>
                                          </p:stCondLst>
                                        </p:cTn>
                                        <p:tgtEl>
                                          <p:spTgt spid="11268"/>
                                        </p:tgtEl>
                                        <p:attrNameLst>
                                          <p:attrName>style.visibility</p:attrName>
                                        </p:attrNameLst>
                                      </p:cBhvr>
                                      <p:to>
                                        <p:strVal val="visible"/>
                                      </p:to>
                                    </p:set>
                                    <p:anim calcmode="lin" valueType="num">
                                      <p:cBhvr>
                                        <p:cTn id="43" dur="1000" fill="hold"/>
                                        <p:tgtEl>
                                          <p:spTgt spid="11268"/>
                                        </p:tgtEl>
                                        <p:attrNameLst>
                                          <p:attrName>ppt_w</p:attrName>
                                        </p:attrNameLst>
                                      </p:cBhvr>
                                      <p:tavLst>
                                        <p:tav tm="0">
                                          <p:val>
                                            <p:strVal val="#ppt_w*0.70"/>
                                          </p:val>
                                        </p:tav>
                                        <p:tav tm="100000">
                                          <p:val>
                                            <p:strVal val="#ppt_w"/>
                                          </p:val>
                                        </p:tav>
                                      </p:tavLst>
                                    </p:anim>
                                    <p:anim calcmode="lin" valueType="num">
                                      <p:cBhvr>
                                        <p:cTn id="44" dur="1000" fill="hold"/>
                                        <p:tgtEl>
                                          <p:spTgt spid="11268"/>
                                        </p:tgtEl>
                                        <p:attrNameLst>
                                          <p:attrName>ppt_h</p:attrName>
                                        </p:attrNameLst>
                                      </p:cBhvr>
                                      <p:tavLst>
                                        <p:tav tm="0">
                                          <p:val>
                                            <p:strVal val="#ppt_h"/>
                                          </p:val>
                                        </p:tav>
                                        <p:tav tm="100000">
                                          <p:val>
                                            <p:strVal val="#ppt_h"/>
                                          </p:val>
                                        </p:tav>
                                      </p:tavLst>
                                    </p:anim>
                                    <p:animEffect transition="in" filter="fade">
                                      <p:cBhvr>
                                        <p:cTn id="45" dur="10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11268"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1D7EC55F-3BA1-4CF8-8782-7CEB5E8A33AA}" type="slidenum">
              <a:rPr lang="en-US" altLang="en-US">
                <a:solidFill>
                  <a:srgbClr val="FF99FF"/>
                </a:solidFill>
              </a:rPr>
            </a:fld>
            <a:endParaRPr lang="en-US" altLang="en-US">
              <a:solidFill>
                <a:srgbClr val="FF99FF"/>
              </a:solidFill>
            </a:endParaRPr>
          </a:p>
        </p:txBody>
      </p:sp>
      <p:sp>
        <p:nvSpPr>
          <p:cNvPr id="8195" name="Rectangle 2"/>
          <p:cNvSpPr>
            <a:spLocks noGrp="1" noChangeArrowheads="1"/>
          </p:cNvSpPr>
          <p:nvPr>
            <p:ph type="title"/>
          </p:nvPr>
        </p:nvSpPr>
        <p:spPr>
          <a:xfrm>
            <a:off x="395536" y="272425"/>
            <a:ext cx="7850188" cy="863600"/>
          </a:xfrm>
        </p:spPr>
        <p:txBody>
          <a:bodyPr/>
          <a:lstStyle/>
          <a:p>
            <a:pPr eaLnBrk="1" hangingPunct="1"/>
            <a:r>
              <a:rPr lang="en-US" altLang="en-US" b="1" dirty="0">
                <a:solidFill>
                  <a:srgbClr val="FF0000"/>
                </a:solidFill>
              </a:rPr>
              <a:t>Course Coverage ( in Detail )</a:t>
            </a:r>
            <a:endParaRPr lang="en-US" altLang="en-US" b="1" dirty="0">
              <a:solidFill>
                <a:srgbClr val="FF0000"/>
              </a:solidFill>
            </a:endParaRPr>
          </a:p>
        </p:txBody>
      </p:sp>
      <p:sp>
        <p:nvSpPr>
          <p:cNvPr id="12291" name="Rectangle 3"/>
          <p:cNvSpPr>
            <a:spLocks noGrp="1" noChangeArrowheads="1"/>
          </p:cNvSpPr>
          <p:nvPr>
            <p:ph type="body" idx="1"/>
          </p:nvPr>
        </p:nvSpPr>
        <p:spPr>
          <a:xfrm>
            <a:off x="179705" y="1340485"/>
            <a:ext cx="8919845" cy="5257165"/>
          </a:xfrm>
        </p:spPr>
        <p:txBody>
          <a:bodyPr/>
          <a:lstStyle/>
          <a:p>
            <a:pPr marL="457200" indent="-457200" eaLnBrk="1" hangingPunct="1">
              <a:buFont typeface="Wingdings" panose="05000000000000000000" pitchFamily="2" charset="2"/>
              <a:buAutoNum type="arabicPeriod" startAt="6"/>
              <a:tabLst>
                <a:tab pos="974725" algn="l"/>
              </a:tabLst>
            </a:pPr>
            <a:r>
              <a:rPr lang="en-US" altLang="en-US" sz="2400" b="1" dirty="0">
                <a:solidFill>
                  <a:srgbClr val="FF0000"/>
                </a:solidFill>
              </a:rPr>
              <a:t>Intermediate Code generation</a:t>
            </a:r>
            <a:endParaRPr lang="en-US" altLang="en-US" sz="2400" b="1" dirty="0">
              <a:solidFill>
                <a:srgbClr val="FF0000"/>
              </a:solidFill>
            </a:endParaRPr>
          </a:p>
          <a:p>
            <a:pPr marL="1085850" lvl="1" indent="-514350" eaLnBrk="1" hangingPunct="1">
              <a:buFont typeface="+mj-lt"/>
              <a:buAutoNum type="romanLcPeriod"/>
              <a:tabLst>
                <a:tab pos="974725" algn="l"/>
              </a:tabLst>
            </a:pPr>
            <a:r>
              <a:rPr lang="en-US" altLang="en-US" sz="2400" dirty="0">
                <a:solidFill>
                  <a:srgbClr val="1F15A7"/>
                </a:solidFill>
              </a:rPr>
              <a:t>Intermediate languages</a:t>
            </a:r>
            <a:endParaRPr lang="en-US" altLang="en-US" sz="2400" dirty="0">
              <a:solidFill>
                <a:srgbClr val="1F15A7"/>
              </a:solidFill>
            </a:endParaRPr>
          </a:p>
          <a:p>
            <a:pPr marL="1085850" lvl="1" indent="-514350" eaLnBrk="1" hangingPunct="1">
              <a:buFont typeface="+mj-lt"/>
              <a:buAutoNum type="romanLcPeriod"/>
              <a:tabLst>
                <a:tab pos="974725" algn="l"/>
              </a:tabLst>
            </a:pPr>
            <a:r>
              <a:rPr lang="en-US" altLang="en-US" sz="2400" dirty="0">
                <a:solidFill>
                  <a:srgbClr val="1F15A7"/>
                </a:solidFill>
              </a:rPr>
              <a:t>Declarations &amp; Assignment statements</a:t>
            </a:r>
            <a:endParaRPr lang="en-US" altLang="en-US" sz="2400" dirty="0">
              <a:solidFill>
                <a:srgbClr val="1F15A7"/>
              </a:solidFill>
            </a:endParaRPr>
          </a:p>
          <a:p>
            <a:pPr marL="1085850" lvl="1" indent="-514350" eaLnBrk="1" hangingPunct="1">
              <a:buFont typeface="+mj-lt"/>
              <a:buAutoNum type="romanLcPeriod"/>
              <a:tabLst>
                <a:tab pos="974725" algn="l"/>
              </a:tabLst>
            </a:pPr>
            <a:r>
              <a:rPr lang="en-US" altLang="en-US" sz="2400" dirty="0">
                <a:solidFill>
                  <a:srgbClr val="1F15A7"/>
                </a:solidFill>
              </a:rPr>
              <a:t>Boolean expressions &amp; Case statements</a:t>
            </a:r>
            <a:endParaRPr lang="en-US" altLang="en-US" sz="2400" dirty="0">
              <a:solidFill>
                <a:srgbClr val="1F15A7"/>
              </a:solidFill>
            </a:endParaRPr>
          </a:p>
          <a:p>
            <a:pPr marL="457200" indent="-457200" eaLnBrk="1" hangingPunct="1">
              <a:buFont typeface="Wingdings" panose="05000000000000000000" pitchFamily="2" charset="2"/>
              <a:buAutoNum type="arabicPeriod" startAt="6"/>
              <a:tabLst>
                <a:tab pos="974725" algn="l"/>
              </a:tabLst>
            </a:pPr>
            <a:r>
              <a:rPr lang="en-US" altLang="en-US" sz="2400" b="1" dirty="0">
                <a:solidFill>
                  <a:srgbClr val="FF0000"/>
                </a:solidFill>
              </a:rPr>
              <a:t>Code Generation and Optimization</a:t>
            </a:r>
            <a:endParaRPr lang="en-US" altLang="en-US" sz="2400" b="1" dirty="0">
              <a:solidFill>
                <a:srgbClr val="FF0000"/>
              </a:solidFill>
            </a:endParaRPr>
          </a:p>
          <a:p>
            <a:pPr marL="1085850" lvl="1" indent="-514350" eaLnBrk="1" hangingPunct="1">
              <a:buFont typeface="+mj-lt"/>
              <a:buAutoNum type="romanLcPeriod"/>
              <a:tabLst>
                <a:tab pos="974725" algn="l"/>
              </a:tabLst>
            </a:pPr>
            <a:r>
              <a:rPr lang="en-US" altLang="en-US" sz="2400" dirty="0">
                <a:solidFill>
                  <a:srgbClr val="1F15A7"/>
                </a:solidFill>
              </a:rPr>
              <a:t>Issues In The Design Of Code Generators</a:t>
            </a:r>
            <a:endParaRPr lang="en-US" altLang="en-US" sz="2400" dirty="0">
              <a:solidFill>
                <a:srgbClr val="1F15A7"/>
              </a:solidFill>
            </a:endParaRPr>
          </a:p>
          <a:p>
            <a:pPr marL="1085850" lvl="1" indent="-514350" eaLnBrk="1" hangingPunct="1">
              <a:buFont typeface="+mj-lt"/>
              <a:buAutoNum type="romanLcPeriod"/>
              <a:tabLst>
                <a:tab pos="974725" algn="l"/>
              </a:tabLst>
            </a:pPr>
            <a:r>
              <a:rPr lang="en-US" altLang="en-US" sz="2400" dirty="0">
                <a:solidFill>
                  <a:srgbClr val="1F15A7"/>
                </a:solidFill>
              </a:rPr>
              <a:t>The Target Machine &amp; Run Time Storage  Management</a:t>
            </a:r>
            <a:endParaRPr lang="en-US" altLang="en-US" sz="2400" dirty="0">
              <a:solidFill>
                <a:srgbClr val="1F15A7"/>
              </a:solidFill>
            </a:endParaRPr>
          </a:p>
          <a:p>
            <a:pPr marL="1085850" lvl="1" indent="-514350" eaLnBrk="1" hangingPunct="1">
              <a:buFont typeface="+mj-lt"/>
              <a:buAutoNum type="romanLcPeriod"/>
              <a:tabLst>
                <a:tab pos="974725" algn="l"/>
              </a:tabLst>
            </a:pPr>
            <a:r>
              <a:rPr lang="en-US" altLang="en-US" sz="2400" dirty="0">
                <a:solidFill>
                  <a:srgbClr val="1F15A7"/>
                </a:solidFill>
              </a:rPr>
              <a:t>Basic Blocks And Flow Graphs </a:t>
            </a:r>
            <a:endParaRPr lang="en-US" altLang="en-US" sz="2400" dirty="0">
              <a:solidFill>
                <a:srgbClr val="1F15A7"/>
              </a:solidFill>
            </a:endParaRPr>
          </a:p>
          <a:p>
            <a:pPr marL="1085850" lvl="1" indent="-514350" eaLnBrk="1" hangingPunct="1">
              <a:buFont typeface="+mj-lt"/>
              <a:buAutoNum type="romanLcPeriod"/>
              <a:tabLst>
                <a:tab pos="974725" algn="l"/>
              </a:tabLst>
            </a:pPr>
            <a:r>
              <a:rPr lang="en-US" altLang="en-US" sz="2400" dirty="0">
                <a:solidFill>
                  <a:srgbClr val="1F15A7"/>
                </a:solidFill>
              </a:rPr>
              <a:t>Next-use Information</a:t>
            </a:r>
            <a:endParaRPr lang="en-US" altLang="en-US" sz="2400" dirty="0">
              <a:solidFill>
                <a:srgbClr val="1F15A7"/>
              </a:solidFill>
            </a:endParaRPr>
          </a:p>
          <a:p>
            <a:pPr marL="1085850" lvl="1" indent="-514350" eaLnBrk="1" hangingPunct="1">
              <a:buFont typeface="+mj-lt"/>
              <a:buAutoNum type="romanLcPeriod"/>
              <a:tabLst>
                <a:tab pos="974725" algn="l"/>
              </a:tabLst>
            </a:pPr>
            <a:r>
              <a:rPr lang="en-US" altLang="en-US" sz="2400" dirty="0">
                <a:solidFill>
                  <a:srgbClr val="1F15A7"/>
                </a:solidFill>
              </a:rPr>
              <a:t>A Simple Code Generator</a:t>
            </a:r>
            <a:endParaRPr lang="en-US" altLang="en-US" sz="2400" dirty="0">
              <a:solidFill>
                <a:srgbClr val="1F15A7"/>
              </a:solidFill>
            </a:endParaRPr>
          </a:p>
          <a:p>
            <a:pPr marL="1085850" lvl="1" indent="-514350" eaLnBrk="1" hangingPunct="1">
              <a:buFont typeface="+mj-lt"/>
              <a:buAutoNum type="romanLcPeriod"/>
              <a:tabLst>
                <a:tab pos="974725" algn="l"/>
              </a:tabLst>
            </a:pPr>
            <a:r>
              <a:rPr lang="en-US" altLang="en-US" sz="2400" dirty="0">
                <a:solidFill>
                  <a:srgbClr val="1F15A7"/>
                </a:solidFill>
              </a:rPr>
              <a:t>Register Allocation &amp; Assignment</a:t>
            </a:r>
            <a:endParaRPr lang="en-US" altLang="en-US" sz="2400" dirty="0">
              <a:solidFill>
                <a:srgbClr val="1F15A7"/>
              </a:solidFill>
            </a:endParaRPr>
          </a:p>
          <a:p>
            <a:pPr marL="1085850" lvl="1" indent="-514350" eaLnBrk="1" hangingPunct="1">
              <a:buFont typeface="+mj-lt"/>
              <a:buAutoNum type="romanLcPeriod"/>
              <a:tabLst>
                <a:tab pos="974725" algn="l"/>
              </a:tabLst>
            </a:pPr>
            <a:r>
              <a:rPr lang="en-US" altLang="en-US" sz="2400" dirty="0">
                <a:solidFill>
                  <a:srgbClr val="1F15A7"/>
                </a:solidFill>
              </a:rPr>
              <a:t>The Dag  Representation Of Basic Blocks</a:t>
            </a:r>
            <a:endParaRPr lang="en-US" altLang="en-US" sz="2400" dirty="0">
              <a:solidFill>
                <a:srgbClr val="1F15A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29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29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29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29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291">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291">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291">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291">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29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4C98F9DC-6B24-4D4D-9BA9-20DDFBD030AE}" type="slidenum">
              <a:rPr lang="en-US" altLang="en-US">
                <a:solidFill>
                  <a:srgbClr val="FF99FF"/>
                </a:solidFill>
              </a:rPr>
            </a:fld>
            <a:endParaRPr lang="en-US" altLang="en-US">
              <a:solidFill>
                <a:srgbClr val="FF99FF"/>
              </a:solidFill>
            </a:endParaRPr>
          </a:p>
        </p:txBody>
      </p:sp>
      <p:sp>
        <p:nvSpPr>
          <p:cNvPr id="9219" name="Rectangle 2"/>
          <p:cNvSpPr>
            <a:spLocks noGrp="1" noChangeArrowheads="1"/>
          </p:cNvSpPr>
          <p:nvPr>
            <p:ph type="ctrTitle"/>
          </p:nvPr>
        </p:nvSpPr>
        <p:spPr>
          <a:xfrm>
            <a:off x="611188" y="1700213"/>
            <a:ext cx="7772400" cy="2520950"/>
          </a:xfrm>
        </p:spPr>
        <p:txBody>
          <a:bodyPr/>
          <a:lstStyle/>
          <a:p>
            <a:pPr eaLnBrk="1" hangingPunct="1">
              <a:lnSpc>
                <a:spcPct val="140000"/>
              </a:lnSpc>
            </a:pPr>
            <a:r>
              <a:rPr lang="en-US" altLang="en-US" sz="6000" b="1" dirty="0"/>
              <a:t> </a:t>
            </a:r>
            <a:r>
              <a:rPr lang="en-US" altLang="en-US" sz="6000" b="1" dirty="0">
                <a:solidFill>
                  <a:srgbClr val="FF0000"/>
                </a:solidFill>
              </a:rPr>
              <a:t>– 1 –  </a:t>
            </a:r>
            <a:br>
              <a:rPr lang="en-US" altLang="en-US" sz="6000" b="1" dirty="0">
                <a:solidFill>
                  <a:srgbClr val="FF0000"/>
                </a:solidFill>
              </a:rPr>
            </a:br>
            <a:r>
              <a:rPr lang="en-US" altLang="en-US" sz="6000" b="1" dirty="0">
                <a:solidFill>
                  <a:srgbClr val="FF0000"/>
                </a:solidFill>
              </a:rPr>
              <a:t> INTRODUCTION</a:t>
            </a:r>
            <a:endParaRPr lang="en-US" altLang="en-US" sz="6000" b="1"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168B4271-1B3D-4D29-8B48-1C90DA221B63}" type="slidenum">
              <a:rPr lang="en-US" altLang="en-US">
                <a:solidFill>
                  <a:srgbClr val="FF99FF"/>
                </a:solidFill>
              </a:rPr>
            </a:fld>
            <a:endParaRPr lang="en-US" altLang="en-US">
              <a:solidFill>
                <a:srgbClr val="FF99FF"/>
              </a:solidFill>
            </a:endParaRPr>
          </a:p>
        </p:txBody>
      </p:sp>
      <p:sp>
        <p:nvSpPr>
          <p:cNvPr id="10243" name="Rectangle 2"/>
          <p:cNvSpPr>
            <a:spLocks noGrp="1" noChangeArrowheads="1"/>
          </p:cNvSpPr>
          <p:nvPr>
            <p:ph type="title"/>
          </p:nvPr>
        </p:nvSpPr>
        <p:spPr>
          <a:xfrm>
            <a:off x="250825" y="115888"/>
            <a:ext cx="8642350" cy="936625"/>
          </a:xfrm>
        </p:spPr>
        <p:txBody>
          <a:bodyPr/>
          <a:lstStyle/>
          <a:p>
            <a:pPr eaLnBrk="1" hangingPunct="1"/>
            <a:r>
              <a:rPr lang="en-US" altLang="en-US" b="1" dirty="0">
                <a:solidFill>
                  <a:srgbClr val="FF0000"/>
                </a:solidFill>
              </a:rPr>
              <a:t>OBJECTIVES</a:t>
            </a:r>
            <a:endParaRPr lang="en-US" altLang="en-US" b="1" dirty="0">
              <a:solidFill>
                <a:srgbClr val="FF0000"/>
              </a:solidFill>
            </a:endParaRPr>
          </a:p>
        </p:txBody>
      </p:sp>
      <p:sp>
        <p:nvSpPr>
          <p:cNvPr id="15363" name="Rectangle 3"/>
          <p:cNvSpPr>
            <a:spLocks noGrp="1" noChangeArrowheads="1"/>
          </p:cNvSpPr>
          <p:nvPr>
            <p:ph type="body" idx="1"/>
          </p:nvPr>
        </p:nvSpPr>
        <p:spPr>
          <a:xfrm>
            <a:off x="179388" y="1196975"/>
            <a:ext cx="8785225" cy="5256213"/>
          </a:xfrm>
        </p:spPr>
        <p:txBody>
          <a:bodyPr/>
          <a:lstStyle/>
          <a:p>
            <a:pPr marL="609600" indent="-609600" eaLnBrk="1" hangingPunct="1">
              <a:lnSpc>
                <a:spcPct val="185000"/>
              </a:lnSpc>
              <a:buNone/>
            </a:pPr>
            <a:r>
              <a:rPr lang="en-US" altLang="en-US" sz="2400" dirty="0">
                <a:solidFill>
                  <a:srgbClr val="FF0000"/>
                </a:solidFill>
              </a:rPr>
              <a:t>To understand </a:t>
            </a:r>
            <a:endParaRPr lang="en-US" altLang="en-US" sz="2400" dirty="0">
              <a:solidFill>
                <a:srgbClr val="FF0000"/>
              </a:solidFill>
            </a:endParaRPr>
          </a:p>
          <a:p>
            <a:pPr marL="1279525" lvl="1" indent="-533400" eaLnBrk="1" hangingPunct="1">
              <a:lnSpc>
                <a:spcPct val="185000"/>
              </a:lnSpc>
              <a:buFont typeface="Wingdings" panose="05000000000000000000" pitchFamily="2" charset="2"/>
              <a:buAutoNum type="arabicPeriod"/>
            </a:pPr>
            <a:r>
              <a:rPr lang="en-US" altLang="en-US" sz="2400" dirty="0">
                <a:solidFill>
                  <a:srgbClr val="1F15A7"/>
                </a:solidFill>
              </a:rPr>
              <a:t>Properties and notions of programming languages</a:t>
            </a:r>
            <a:endParaRPr lang="en-US" altLang="en-US" sz="2400" dirty="0">
              <a:solidFill>
                <a:srgbClr val="1F15A7"/>
              </a:solidFill>
            </a:endParaRPr>
          </a:p>
          <a:p>
            <a:pPr marL="1279525" lvl="1" indent="-533400" eaLnBrk="1" hangingPunct="1">
              <a:lnSpc>
                <a:spcPct val="185000"/>
              </a:lnSpc>
              <a:buFont typeface="Wingdings" panose="05000000000000000000" pitchFamily="2" charset="2"/>
              <a:buAutoNum type="arabicPeriod"/>
            </a:pPr>
            <a:r>
              <a:rPr lang="en-US" altLang="en-US" sz="2400" dirty="0">
                <a:solidFill>
                  <a:srgbClr val="1F15A7"/>
                </a:solidFill>
              </a:rPr>
              <a:t>Programming Paradigms</a:t>
            </a:r>
            <a:endParaRPr lang="en-US" altLang="en-US" sz="2400" dirty="0">
              <a:solidFill>
                <a:srgbClr val="1F15A7"/>
              </a:solidFill>
            </a:endParaRPr>
          </a:p>
          <a:p>
            <a:pPr marL="1279525" lvl="1" indent="-533400" eaLnBrk="1" hangingPunct="1">
              <a:lnSpc>
                <a:spcPct val="185000"/>
              </a:lnSpc>
              <a:buFont typeface="Wingdings" panose="05000000000000000000" pitchFamily="2" charset="2"/>
              <a:buAutoNum type="arabicPeriod"/>
            </a:pPr>
            <a:r>
              <a:rPr lang="en-US" altLang="en-US" sz="2400" dirty="0">
                <a:solidFill>
                  <a:srgbClr val="1F15A7"/>
                </a:solidFill>
              </a:rPr>
              <a:t>Fundamental techniques</a:t>
            </a:r>
            <a:r>
              <a:rPr lang="en-US" altLang="en-US" sz="2400" b="1" dirty="0">
                <a:solidFill>
                  <a:srgbClr val="1F15A7"/>
                </a:solidFill>
              </a:rPr>
              <a:t> </a:t>
            </a:r>
            <a:endParaRPr lang="en-US" altLang="en-US" sz="2400" b="1" dirty="0">
              <a:solidFill>
                <a:srgbClr val="1F15A7"/>
              </a:solidFill>
            </a:endParaRPr>
          </a:p>
          <a:p>
            <a:pPr marL="746125" lvl="1" indent="0" eaLnBrk="1" hangingPunct="1">
              <a:lnSpc>
                <a:spcPct val="185000"/>
              </a:lnSpc>
              <a:buFont typeface="Wingdings" panose="05000000000000000000" pitchFamily="2" charset="2"/>
              <a:buNone/>
            </a:pPr>
            <a:r>
              <a:rPr lang="en-US" altLang="en-US" sz="2400" b="1" dirty="0">
                <a:solidFill>
                  <a:srgbClr val="FF0000"/>
                </a:solidFill>
              </a:rPr>
              <a:t>of language implementation – the “Compiler”</a:t>
            </a:r>
            <a:endParaRPr lang="en-US"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6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6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C131624F-3A9D-4B7C-A63B-1EC009D77691}" type="slidenum">
              <a:rPr lang="en-US" altLang="en-US">
                <a:solidFill>
                  <a:srgbClr val="FF99FF"/>
                </a:solidFill>
              </a:rPr>
            </a:fld>
            <a:endParaRPr lang="en-US" altLang="en-US">
              <a:solidFill>
                <a:srgbClr val="FF99FF"/>
              </a:solidFill>
            </a:endParaRPr>
          </a:p>
        </p:txBody>
      </p:sp>
      <p:sp>
        <p:nvSpPr>
          <p:cNvPr id="12291" name="Rectangle 2"/>
          <p:cNvSpPr>
            <a:spLocks noGrp="1" noChangeArrowheads="1"/>
          </p:cNvSpPr>
          <p:nvPr>
            <p:ph type="title"/>
          </p:nvPr>
        </p:nvSpPr>
        <p:spPr>
          <a:xfrm>
            <a:off x="-29209" y="516283"/>
            <a:ext cx="7164288" cy="706091"/>
          </a:xfrm>
        </p:spPr>
        <p:txBody>
          <a:bodyPr/>
          <a:lstStyle/>
          <a:p>
            <a:pPr eaLnBrk="1" hangingPunct="1"/>
            <a:r>
              <a:rPr lang="en-US" altLang="en-US" sz="4000" b="1" dirty="0">
                <a:solidFill>
                  <a:srgbClr val="FF0000"/>
                </a:solidFill>
              </a:rPr>
              <a:t>Programming Languages – What ?</a:t>
            </a:r>
            <a:endParaRPr lang="en-US" altLang="en-US" sz="4000" b="1" dirty="0">
              <a:solidFill>
                <a:srgbClr val="FF0000"/>
              </a:solidFill>
            </a:endParaRPr>
          </a:p>
        </p:txBody>
      </p:sp>
      <p:sp>
        <p:nvSpPr>
          <p:cNvPr id="12292" name="Rectangle 3"/>
          <p:cNvSpPr>
            <a:spLocks noGrp="1" noChangeArrowheads="1"/>
          </p:cNvSpPr>
          <p:nvPr>
            <p:ph type="body" idx="1"/>
          </p:nvPr>
        </p:nvSpPr>
        <p:spPr>
          <a:xfrm>
            <a:off x="179388" y="1417637"/>
            <a:ext cx="8785225" cy="5108575"/>
          </a:xfrm>
        </p:spPr>
        <p:txBody>
          <a:bodyPr/>
          <a:lstStyle/>
          <a:p>
            <a:pPr marL="457200" indent="-457200" eaLnBrk="1" hangingPunct="1">
              <a:lnSpc>
                <a:spcPct val="150000"/>
              </a:lnSpc>
              <a:buFont typeface="Wingdings" panose="05000000000000000000" pitchFamily="2" charset="2"/>
              <a:buAutoNum type="arabicPeriod"/>
            </a:pPr>
            <a:r>
              <a:rPr lang="en-US" altLang="en-US" sz="2000" dirty="0"/>
              <a:t>Are </a:t>
            </a:r>
            <a:r>
              <a:rPr lang="en-US" altLang="en-US" sz="2000" u="sng" dirty="0">
                <a:solidFill>
                  <a:srgbClr val="FF0000"/>
                </a:solidFill>
              </a:rPr>
              <a:t>notations</a:t>
            </a:r>
            <a:r>
              <a:rPr lang="en-US" altLang="en-US" sz="2000" dirty="0">
                <a:solidFill>
                  <a:srgbClr val="FF0000"/>
                </a:solidFill>
              </a:rPr>
              <a:t> </a:t>
            </a:r>
            <a:r>
              <a:rPr lang="en-US" altLang="en-US" sz="2000" dirty="0"/>
              <a:t>used for specifying organizing and reasoning about computations</a:t>
            </a:r>
            <a:endParaRPr lang="en-US" altLang="en-US" sz="2000" dirty="0"/>
          </a:p>
          <a:p>
            <a:pPr marL="457200" indent="-457200" eaLnBrk="1" hangingPunct="1">
              <a:lnSpc>
                <a:spcPct val="150000"/>
              </a:lnSpc>
              <a:buFont typeface="Wingdings" panose="05000000000000000000" pitchFamily="2" charset="2"/>
              <a:buAutoNum type="arabicPeriod"/>
            </a:pPr>
            <a:r>
              <a:rPr lang="en-US" altLang="en-US" sz="2000" dirty="0"/>
              <a:t>A </a:t>
            </a:r>
            <a:r>
              <a:rPr lang="en-US" altLang="en-US" sz="2000" u="sng" dirty="0">
                <a:solidFill>
                  <a:srgbClr val="FF0000"/>
                </a:solidFill>
              </a:rPr>
              <a:t>set of rules</a:t>
            </a:r>
            <a:r>
              <a:rPr lang="en-US" altLang="en-US" sz="2000" u="sng" dirty="0"/>
              <a:t> </a:t>
            </a:r>
            <a:r>
              <a:rPr lang="en-US" altLang="en-US" sz="2000" dirty="0"/>
              <a:t>that specify which sequences of symbols constitute a program and what computation the program describes (A </a:t>
            </a:r>
            <a:r>
              <a:rPr lang="en-US" altLang="en-US" sz="2000" i="1" dirty="0"/>
              <a:t>program </a:t>
            </a:r>
            <a:r>
              <a:rPr lang="en-US" altLang="en-US" sz="2000" dirty="0"/>
              <a:t>being a sequence of symbols that specifies a computation)</a:t>
            </a:r>
            <a:endParaRPr lang="en-US" altLang="en-US" sz="2000" dirty="0"/>
          </a:p>
          <a:p>
            <a:pPr marL="457200" indent="-457200" eaLnBrk="1" hangingPunct="1">
              <a:lnSpc>
                <a:spcPct val="150000"/>
              </a:lnSpc>
              <a:buFont typeface="Wingdings" panose="05000000000000000000" pitchFamily="2" charset="2"/>
              <a:buAutoNum type="arabicPeriod"/>
            </a:pPr>
            <a:r>
              <a:rPr lang="en-US" altLang="en-US" sz="2000" dirty="0"/>
              <a:t>An </a:t>
            </a:r>
            <a:r>
              <a:rPr lang="en-US" altLang="en-US" sz="2000" u="sng" dirty="0">
                <a:solidFill>
                  <a:srgbClr val="FF0000"/>
                </a:solidFill>
              </a:rPr>
              <a:t>abstraction</a:t>
            </a:r>
            <a:r>
              <a:rPr lang="en-US" altLang="en-US" sz="2000" dirty="0"/>
              <a:t> mechanism that enables a programmer to specify a computation abstractly, and to let a program (usually called an assembler, compiler or interpreter) implement the specification   in the detailed form needed for execution on a computer.</a:t>
            </a:r>
            <a:endParaRPr lang="en-US" alt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2C02C40C-ABA9-4A6B-A429-12BC6C052541}" type="slidenum">
              <a:rPr lang="en-US" altLang="en-US">
                <a:solidFill>
                  <a:srgbClr val="FF99FF"/>
                </a:solidFill>
              </a:rPr>
            </a:fld>
            <a:endParaRPr lang="en-US" altLang="en-US">
              <a:solidFill>
                <a:srgbClr val="FF99FF"/>
              </a:solidFill>
            </a:endParaRPr>
          </a:p>
        </p:txBody>
      </p:sp>
      <p:sp>
        <p:nvSpPr>
          <p:cNvPr id="13315" name="Rectangle 2"/>
          <p:cNvSpPr>
            <a:spLocks noGrp="1" noChangeArrowheads="1"/>
          </p:cNvSpPr>
          <p:nvPr>
            <p:ph type="title"/>
          </p:nvPr>
        </p:nvSpPr>
        <p:spPr>
          <a:xfrm>
            <a:off x="-35294" y="365178"/>
            <a:ext cx="8443191" cy="719733"/>
          </a:xfrm>
        </p:spPr>
        <p:txBody>
          <a:bodyPr/>
          <a:lstStyle/>
          <a:p>
            <a:pPr eaLnBrk="1" hangingPunct="1"/>
            <a:r>
              <a:rPr lang="en-US" altLang="en-US" sz="4000" b="1" dirty="0">
                <a:solidFill>
                  <a:srgbClr val="FF0000"/>
                </a:solidFill>
              </a:rPr>
              <a:t>A Programming Language is defined by:</a:t>
            </a:r>
            <a:endParaRPr lang="en-US" altLang="en-US" sz="4000" b="1" dirty="0">
              <a:solidFill>
                <a:srgbClr val="FF0000"/>
              </a:solidFill>
            </a:endParaRPr>
          </a:p>
        </p:txBody>
      </p:sp>
      <p:sp>
        <p:nvSpPr>
          <p:cNvPr id="19459" name="Rectangle 3"/>
          <p:cNvSpPr>
            <a:spLocks noGrp="1" noChangeArrowheads="1"/>
          </p:cNvSpPr>
          <p:nvPr>
            <p:ph type="body" idx="1"/>
          </p:nvPr>
        </p:nvSpPr>
        <p:spPr>
          <a:xfrm>
            <a:off x="107949" y="1337376"/>
            <a:ext cx="8964612" cy="5543550"/>
          </a:xfrm>
        </p:spPr>
        <p:txBody>
          <a:bodyPr/>
          <a:lstStyle/>
          <a:p>
            <a:pPr marL="396875" indent="-396875" eaLnBrk="1" hangingPunct="1">
              <a:lnSpc>
                <a:spcPct val="105000"/>
              </a:lnSpc>
              <a:buFont typeface="Wingdings" panose="05000000000000000000" pitchFamily="2" charset="2"/>
              <a:buAutoNum type="arabicPeriod"/>
            </a:pPr>
            <a:r>
              <a:rPr lang="en-US" altLang="en-US" sz="2000" dirty="0">
                <a:solidFill>
                  <a:srgbClr val="FF0000"/>
                </a:solidFill>
              </a:rPr>
              <a:t>SYNTAX: </a:t>
            </a:r>
            <a:endParaRPr lang="en-US" altLang="en-US" sz="2000" dirty="0">
              <a:solidFill>
                <a:srgbClr val="FF0000"/>
              </a:solidFill>
            </a:endParaRPr>
          </a:p>
          <a:p>
            <a:pPr marL="914400" lvl="1" indent="-396875" eaLnBrk="1" hangingPunct="1">
              <a:lnSpc>
                <a:spcPct val="105000"/>
              </a:lnSpc>
            </a:pPr>
            <a:r>
              <a:rPr lang="en-US" altLang="en-US" sz="2000" dirty="0"/>
              <a:t>Decides whether a sentence in a language is well-formed </a:t>
            </a:r>
            <a:endParaRPr lang="en-US" altLang="en-US" sz="2000" dirty="0"/>
          </a:p>
          <a:p>
            <a:pPr marL="396875" indent="-396875" eaLnBrk="1" hangingPunct="1">
              <a:lnSpc>
                <a:spcPct val="105000"/>
              </a:lnSpc>
              <a:buFont typeface="Wingdings" panose="05000000000000000000" pitchFamily="2" charset="2"/>
              <a:buNone/>
            </a:pPr>
            <a:r>
              <a:rPr lang="en-US" altLang="en-US" sz="2000" b="1" dirty="0"/>
              <a:t>	</a:t>
            </a:r>
            <a:r>
              <a:rPr lang="en-US" altLang="en-US" sz="2000" i="1" dirty="0">
                <a:solidFill>
                  <a:srgbClr val="996633"/>
                </a:solidFill>
              </a:rPr>
              <a:t>The sun is shining</a:t>
            </a:r>
            <a:r>
              <a:rPr lang="en-US" altLang="en-US" sz="2000" i="1" dirty="0"/>
              <a:t>  </a:t>
            </a:r>
            <a:endParaRPr lang="en-US" altLang="en-US" sz="2000" i="1" dirty="0"/>
          </a:p>
          <a:p>
            <a:pPr marL="396875" indent="-396875" eaLnBrk="1" hangingPunct="1">
              <a:lnSpc>
                <a:spcPct val="105000"/>
              </a:lnSpc>
              <a:buFont typeface="Wingdings" panose="05000000000000000000" pitchFamily="2" charset="2"/>
              <a:buAutoNum type="arabicPeriod" startAt="2"/>
            </a:pPr>
            <a:r>
              <a:rPr lang="en-US" altLang="en-US" sz="2000" dirty="0">
                <a:solidFill>
                  <a:srgbClr val="FF0000"/>
                </a:solidFill>
              </a:rPr>
              <a:t>SEMANTICS</a:t>
            </a:r>
            <a:endParaRPr lang="en-US" altLang="en-US" sz="2000" dirty="0">
              <a:solidFill>
                <a:srgbClr val="FF0000"/>
              </a:solidFill>
            </a:endParaRPr>
          </a:p>
          <a:p>
            <a:pPr marL="914400" lvl="1" indent="-396875" eaLnBrk="1" hangingPunct="1">
              <a:lnSpc>
                <a:spcPct val="105000"/>
              </a:lnSpc>
            </a:pPr>
            <a:r>
              <a:rPr lang="en-US" altLang="en-US" sz="2000" dirty="0"/>
              <a:t>Determines the meaning, if any, of a syntactically well-formed  sentence</a:t>
            </a:r>
            <a:endParaRPr lang="en-US" altLang="en-US" sz="2000" dirty="0"/>
          </a:p>
          <a:p>
            <a:pPr marL="396875" indent="-396875" eaLnBrk="1" hangingPunct="1">
              <a:lnSpc>
                <a:spcPct val="105000"/>
              </a:lnSpc>
              <a:buFont typeface="Wingdings" panose="05000000000000000000" pitchFamily="2" charset="2"/>
              <a:buNone/>
            </a:pPr>
            <a:r>
              <a:rPr lang="en-US" altLang="en-US" sz="2000" b="1" dirty="0"/>
              <a:t>	 </a:t>
            </a:r>
            <a:r>
              <a:rPr lang="en-US" altLang="en-US" sz="2000" i="1" dirty="0">
                <a:solidFill>
                  <a:srgbClr val="996633"/>
                </a:solidFill>
              </a:rPr>
              <a:t>I read a book.</a:t>
            </a:r>
            <a:r>
              <a:rPr lang="en-US" altLang="en-US" sz="2000" i="1" dirty="0">
                <a:solidFill>
                  <a:srgbClr val="FFFF99"/>
                </a:solidFill>
              </a:rPr>
              <a:t> </a:t>
            </a:r>
            <a:endParaRPr lang="en-US" altLang="en-US" sz="2000" i="1" dirty="0">
              <a:solidFill>
                <a:srgbClr val="FFFF99"/>
              </a:solidFill>
            </a:endParaRPr>
          </a:p>
          <a:p>
            <a:pPr marL="396875" indent="-396875" eaLnBrk="1" hangingPunct="1">
              <a:lnSpc>
                <a:spcPct val="105000"/>
              </a:lnSpc>
              <a:buFont typeface="Wingdings" panose="05000000000000000000" pitchFamily="2" charset="2"/>
              <a:buAutoNum type="arabicPeriod" startAt="3"/>
            </a:pPr>
            <a:r>
              <a:rPr lang="en-US" altLang="en-US" sz="2000" dirty="0">
                <a:solidFill>
                  <a:srgbClr val="FF0000"/>
                </a:solidFill>
              </a:rPr>
              <a:t>GRAMMAR </a:t>
            </a:r>
            <a:r>
              <a:rPr lang="en-US" altLang="en-US" sz="2000" i="1" dirty="0">
                <a:solidFill>
                  <a:srgbClr val="FF0000"/>
                </a:solidFill>
              </a:rPr>
              <a:t> </a:t>
            </a:r>
            <a:endParaRPr lang="en-US" altLang="en-US" sz="2000" i="1" dirty="0">
              <a:solidFill>
                <a:srgbClr val="FF0000"/>
              </a:solidFill>
            </a:endParaRPr>
          </a:p>
          <a:p>
            <a:pPr marL="914400" lvl="1" indent="-396875" eaLnBrk="1" hangingPunct="1">
              <a:lnSpc>
                <a:spcPct val="105000"/>
              </a:lnSpc>
            </a:pPr>
            <a:r>
              <a:rPr lang="en-US" altLang="en-US" sz="2000" dirty="0"/>
              <a:t>A formal system that provides a generative finite description of  the language</a:t>
            </a:r>
            <a:r>
              <a:rPr lang="en-US" altLang="en-US" sz="2000" i="1" dirty="0"/>
              <a:t>    </a:t>
            </a:r>
            <a:endParaRPr lang="en-US" altLang="en-US" sz="2000" i="1" dirty="0"/>
          </a:p>
        </p:txBody>
      </p:sp>
      <p:sp>
        <p:nvSpPr>
          <p:cNvPr id="19460" name="Text Box 4"/>
          <p:cNvSpPr txBox="1">
            <a:spLocks noChangeArrowheads="1"/>
          </p:cNvSpPr>
          <p:nvPr/>
        </p:nvSpPr>
        <p:spPr bwMode="auto">
          <a:xfrm>
            <a:off x="2700020" y="2061210"/>
            <a:ext cx="407670" cy="462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o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3200" i="1">
                <a:solidFill>
                  <a:srgbClr val="996633"/>
                </a:solidFill>
              </a:rPr>
              <a:t>√</a:t>
            </a:r>
            <a:endParaRPr lang="en-US" altLang="en-US" sz="3200" i="1">
              <a:solidFill>
                <a:srgbClr val="996633"/>
              </a:solidFill>
            </a:endParaRPr>
          </a:p>
        </p:txBody>
      </p:sp>
      <p:sp>
        <p:nvSpPr>
          <p:cNvPr id="19461" name="Text Box 5"/>
          <p:cNvSpPr txBox="1">
            <a:spLocks noChangeArrowheads="1"/>
          </p:cNvSpPr>
          <p:nvPr/>
        </p:nvSpPr>
        <p:spPr bwMode="auto">
          <a:xfrm>
            <a:off x="5119688" y="2276475"/>
            <a:ext cx="22781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2400" i="1" dirty="0">
                <a:solidFill>
                  <a:srgbClr val="9900CC"/>
                </a:solidFill>
              </a:rPr>
              <a:t>Shining is the sun</a:t>
            </a:r>
            <a:r>
              <a:rPr lang="en-US" altLang="en-US" sz="3200" i="1" dirty="0">
                <a:solidFill>
                  <a:srgbClr val="9900CC"/>
                </a:solidFill>
              </a:rPr>
              <a:t>.</a:t>
            </a:r>
            <a:endParaRPr lang="en-US" altLang="en-US" sz="3200" i="1" dirty="0">
              <a:solidFill>
                <a:srgbClr val="9900CC"/>
              </a:solidFill>
            </a:endParaRPr>
          </a:p>
        </p:txBody>
      </p:sp>
      <p:sp>
        <p:nvSpPr>
          <p:cNvPr id="19462" name="Text Box 6"/>
          <p:cNvSpPr txBox="1">
            <a:spLocks noChangeArrowheads="1"/>
          </p:cNvSpPr>
          <p:nvPr/>
        </p:nvSpPr>
        <p:spPr bwMode="auto">
          <a:xfrm>
            <a:off x="7900988" y="2190750"/>
            <a:ext cx="6318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3200" i="1"/>
              <a:t> </a:t>
            </a:r>
            <a:r>
              <a:rPr lang="en-US" altLang="en-US" sz="4800" b="1">
                <a:solidFill>
                  <a:srgbClr val="9900CC"/>
                </a:solidFill>
              </a:rPr>
              <a:t>×</a:t>
            </a:r>
            <a:endParaRPr lang="en-US" altLang="en-US" sz="4800" b="1">
              <a:solidFill>
                <a:srgbClr val="9900CC"/>
              </a:solidFill>
            </a:endParaRPr>
          </a:p>
        </p:txBody>
      </p:sp>
      <p:sp>
        <p:nvSpPr>
          <p:cNvPr id="19463" name="Text Box 7"/>
          <p:cNvSpPr txBox="1">
            <a:spLocks noChangeArrowheads="1"/>
          </p:cNvSpPr>
          <p:nvPr/>
        </p:nvSpPr>
        <p:spPr bwMode="auto">
          <a:xfrm>
            <a:off x="2555875" y="3573145"/>
            <a:ext cx="297815" cy="349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o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3200" i="1">
                <a:solidFill>
                  <a:srgbClr val="996633"/>
                </a:solidFill>
              </a:rPr>
              <a:t>√</a:t>
            </a:r>
            <a:endParaRPr lang="en-US" altLang="en-US" sz="3200" i="1">
              <a:solidFill>
                <a:srgbClr val="996633"/>
              </a:solidFill>
            </a:endParaRPr>
          </a:p>
        </p:txBody>
      </p:sp>
      <p:sp>
        <p:nvSpPr>
          <p:cNvPr id="19464" name="Text Box 8"/>
          <p:cNvSpPr txBox="1">
            <a:spLocks noChangeArrowheads="1"/>
          </p:cNvSpPr>
          <p:nvPr/>
        </p:nvSpPr>
        <p:spPr bwMode="auto">
          <a:xfrm>
            <a:off x="5119688" y="3645596"/>
            <a:ext cx="29883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2400" i="1" dirty="0">
                <a:solidFill>
                  <a:srgbClr val="9900CC"/>
                </a:solidFill>
              </a:rPr>
              <a:t>The house reads a book</a:t>
            </a:r>
            <a:r>
              <a:rPr lang="en-US" altLang="en-US" sz="2400" i="1" dirty="0">
                <a:solidFill>
                  <a:srgbClr val="FF9999"/>
                </a:solidFill>
              </a:rPr>
              <a:t>.</a:t>
            </a:r>
            <a:endParaRPr lang="en-US" altLang="en-US" sz="2400" i="1" dirty="0">
              <a:solidFill>
                <a:srgbClr val="FF9999"/>
              </a:solidFill>
            </a:endParaRPr>
          </a:p>
        </p:txBody>
      </p:sp>
      <p:sp>
        <p:nvSpPr>
          <p:cNvPr id="19465" name="Text Box 9"/>
          <p:cNvSpPr txBox="1">
            <a:spLocks noChangeArrowheads="1"/>
          </p:cNvSpPr>
          <p:nvPr/>
        </p:nvSpPr>
        <p:spPr bwMode="auto">
          <a:xfrm>
            <a:off x="8244840" y="3562350"/>
            <a:ext cx="387350" cy="54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no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4000" b="1" dirty="0">
                <a:solidFill>
                  <a:srgbClr val="9900CC"/>
                </a:solidFill>
              </a:rPr>
              <a:t>?</a:t>
            </a:r>
            <a:endParaRPr lang="en-US" altLang="en-US" sz="4000" b="1" dirty="0">
              <a:solidFill>
                <a:srgbClr val="99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animEffect transition="in" filter="wipe(left)">
                                      <p:cBhvr>
                                        <p:cTn id="15" dur="500"/>
                                        <p:tgtEl>
                                          <p:spTgt spid="1945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9460"/>
                                        </p:tgtEl>
                                        <p:attrNameLst>
                                          <p:attrName>style.visibility</p:attrName>
                                        </p:attrNameLst>
                                      </p:cBhvr>
                                      <p:to>
                                        <p:strVal val="visible"/>
                                      </p:to>
                                    </p:set>
                                    <p:anim calcmode="lin" valueType="num">
                                      <p:cBhvr>
                                        <p:cTn id="20" dur="500" fill="hold"/>
                                        <p:tgtEl>
                                          <p:spTgt spid="19460"/>
                                        </p:tgtEl>
                                        <p:attrNameLst>
                                          <p:attrName>ppt_w</p:attrName>
                                        </p:attrNameLst>
                                      </p:cBhvr>
                                      <p:tavLst>
                                        <p:tav tm="0">
                                          <p:val>
                                            <p:fltVal val="0"/>
                                          </p:val>
                                        </p:tav>
                                        <p:tav tm="100000">
                                          <p:val>
                                            <p:strVal val="#ppt_w"/>
                                          </p:val>
                                        </p:tav>
                                      </p:tavLst>
                                    </p:anim>
                                    <p:anim calcmode="lin" valueType="num">
                                      <p:cBhvr>
                                        <p:cTn id="21" dur="500" fill="hold"/>
                                        <p:tgtEl>
                                          <p:spTgt spid="19460"/>
                                        </p:tgtEl>
                                        <p:attrNameLst>
                                          <p:attrName>ppt_h</p:attrName>
                                        </p:attrNameLst>
                                      </p:cBhvr>
                                      <p:tavLst>
                                        <p:tav tm="0">
                                          <p:val>
                                            <p:fltVal val="0"/>
                                          </p:val>
                                        </p:tav>
                                        <p:tav tm="100000">
                                          <p:val>
                                            <p:strVal val="#ppt_h"/>
                                          </p:val>
                                        </p:tav>
                                      </p:tavLst>
                                    </p:anim>
                                    <p:animEffect transition="in" filter="fade">
                                      <p:cBhvr>
                                        <p:cTn id="22" dur="500"/>
                                        <p:tgtEl>
                                          <p:spTgt spid="194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461"/>
                                        </p:tgtEl>
                                        <p:attrNameLst>
                                          <p:attrName>style.visibility</p:attrName>
                                        </p:attrNameLst>
                                      </p:cBhvr>
                                      <p:to>
                                        <p:strVal val="visible"/>
                                      </p:to>
                                    </p:set>
                                    <p:animEffect transition="in" filter="wipe(left)">
                                      <p:cBhvr>
                                        <p:cTn id="27" dur="500"/>
                                        <p:tgtEl>
                                          <p:spTgt spid="19461"/>
                                        </p:tgtEl>
                                      </p:cBhvr>
                                    </p:animEffect>
                                  </p:childTnLst>
                                </p:cTn>
                              </p:par>
                            </p:childTnLst>
                          </p:cTn>
                        </p:par>
                      </p:childTnLst>
                    </p:cTn>
                  </p:par>
                  <p:par>
                    <p:cTn id="28" fill="hold">
                      <p:stCondLst>
                        <p:cond delay="indefinite"/>
                      </p:stCondLst>
                      <p:childTnLst>
                        <p:par>
                          <p:cTn id="29" fill="hold">
                            <p:stCondLst>
                              <p:cond delay="0"/>
                            </p:stCondLst>
                            <p:childTnLst>
                              <p:par>
                                <p:cTn id="30" presetID="50" presetClass="entr" presetSubtype="0" decel="100000" fill="hold" grpId="0" nodeType="clickEffect">
                                  <p:stCondLst>
                                    <p:cond delay="0"/>
                                  </p:stCondLst>
                                  <p:childTnLst>
                                    <p:set>
                                      <p:cBhvr>
                                        <p:cTn id="31" dur="1" fill="hold">
                                          <p:stCondLst>
                                            <p:cond delay="0"/>
                                          </p:stCondLst>
                                        </p:cTn>
                                        <p:tgtEl>
                                          <p:spTgt spid="19462"/>
                                        </p:tgtEl>
                                        <p:attrNameLst>
                                          <p:attrName>style.visibility</p:attrName>
                                        </p:attrNameLst>
                                      </p:cBhvr>
                                      <p:to>
                                        <p:strVal val="visible"/>
                                      </p:to>
                                    </p:set>
                                    <p:anim calcmode="lin" valueType="num">
                                      <p:cBhvr>
                                        <p:cTn id="32" dur="1000" fill="hold"/>
                                        <p:tgtEl>
                                          <p:spTgt spid="19462"/>
                                        </p:tgtEl>
                                        <p:attrNameLst>
                                          <p:attrName>ppt_w</p:attrName>
                                        </p:attrNameLst>
                                      </p:cBhvr>
                                      <p:tavLst>
                                        <p:tav tm="0">
                                          <p:val>
                                            <p:strVal val="#ppt_w+.3"/>
                                          </p:val>
                                        </p:tav>
                                        <p:tav tm="100000">
                                          <p:val>
                                            <p:strVal val="#ppt_w"/>
                                          </p:val>
                                        </p:tav>
                                      </p:tavLst>
                                    </p:anim>
                                    <p:anim calcmode="lin" valueType="num">
                                      <p:cBhvr>
                                        <p:cTn id="33" dur="1000" fill="hold"/>
                                        <p:tgtEl>
                                          <p:spTgt spid="19462"/>
                                        </p:tgtEl>
                                        <p:attrNameLst>
                                          <p:attrName>ppt_h</p:attrName>
                                        </p:attrNameLst>
                                      </p:cBhvr>
                                      <p:tavLst>
                                        <p:tav tm="0">
                                          <p:val>
                                            <p:strVal val="#ppt_h"/>
                                          </p:val>
                                        </p:tav>
                                        <p:tav tm="100000">
                                          <p:val>
                                            <p:strVal val="#ppt_h"/>
                                          </p:val>
                                        </p:tav>
                                      </p:tavLst>
                                    </p:anim>
                                    <p:animEffect transition="in" filter="fade">
                                      <p:cBhvr>
                                        <p:cTn id="34" dur="1000"/>
                                        <p:tgtEl>
                                          <p:spTgt spid="19462"/>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459">
                                            <p:txEl>
                                              <p:pRg st="5" end="5"/>
                                            </p:txEl>
                                          </p:spTgt>
                                        </p:tgtEl>
                                        <p:attrNameLst>
                                          <p:attrName>style.visibility</p:attrName>
                                        </p:attrNameLst>
                                      </p:cBhvr>
                                      <p:to>
                                        <p:strVal val="visible"/>
                                      </p:to>
                                    </p:set>
                                    <p:animEffect transition="in" filter="wipe(left)">
                                      <p:cBhvr>
                                        <p:cTn id="47" dur="500"/>
                                        <p:tgtEl>
                                          <p:spTgt spid="19459">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9463"/>
                                        </p:tgtEl>
                                        <p:attrNameLst>
                                          <p:attrName>style.visibility</p:attrName>
                                        </p:attrNameLst>
                                      </p:cBhvr>
                                      <p:to>
                                        <p:strVal val="visible"/>
                                      </p:to>
                                    </p:set>
                                    <p:anim calcmode="lin" valueType="num">
                                      <p:cBhvr>
                                        <p:cTn id="52" dur="500" fill="hold"/>
                                        <p:tgtEl>
                                          <p:spTgt spid="19463"/>
                                        </p:tgtEl>
                                        <p:attrNameLst>
                                          <p:attrName>ppt_w</p:attrName>
                                        </p:attrNameLst>
                                      </p:cBhvr>
                                      <p:tavLst>
                                        <p:tav tm="0">
                                          <p:val>
                                            <p:fltVal val="0"/>
                                          </p:val>
                                        </p:tav>
                                        <p:tav tm="100000">
                                          <p:val>
                                            <p:strVal val="#ppt_w"/>
                                          </p:val>
                                        </p:tav>
                                      </p:tavLst>
                                    </p:anim>
                                    <p:anim calcmode="lin" valueType="num">
                                      <p:cBhvr>
                                        <p:cTn id="53" dur="500" fill="hold"/>
                                        <p:tgtEl>
                                          <p:spTgt spid="19463"/>
                                        </p:tgtEl>
                                        <p:attrNameLst>
                                          <p:attrName>ppt_h</p:attrName>
                                        </p:attrNameLst>
                                      </p:cBhvr>
                                      <p:tavLst>
                                        <p:tav tm="0">
                                          <p:val>
                                            <p:fltVal val="0"/>
                                          </p:val>
                                        </p:tav>
                                        <p:tav tm="100000">
                                          <p:val>
                                            <p:strVal val="#ppt_h"/>
                                          </p:val>
                                        </p:tav>
                                      </p:tavLst>
                                    </p:anim>
                                    <p:animEffect transition="in" filter="fade">
                                      <p:cBhvr>
                                        <p:cTn id="54" dur="500"/>
                                        <p:tgtEl>
                                          <p:spTgt spid="1946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9464"/>
                                        </p:tgtEl>
                                        <p:attrNameLst>
                                          <p:attrName>style.visibility</p:attrName>
                                        </p:attrNameLst>
                                      </p:cBhvr>
                                      <p:to>
                                        <p:strVal val="visible"/>
                                      </p:to>
                                    </p:set>
                                    <p:animEffect transition="in" filter="wipe(left)">
                                      <p:cBhvr>
                                        <p:cTn id="59" dur="500"/>
                                        <p:tgtEl>
                                          <p:spTgt spid="19464"/>
                                        </p:tgtEl>
                                      </p:cBhvr>
                                    </p:animEffect>
                                  </p:childTnLst>
                                </p:cTn>
                              </p:par>
                            </p:childTnLst>
                          </p:cTn>
                        </p:par>
                      </p:childTnLst>
                    </p:cTn>
                  </p:par>
                  <p:par>
                    <p:cTn id="60" fill="hold">
                      <p:stCondLst>
                        <p:cond delay="indefinite"/>
                      </p:stCondLst>
                      <p:childTnLst>
                        <p:par>
                          <p:cTn id="61" fill="hold">
                            <p:stCondLst>
                              <p:cond delay="0"/>
                            </p:stCondLst>
                            <p:childTnLst>
                              <p:par>
                                <p:cTn id="62" presetID="50" presetClass="entr" presetSubtype="0" decel="100000" fill="hold" grpId="0" nodeType="clickEffect">
                                  <p:stCondLst>
                                    <p:cond delay="0"/>
                                  </p:stCondLst>
                                  <p:childTnLst>
                                    <p:set>
                                      <p:cBhvr>
                                        <p:cTn id="63" dur="1" fill="hold">
                                          <p:stCondLst>
                                            <p:cond delay="0"/>
                                          </p:stCondLst>
                                        </p:cTn>
                                        <p:tgtEl>
                                          <p:spTgt spid="19465"/>
                                        </p:tgtEl>
                                        <p:attrNameLst>
                                          <p:attrName>style.visibility</p:attrName>
                                        </p:attrNameLst>
                                      </p:cBhvr>
                                      <p:to>
                                        <p:strVal val="visible"/>
                                      </p:to>
                                    </p:set>
                                    <p:anim calcmode="lin" valueType="num">
                                      <p:cBhvr>
                                        <p:cTn id="64" dur="1000" fill="hold"/>
                                        <p:tgtEl>
                                          <p:spTgt spid="19465"/>
                                        </p:tgtEl>
                                        <p:attrNameLst>
                                          <p:attrName>ppt_w</p:attrName>
                                        </p:attrNameLst>
                                      </p:cBhvr>
                                      <p:tavLst>
                                        <p:tav tm="0">
                                          <p:val>
                                            <p:strVal val="#ppt_w+.3"/>
                                          </p:val>
                                        </p:tav>
                                        <p:tav tm="100000">
                                          <p:val>
                                            <p:strVal val="#ppt_w"/>
                                          </p:val>
                                        </p:tav>
                                      </p:tavLst>
                                    </p:anim>
                                    <p:anim calcmode="lin" valueType="num">
                                      <p:cBhvr>
                                        <p:cTn id="65" dur="1000" fill="hold"/>
                                        <p:tgtEl>
                                          <p:spTgt spid="19465"/>
                                        </p:tgtEl>
                                        <p:attrNameLst>
                                          <p:attrName>ppt_h</p:attrName>
                                        </p:attrNameLst>
                                      </p:cBhvr>
                                      <p:tavLst>
                                        <p:tav tm="0">
                                          <p:val>
                                            <p:strVal val="#ppt_h"/>
                                          </p:val>
                                        </p:tav>
                                        <p:tav tm="100000">
                                          <p:val>
                                            <p:strVal val="#ppt_h"/>
                                          </p:val>
                                        </p:tav>
                                      </p:tavLst>
                                    </p:anim>
                                    <p:animEffect transition="in" filter="fade">
                                      <p:cBhvr>
                                        <p:cTn id="66" dur="1000"/>
                                        <p:tgtEl>
                                          <p:spTgt spid="19465"/>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P spid="19460" grpId="0"/>
      <p:bldP spid="19461" grpId="0"/>
      <p:bldP spid="19462" grpId="0"/>
      <p:bldP spid="19463" grpId="0"/>
      <p:bldP spid="19464" grpId="0"/>
      <p:bldP spid="1946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C2365C4A-DA06-4EB3-AEA0-B83D34CAC0CB}" type="slidenum">
              <a:rPr lang="en-US" altLang="en-US">
                <a:solidFill>
                  <a:srgbClr val="FF99FF"/>
                </a:solidFill>
              </a:rPr>
            </a:fld>
            <a:endParaRPr lang="en-US" altLang="en-US">
              <a:solidFill>
                <a:srgbClr val="FF99FF"/>
              </a:solidFill>
            </a:endParaRPr>
          </a:p>
        </p:txBody>
      </p:sp>
      <p:sp>
        <p:nvSpPr>
          <p:cNvPr id="14339" name="Rectangle 2"/>
          <p:cNvSpPr>
            <a:spLocks noGrp="1" noChangeArrowheads="1"/>
          </p:cNvSpPr>
          <p:nvPr>
            <p:ph type="title"/>
          </p:nvPr>
        </p:nvSpPr>
        <p:spPr>
          <a:xfrm>
            <a:off x="132" y="188278"/>
            <a:ext cx="8229600" cy="1143000"/>
          </a:xfrm>
        </p:spPr>
        <p:txBody>
          <a:bodyPr/>
          <a:lstStyle/>
          <a:p>
            <a:pPr eaLnBrk="1" hangingPunct="1"/>
            <a:r>
              <a:rPr lang="en-US" altLang="en-US" sz="3600" b="1" dirty="0">
                <a:solidFill>
                  <a:srgbClr val="FF0000"/>
                </a:solidFill>
              </a:rPr>
              <a:t>Programming Languages – Why ?</a:t>
            </a:r>
            <a:endParaRPr lang="en-US" altLang="en-US" sz="3600" b="1" dirty="0">
              <a:solidFill>
                <a:srgbClr val="FF0000"/>
              </a:solidFill>
            </a:endParaRPr>
          </a:p>
        </p:txBody>
      </p:sp>
      <p:sp>
        <p:nvSpPr>
          <p:cNvPr id="14340" name="Rectangle 3"/>
          <p:cNvSpPr>
            <a:spLocks noGrp="1" noChangeArrowheads="1"/>
          </p:cNvSpPr>
          <p:nvPr>
            <p:ph type="body" idx="1"/>
          </p:nvPr>
        </p:nvSpPr>
        <p:spPr>
          <a:xfrm>
            <a:off x="179388" y="1417638"/>
            <a:ext cx="8960670" cy="5180012"/>
          </a:xfrm>
        </p:spPr>
        <p:txBody>
          <a:bodyPr/>
          <a:lstStyle/>
          <a:p>
            <a:pPr eaLnBrk="1" hangingPunct="1">
              <a:lnSpc>
                <a:spcPct val="95000"/>
              </a:lnSpc>
            </a:pPr>
            <a:r>
              <a:rPr lang="en-US" altLang="en-US" sz="2000" dirty="0">
                <a:solidFill>
                  <a:srgbClr val="FF0000"/>
                </a:solidFill>
              </a:rPr>
              <a:t>Machine Code is unintelligible</a:t>
            </a:r>
            <a:endParaRPr lang="en-US" altLang="en-US" sz="2000" dirty="0">
              <a:solidFill>
                <a:srgbClr val="FF0000"/>
              </a:solidFill>
            </a:endParaRPr>
          </a:p>
          <a:p>
            <a:pPr lvl="1" eaLnBrk="1" hangingPunct="1">
              <a:lnSpc>
                <a:spcPct val="95000"/>
              </a:lnSpc>
            </a:pPr>
            <a:r>
              <a:rPr lang="en-US" altLang="en-US" sz="2000" dirty="0">
                <a:solidFill>
                  <a:srgbClr val="1F15A7"/>
                </a:solidFill>
              </a:rPr>
              <a:t>Consists of only  0 and 1</a:t>
            </a:r>
            <a:endParaRPr lang="en-US" altLang="en-US" sz="2000" dirty="0">
              <a:solidFill>
                <a:srgbClr val="1F15A7"/>
              </a:solidFill>
            </a:endParaRPr>
          </a:p>
          <a:p>
            <a:pPr eaLnBrk="1" hangingPunct="1">
              <a:lnSpc>
                <a:spcPct val="95000"/>
              </a:lnSpc>
            </a:pPr>
            <a:r>
              <a:rPr lang="en-US" altLang="en-US" sz="2000" dirty="0">
                <a:solidFill>
                  <a:srgbClr val="1F15A7"/>
                </a:solidFill>
              </a:rPr>
              <a:t> </a:t>
            </a:r>
            <a:r>
              <a:rPr lang="en-US" altLang="en-US" sz="2000" dirty="0">
                <a:solidFill>
                  <a:srgbClr val="FF0000"/>
                </a:solidFill>
              </a:rPr>
              <a:t>Assembly Language is “Low level”</a:t>
            </a:r>
            <a:endParaRPr lang="en-US" altLang="en-US" sz="2000" dirty="0">
              <a:solidFill>
                <a:srgbClr val="FF0000"/>
              </a:solidFill>
            </a:endParaRPr>
          </a:p>
          <a:p>
            <a:pPr lvl="1" eaLnBrk="1" hangingPunct="1">
              <a:lnSpc>
                <a:spcPct val="95000"/>
              </a:lnSpc>
            </a:pPr>
            <a:r>
              <a:rPr lang="en-US" altLang="en-US" sz="2000" dirty="0">
                <a:solidFill>
                  <a:srgbClr val="1F15A7"/>
                </a:solidFill>
              </a:rPr>
              <a:t>Readable but Abstraction level is so low that the description of the problem becomes convoluted</a:t>
            </a:r>
            <a:endParaRPr lang="en-US" altLang="en-US" sz="2000" dirty="0">
              <a:solidFill>
                <a:srgbClr val="1F15A7"/>
              </a:solidFill>
            </a:endParaRPr>
          </a:p>
          <a:p>
            <a:pPr eaLnBrk="1" hangingPunct="1">
              <a:lnSpc>
                <a:spcPct val="95000"/>
              </a:lnSpc>
            </a:pPr>
            <a:r>
              <a:rPr lang="en-US" altLang="en-US" sz="2000" dirty="0">
                <a:solidFill>
                  <a:srgbClr val="FF0000"/>
                </a:solidFill>
              </a:rPr>
              <a:t>Programming Languages provide benefits like:</a:t>
            </a:r>
            <a:endParaRPr lang="en-US" altLang="en-US" sz="2000" dirty="0">
              <a:solidFill>
                <a:srgbClr val="FF0000"/>
              </a:solidFill>
            </a:endParaRPr>
          </a:p>
          <a:p>
            <a:pPr lvl="1" eaLnBrk="1" hangingPunct="1">
              <a:lnSpc>
                <a:spcPct val="95000"/>
              </a:lnSpc>
            </a:pPr>
            <a:r>
              <a:rPr lang="en-US" altLang="en-US" sz="2000" dirty="0">
                <a:solidFill>
                  <a:srgbClr val="1F15A7"/>
                </a:solidFill>
              </a:rPr>
              <a:t>Readable familiar notations ( Easily understandable)</a:t>
            </a:r>
            <a:endParaRPr lang="en-US" altLang="en-US" sz="2000" dirty="0">
              <a:solidFill>
                <a:srgbClr val="1F15A7"/>
              </a:solidFill>
            </a:endParaRPr>
          </a:p>
          <a:p>
            <a:pPr lvl="1" eaLnBrk="1" hangingPunct="1">
              <a:lnSpc>
                <a:spcPct val="95000"/>
              </a:lnSpc>
            </a:pPr>
            <a:r>
              <a:rPr lang="en-US" altLang="en-US" sz="2000" dirty="0">
                <a:solidFill>
                  <a:srgbClr val="1F15A7"/>
                </a:solidFill>
              </a:rPr>
              <a:t>Machine independence (Portability)</a:t>
            </a:r>
            <a:endParaRPr lang="en-US" altLang="en-US" sz="2000" dirty="0">
              <a:solidFill>
                <a:srgbClr val="1F15A7"/>
              </a:solidFill>
            </a:endParaRPr>
          </a:p>
          <a:p>
            <a:pPr lvl="1" eaLnBrk="1" hangingPunct="1">
              <a:lnSpc>
                <a:spcPct val="95000"/>
              </a:lnSpc>
            </a:pPr>
            <a:r>
              <a:rPr lang="en-US" altLang="en-US" sz="2000" dirty="0">
                <a:solidFill>
                  <a:srgbClr val="1F15A7"/>
                </a:solidFill>
              </a:rPr>
              <a:t>Programming task made easy with</a:t>
            </a:r>
            <a:endParaRPr lang="en-US" altLang="en-US" sz="2000" dirty="0">
              <a:solidFill>
                <a:srgbClr val="1F15A7"/>
              </a:solidFill>
            </a:endParaRPr>
          </a:p>
          <a:p>
            <a:pPr lvl="2" eaLnBrk="1" hangingPunct="1">
              <a:lnSpc>
                <a:spcPct val="95000"/>
              </a:lnSpc>
            </a:pPr>
            <a:r>
              <a:rPr lang="en-US" altLang="en-US" sz="2000" dirty="0">
                <a:solidFill>
                  <a:srgbClr val="1F15A7"/>
                </a:solidFill>
              </a:rPr>
              <a:t>Separation of data and Instructions (Logic)</a:t>
            </a:r>
            <a:endParaRPr lang="en-US" altLang="en-US" sz="2000" dirty="0">
              <a:solidFill>
                <a:srgbClr val="1F15A7"/>
              </a:solidFill>
            </a:endParaRPr>
          </a:p>
          <a:p>
            <a:pPr lvl="2" eaLnBrk="1" hangingPunct="1">
              <a:lnSpc>
                <a:spcPct val="95000"/>
              </a:lnSpc>
            </a:pPr>
            <a:r>
              <a:rPr lang="en-US" altLang="en-US" sz="2000" dirty="0">
                <a:solidFill>
                  <a:srgbClr val="1F15A7"/>
                </a:solidFill>
              </a:rPr>
              <a:t>Higher level of intelligence with error checks reducing errors </a:t>
            </a:r>
            <a:endParaRPr lang="en-US" altLang="en-US" sz="2000" dirty="0">
              <a:solidFill>
                <a:srgbClr val="1F15A7"/>
              </a:solidFill>
            </a:endParaRPr>
          </a:p>
          <a:p>
            <a:pPr lvl="2" eaLnBrk="1" hangingPunct="1">
              <a:lnSpc>
                <a:spcPct val="95000"/>
              </a:lnSpc>
            </a:pPr>
            <a:r>
              <a:rPr lang="en-US" altLang="en-US" sz="2000" dirty="0">
                <a:solidFill>
                  <a:srgbClr val="1F15A7"/>
                </a:solidFill>
              </a:rPr>
              <a:t>Availability of pre-packaged code - Libraries </a:t>
            </a:r>
            <a:endParaRPr lang="en-US" altLang="en-US" sz="2000" dirty="0">
              <a:solidFill>
                <a:srgbClr val="1F15A7"/>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84C51B83-36E4-4E0C-8314-7777C370E2BD}" type="slidenum">
              <a:rPr lang="en-US" altLang="en-US">
                <a:solidFill>
                  <a:srgbClr val="FF99FF"/>
                </a:solidFill>
              </a:rPr>
            </a:fld>
            <a:endParaRPr lang="en-US" altLang="en-US">
              <a:solidFill>
                <a:srgbClr val="FF99FF"/>
              </a:solidFill>
            </a:endParaRPr>
          </a:p>
        </p:txBody>
      </p:sp>
      <p:sp>
        <p:nvSpPr>
          <p:cNvPr id="15363" name="Rectangle 2"/>
          <p:cNvSpPr>
            <a:spLocks noGrp="1" noChangeArrowheads="1"/>
          </p:cNvSpPr>
          <p:nvPr>
            <p:ph type="title"/>
          </p:nvPr>
        </p:nvSpPr>
        <p:spPr>
          <a:xfrm>
            <a:off x="0" y="357166"/>
            <a:ext cx="8929688" cy="747712"/>
          </a:xfrm>
          <a:noFill/>
        </p:spPr>
        <p:txBody>
          <a:bodyPr/>
          <a:lstStyle/>
          <a:p>
            <a:pPr eaLnBrk="1" hangingPunct="1"/>
            <a:r>
              <a:rPr lang="en-US" altLang="en-US" sz="2800" b="1" dirty="0">
                <a:solidFill>
                  <a:srgbClr val="FF0000"/>
                </a:solidFill>
              </a:rPr>
              <a:t>Programming Languages – Why so many ?</a:t>
            </a:r>
            <a:endParaRPr lang="en-US" altLang="en-US" sz="2800" b="1" dirty="0">
              <a:solidFill>
                <a:srgbClr val="FF0000"/>
              </a:solidFill>
            </a:endParaRPr>
          </a:p>
        </p:txBody>
      </p:sp>
      <p:sp>
        <p:nvSpPr>
          <p:cNvPr id="22531" name="Rectangle 3"/>
          <p:cNvSpPr>
            <a:spLocks noGrp="1" noChangeArrowheads="1"/>
          </p:cNvSpPr>
          <p:nvPr>
            <p:ph type="body" idx="1"/>
          </p:nvPr>
        </p:nvSpPr>
        <p:spPr>
          <a:xfrm>
            <a:off x="179388" y="1556792"/>
            <a:ext cx="8785225" cy="4465166"/>
          </a:xfrm>
        </p:spPr>
        <p:txBody>
          <a:bodyPr/>
          <a:lstStyle/>
          <a:p>
            <a:pPr algn="l" eaLnBrk="1" hangingPunct="1">
              <a:lnSpc>
                <a:spcPct val="95000"/>
              </a:lnSpc>
            </a:pPr>
            <a:r>
              <a:rPr lang="en-US" altLang="en-US" sz="2000" dirty="0">
                <a:solidFill>
                  <a:srgbClr val="FF0000"/>
                </a:solidFill>
              </a:rPr>
              <a:t>The  W   I   D   E         R   A   N   G    E  </a:t>
            </a:r>
            <a:endParaRPr lang="en-US" altLang="en-US" sz="2000" dirty="0">
              <a:solidFill>
                <a:srgbClr val="FF0000"/>
              </a:solidFill>
            </a:endParaRPr>
          </a:p>
          <a:p>
            <a:pPr algn="l" eaLnBrk="1" hangingPunct="1">
              <a:lnSpc>
                <a:spcPct val="95000"/>
              </a:lnSpc>
              <a:buFont typeface="Wingdings" panose="05000000000000000000" pitchFamily="2" charset="2"/>
              <a:buNone/>
            </a:pPr>
            <a:r>
              <a:rPr lang="en-US" altLang="en-US" sz="2000" dirty="0"/>
              <a:t>	of computational needs has  prompted the creation of hundreds  of programming languages.</a:t>
            </a:r>
            <a:endParaRPr lang="en-US" altLang="en-US" sz="2000" dirty="0"/>
          </a:p>
          <a:p>
            <a:pPr algn="l" eaLnBrk="1" hangingPunct="1">
              <a:lnSpc>
                <a:spcPct val="95000"/>
              </a:lnSpc>
            </a:pPr>
            <a:r>
              <a:rPr lang="en-US" altLang="en-US" sz="2000" dirty="0"/>
              <a:t>Different classes of problems may demand different levels of abstraction, and</a:t>
            </a:r>
            <a:endParaRPr lang="en-US" altLang="en-US" sz="2000" dirty="0"/>
          </a:p>
          <a:p>
            <a:pPr algn="l" eaLnBrk="1" hangingPunct="1">
              <a:lnSpc>
                <a:spcPct val="95000"/>
              </a:lnSpc>
            </a:pPr>
            <a:r>
              <a:rPr lang="en-US" altLang="en-US" sz="2000" dirty="0"/>
              <a:t>Different programmers have different ideas on how abstraction should be done </a:t>
            </a:r>
            <a:endParaRPr lang="en-US" altLang="en-US" sz="2000" dirty="0"/>
          </a:p>
          <a:p>
            <a:pPr algn="l" eaLnBrk="1" hangingPunct="1">
              <a:lnSpc>
                <a:spcPct val="95000"/>
              </a:lnSpc>
            </a:pPr>
            <a:r>
              <a:rPr lang="en-US" altLang="en-US" sz="2000" i="1" dirty="0">
                <a:solidFill>
                  <a:srgbClr val="9900FF"/>
                </a:solidFill>
              </a:rPr>
              <a:t>Language influences perception and perception creates new language</a:t>
            </a:r>
            <a:r>
              <a:rPr lang="en-US" altLang="en-US" sz="2000" dirty="0"/>
              <a:t> </a:t>
            </a:r>
            <a:endParaRPr lang="en-US" altLang="en-US" sz="2000" dirty="0"/>
          </a:p>
          <a:p>
            <a:pPr algn="l" eaLnBrk="1" hangingPunct="1">
              <a:lnSpc>
                <a:spcPct val="95000"/>
              </a:lnSpc>
              <a:buFont typeface="Wingdings" panose="05000000000000000000" pitchFamily="2" charset="2"/>
              <a:buNone/>
            </a:pPr>
            <a:r>
              <a:rPr lang="en-US" altLang="en-US" sz="2000" dirty="0"/>
              <a:t>	</a:t>
            </a:r>
            <a:r>
              <a:rPr lang="en-US" altLang="en-US" sz="2000" i="1" dirty="0">
                <a:solidFill>
                  <a:srgbClr val="CC0000"/>
                </a:solidFill>
              </a:rPr>
              <a:t>New languages have in turn introduced new way of thinking about programming &amp; improved upon old ones</a:t>
            </a:r>
            <a:endParaRPr lang="en-US" altLang="en-US" sz="2000" dirty="0">
              <a:solidFill>
                <a:srgbClr val="CC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iterate type="lt">
                                    <p:tmPct val="100000"/>
                                  </p:iterate>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p:cTn id="7" dur="75" fill="hold"/>
                                        <p:tgtEl>
                                          <p:spTgt spid="22531">
                                            <p:txEl>
                                              <p:pRg st="0" end="0"/>
                                            </p:txEl>
                                          </p:spTgt>
                                        </p:tgtEl>
                                        <p:attrNameLst>
                                          <p:attrName>ppt_x</p:attrName>
                                        </p:attrNameLst>
                                      </p:cBhvr>
                                      <p:tavLst>
                                        <p:tav tm="0">
                                          <p:val>
                                            <p:strVal val="#ppt_x-#ppt_w/2"/>
                                          </p:val>
                                        </p:tav>
                                        <p:tav tm="100000">
                                          <p:val>
                                            <p:strVal val="#ppt_x"/>
                                          </p:val>
                                        </p:tav>
                                      </p:tavLst>
                                    </p:anim>
                                    <p:anim calcmode="lin" valueType="num">
                                      <p:cBhvr>
                                        <p:cTn id="8" dur="75" fill="hold"/>
                                        <p:tgtEl>
                                          <p:spTgt spid="22531">
                                            <p:txEl>
                                              <p:pRg st="0" end="0"/>
                                            </p:txEl>
                                          </p:spTgt>
                                        </p:tgtEl>
                                        <p:attrNameLst>
                                          <p:attrName>ppt_y</p:attrName>
                                        </p:attrNameLst>
                                      </p:cBhvr>
                                      <p:tavLst>
                                        <p:tav tm="0">
                                          <p:val>
                                            <p:strVal val="#ppt_y"/>
                                          </p:val>
                                        </p:tav>
                                        <p:tav tm="100000">
                                          <p:val>
                                            <p:strVal val="#ppt_y"/>
                                          </p:val>
                                        </p:tav>
                                      </p:tavLst>
                                    </p:anim>
                                    <p:anim calcmode="lin" valueType="num">
                                      <p:cBhvr>
                                        <p:cTn id="9" dur="75" fill="hold"/>
                                        <p:tgtEl>
                                          <p:spTgt spid="22531">
                                            <p:txEl>
                                              <p:pRg st="0" end="0"/>
                                            </p:txEl>
                                          </p:spTgt>
                                        </p:tgtEl>
                                        <p:attrNameLst>
                                          <p:attrName>ppt_w</p:attrName>
                                        </p:attrNameLst>
                                      </p:cBhvr>
                                      <p:tavLst>
                                        <p:tav tm="0">
                                          <p:val>
                                            <p:fltVal val="0"/>
                                          </p:val>
                                        </p:tav>
                                        <p:tav tm="100000">
                                          <p:val>
                                            <p:strVal val="#ppt_w"/>
                                          </p:val>
                                        </p:tav>
                                      </p:tavLst>
                                    </p:anim>
                                    <p:anim calcmode="lin" valueType="num">
                                      <p:cBhvr>
                                        <p:cTn id="10" dur="75" fill="hold"/>
                                        <p:tgtEl>
                                          <p:spTgt spid="22531">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531">
                                            <p:txEl>
                                              <p:pRg st="4" end="4"/>
                                            </p:txEl>
                                          </p:spTgt>
                                        </p:tgtEl>
                                        <p:attrNameLst>
                                          <p:attrName>style.visibility</p:attrName>
                                        </p:attrNameLst>
                                      </p:cBhvr>
                                      <p:to>
                                        <p:strVal val="visible"/>
                                      </p:to>
                                    </p:set>
                                    <p:animEffect transition="in" filter="fade">
                                      <p:cBhvr>
                                        <p:cTn id="27" dur="1000"/>
                                        <p:tgtEl>
                                          <p:spTgt spid="225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531">
                                            <p:txEl>
                                              <p:pRg st="5" end="5"/>
                                            </p:txEl>
                                          </p:spTgt>
                                        </p:tgtEl>
                                        <p:attrNameLst>
                                          <p:attrName>style.visibility</p:attrName>
                                        </p:attrNameLst>
                                      </p:cBhvr>
                                      <p:to>
                                        <p:strVal val="visible"/>
                                      </p:to>
                                    </p:set>
                                    <p:animEffect transition="in" filter="fade">
                                      <p:cBhvr>
                                        <p:cTn id="32" dur="1000"/>
                                        <p:tgtEl>
                                          <p:spTgt spid="22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autoUpdateAnimBg="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A98D6EEC-DA40-466D-A060-90A21940587A}" type="slidenum">
              <a:rPr lang="en-US" altLang="en-US">
                <a:solidFill>
                  <a:srgbClr val="FF99FF"/>
                </a:solidFill>
              </a:rPr>
            </a:fld>
            <a:endParaRPr lang="en-US" altLang="en-US">
              <a:solidFill>
                <a:srgbClr val="FF99FF"/>
              </a:solidFill>
            </a:endParaRPr>
          </a:p>
        </p:txBody>
      </p:sp>
      <p:sp>
        <p:nvSpPr>
          <p:cNvPr id="16387" name="Rectangle 2"/>
          <p:cNvSpPr>
            <a:spLocks noGrp="1" noChangeArrowheads="1"/>
          </p:cNvSpPr>
          <p:nvPr>
            <p:ph type="title"/>
          </p:nvPr>
        </p:nvSpPr>
        <p:spPr>
          <a:xfrm>
            <a:off x="107315" y="332740"/>
            <a:ext cx="8229600" cy="697865"/>
          </a:xfrm>
        </p:spPr>
        <p:txBody>
          <a:bodyPr/>
          <a:lstStyle/>
          <a:p>
            <a:pPr eaLnBrk="1" hangingPunct="1"/>
            <a:r>
              <a:rPr lang="en-US" altLang="en-US" sz="3600" b="1" dirty="0">
                <a:solidFill>
                  <a:srgbClr val="FF0000"/>
                </a:solidFill>
              </a:rPr>
              <a:t>Programming Paradigms</a:t>
            </a:r>
            <a:endParaRPr lang="en-US" altLang="en-US" sz="3600" b="1" dirty="0">
              <a:solidFill>
                <a:srgbClr val="FF0000"/>
              </a:solidFill>
            </a:endParaRPr>
          </a:p>
        </p:txBody>
      </p:sp>
      <p:sp>
        <p:nvSpPr>
          <p:cNvPr id="16388" name="Rectangle 3"/>
          <p:cNvSpPr>
            <a:spLocks noGrp="1" noChangeArrowheads="1"/>
          </p:cNvSpPr>
          <p:nvPr>
            <p:ph type="body" idx="1"/>
          </p:nvPr>
        </p:nvSpPr>
        <p:spPr>
          <a:xfrm>
            <a:off x="179388" y="1417637"/>
            <a:ext cx="8785225" cy="4892675"/>
          </a:xfrm>
        </p:spPr>
        <p:txBody>
          <a:bodyPr/>
          <a:lstStyle/>
          <a:p>
            <a:pPr marL="609600" indent="-609600" eaLnBrk="1" hangingPunct="1">
              <a:lnSpc>
                <a:spcPct val="110000"/>
              </a:lnSpc>
              <a:buFont typeface="Wingdings" panose="05000000000000000000" pitchFamily="2" charset="2"/>
              <a:buAutoNum type="arabicPeriod"/>
            </a:pPr>
            <a:r>
              <a:rPr lang="en-US" altLang="en-US" sz="2000" dirty="0">
                <a:solidFill>
                  <a:srgbClr val="FF0000"/>
                </a:solidFill>
              </a:rPr>
              <a:t>Imperative Programming</a:t>
            </a:r>
            <a:endParaRPr lang="en-US" altLang="en-US" sz="2000" dirty="0">
              <a:solidFill>
                <a:srgbClr val="FF0000"/>
              </a:solidFill>
            </a:endParaRPr>
          </a:p>
          <a:p>
            <a:pPr marL="1104900" lvl="1" indent="-533400" eaLnBrk="1" hangingPunct="1">
              <a:lnSpc>
                <a:spcPct val="110000"/>
              </a:lnSpc>
            </a:pPr>
            <a:r>
              <a:rPr lang="en-US" altLang="en-US" sz="2000" dirty="0"/>
              <a:t>Action Oriented programming where computation is viewed as a sequence of actions</a:t>
            </a:r>
            <a:endParaRPr lang="en-US" altLang="en-US" sz="2000" dirty="0"/>
          </a:p>
          <a:p>
            <a:pPr marL="1104900" lvl="1" indent="-533400" eaLnBrk="1" hangingPunct="1">
              <a:lnSpc>
                <a:spcPct val="110000"/>
              </a:lnSpc>
            </a:pPr>
            <a:r>
              <a:rPr lang="en-US" altLang="en-US" sz="2000" dirty="0"/>
              <a:t>Most used languages in the industry</a:t>
            </a:r>
            <a:endParaRPr lang="en-US" altLang="en-US" sz="2000" dirty="0"/>
          </a:p>
          <a:p>
            <a:pPr marL="1104900" lvl="1" indent="-533400" eaLnBrk="1" hangingPunct="1">
              <a:lnSpc>
                <a:spcPct val="110000"/>
              </a:lnSpc>
            </a:pPr>
            <a:r>
              <a:rPr lang="en-US" altLang="en-US" sz="2000" dirty="0"/>
              <a:t>E.g. FORTRAN,  COBOL,  PL/I , ALGOL PASCAL  and C</a:t>
            </a:r>
            <a:endParaRPr lang="en-US" altLang="en-US" sz="2000" dirty="0"/>
          </a:p>
          <a:p>
            <a:pPr marL="609600" indent="-609600" eaLnBrk="1" hangingPunct="1">
              <a:lnSpc>
                <a:spcPct val="110000"/>
              </a:lnSpc>
              <a:buFont typeface="Wingdings" panose="05000000000000000000" pitchFamily="2" charset="2"/>
              <a:buAutoNum type="arabicPeriod"/>
            </a:pPr>
            <a:r>
              <a:rPr lang="en-US" altLang="en-US" sz="2000" dirty="0">
                <a:solidFill>
                  <a:srgbClr val="FF0000"/>
                </a:solidFill>
              </a:rPr>
              <a:t>Functional Programming</a:t>
            </a:r>
            <a:endParaRPr lang="en-US" altLang="en-US" sz="2000" dirty="0">
              <a:solidFill>
                <a:srgbClr val="FF0000"/>
              </a:solidFill>
            </a:endParaRPr>
          </a:p>
          <a:p>
            <a:pPr marL="1104900" lvl="1" indent="-533400" eaLnBrk="1" hangingPunct="1">
              <a:lnSpc>
                <a:spcPct val="110000"/>
              </a:lnSpc>
            </a:pPr>
            <a:r>
              <a:rPr lang="en-US" altLang="en-US" sz="2000" dirty="0"/>
              <a:t>Based on the mathematical concept of pure functions</a:t>
            </a:r>
            <a:endParaRPr lang="en-US" altLang="en-US" sz="2000" dirty="0"/>
          </a:p>
          <a:p>
            <a:pPr marL="1104900" lvl="1" indent="-533400" eaLnBrk="1" hangingPunct="1">
              <a:lnSpc>
                <a:spcPct val="110000"/>
              </a:lnSpc>
            </a:pPr>
            <a:r>
              <a:rPr lang="en-US" altLang="en-US" sz="2000" dirty="0"/>
              <a:t>Computing with expressions that include conditionals &amp;        function definitions</a:t>
            </a:r>
            <a:endParaRPr lang="en-US" altLang="en-US" sz="2000" dirty="0"/>
          </a:p>
          <a:p>
            <a:pPr marL="1104900" lvl="1" indent="-533400" eaLnBrk="1" hangingPunct="1">
              <a:lnSpc>
                <a:spcPct val="110000"/>
              </a:lnSpc>
            </a:pPr>
            <a:r>
              <a:rPr lang="en-US" altLang="en-US" sz="2000" dirty="0"/>
              <a:t>E.g.  LISP and its several dialects, ISWIM, CLOS……</a:t>
            </a:r>
            <a:endParaRPr lang="en-US" altLang="en-US" sz="2000" dirty="0"/>
          </a:p>
        </p:txBody>
      </p:sp>
      <p:sp>
        <p:nvSpPr>
          <p:cNvPr id="24581" name="Text Box 5"/>
          <p:cNvSpPr txBox="1">
            <a:spLocks noChangeArrowheads="1"/>
          </p:cNvSpPr>
          <p:nvPr/>
        </p:nvSpPr>
        <p:spPr bwMode="auto">
          <a:xfrm>
            <a:off x="6757988" y="6326188"/>
            <a:ext cx="2351087" cy="487362"/>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0" tIns="0" rIns="0" bIns="0">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3200"/>
              <a:t>………. Contd.</a:t>
            </a:r>
            <a:endParaRPr lang="en-US" altLang="en-US"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anim calcmode="lin" valueType="num">
                                      <p:cBhvr>
                                        <p:cTn id="7" dur="1000" fill="hold"/>
                                        <p:tgtEl>
                                          <p:spTgt spid="24581"/>
                                        </p:tgtEl>
                                        <p:attrNameLst>
                                          <p:attrName>ppt_w</p:attrName>
                                        </p:attrNameLst>
                                      </p:cBhvr>
                                      <p:tavLst>
                                        <p:tav tm="0">
                                          <p:val>
                                            <p:strVal val="#ppt_w*0.70"/>
                                          </p:val>
                                        </p:tav>
                                        <p:tav tm="100000">
                                          <p:val>
                                            <p:strVal val="#ppt_w"/>
                                          </p:val>
                                        </p:tav>
                                      </p:tavLst>
                                    </p:anim>
                                    <p:anim calcmode="lin" valueType="num">
                                      <p:cBhvr>
                                        <p:cTn id="8" dur="1000" fill="hold"/>
                                        <p:tgtEl>
                                          <p:spTgt spid="24581"/>
                                        </p:tgtEl>
                                        <p:attrNameLst>
                                          <p:attrName>ppt_h</p:attrName>
                                        </p:attrNameLst>
                                      </p:cBhvr>
                                      <p:tavLst>
                                        <p:tav tm="0">
                                          <p:val>
                                            <p:strVal val="#ppt_h"/>
                                          </p:val>
                                        </p:tav>
                                        <p:tav tm="100000">
                                          <p:val>
                                            <p:strVal val="#ppt_h"/>
                                          </p:val>
                                        </p:tav>
                                      </p:tavLst>
                                    </p:anim>
                                    <p:animEffect transition="in" filter="fade">
                                      <p:cBhvr>
                                        <p:cTn id="9" dur="1000"/>
                                        <p:tgtEl>
                                          <p:spTgt spid="24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8612C6D7-1048-478C-B6CD-09CC06E9791B}" type="slidenum">
              <a:rPr lang="en-US" altLang="en-US">
                <a:solidFill>
                  <a:srgbClr val="FF99FF"/>
                </a:solidFill>
              </a:rPr>
            </a:fld>
            <a:endParaRPr lang="en-US" altLang="en-US">
              <a:solidFill>
                <a:srgbClr val="FF99FF"/>
              </a:solidFill>
            </a:endParaRPr>
          </a:p>
        </p:txBody>
      </p:sp>
      <p:sp>
        <p:nvSpPr>
          <p:cNvPr id="17411" name="Rectangle 2"/>
          <p:cNvSpPr>
            <a:spLocks noGrp="1" noChangeArrowheads="1"/>
          </p:cNvSpPr>
          <p:nvPr>
            <p:ph type="title"/>
          </p:nvPr>
        </p:nvSpPr>
        <p:spPr>
          <a:xfrm>
            <a:off x="457200" y="274955"/>
            <a:ext cx="8229600" cy="831850"/>
          </a:xfrm>
        </p:spPr>
        <p:txBody>
          <a:bodyPr/>
          <a:lstStyle/>
          <a:p>
            <a:pPr eaLnBrk="1" hangingPunct="1"/>
            <a:r>
              <a:rPr lang="en-US" altLang="en-US" sz="3600" b="1" dirty="0">
                <a:solidFill>
                  <a:srgbClr val="FF0000"/>
                </a:solidFill>
              </a:rPr>
              <a:t>Programming Paradigms</a:t>
            </a:r>
            <a:endParaRPr lang="en-US" altLang="en-US" sz="3600" b="1" dirty="0">
              <a:solidFill>
                <a:srgbClr val="FF0000"/>
              </a:solidFill>
            </a:endParaRPr>
          </a:p>
        </p:txBody>
      </p:sp>
      <p:sp>
        <p:nvSpPr>
          <p:cNvPr id="17412" name="Rectangle 3"/>
          <p:cNvSpPr>
            <a:spLocks noGrp="1" noChangeArrowheads="1"/>
          </p:cNvSpPr>
          <p:nvPr>
            <p:ph type="body" idx="1"/>
          </p:nvPr>
        </p:nvSpPr>
        <p:spPr>
          <a:xfrm>
            <a:off x="107315" y="1412875"/>
            <a:ext cx="8906510" cy="5039360"/>
          </a:xfrm>
        </p:spPr>
        <p:txBody>
          <a:bodyPr/>
          <a:lstStyle/>
          <a:p>
            <a:pPr marL="457200" indent="-457200" eaLnBrk="1" hangingPunct="1">
              <a:lnSpc>
                <a:spcPct val="95000"/>
              </a:lnSpc>
              <a:buFont typeface="Wingdings" panose="05000000000000000000" pitchFamily="2" charset="2"/>
              <a:buAutoNum type="arabicPeriod" startAt="4"/>
            </a:pPr>
            <a:r>
              <a:rPr lang="en-US" altLang="en-US" sz="2000" dirty="0">
                <a:solidFill>
                  <a:srgbClr val="FF0000"/>
                </a:solidFill>
              </a:rPr>
              <a:t>Object oriented Programming</a:t>
            </a:r>
            <a:endParaRPr lang="en-US" altLang="en-US" sz="2000" dirty="0">
              <a:solidFill>
                <a:srgbClr val="FF0000"/>
              </a:solidFill>
            </a:endParaRPr>
          </a:p>
          <a:p>
            <a:pPr marL="914400" lvl="1" indent="-342900" eaLnBrk="1" hangingPunct="1">
              <a:lnSpc>
                <a:spcPct val="95000"/>
              </a:lnSpc>
            </a:pPr>
            <a:r>
              <a:rPr lang="en-US" altLang="en-US" sz="2000" dirty="0"/>
              <a:t>A method of structuring programs by identifying real world or    other objects, and coding them as objects containing all the data and associated executable code</a:t>
            </a:r>
            <a:endParaRPr lang="en-US" altLang="en-US" sz="2000" dirty="0"/>
          </a:p>
          <a:p>
            <a:pPr marL="914400" lvl="1" indent="-342900" eaLnBrk="1" hangingPunct="1">
              <a:lnSpc>
                <a:spcPct val="95000"/>
              </a:lnSpc>
            </a:pPr>
            <a:r>
              <a:rPr lang="en-US" altLang="en-US" sz="2000" dirty="0"/>
              <a:t>A  new kind of abstraction well suited for event driven systems</a:t>
            </a:r>
            <a:endParaRPr lang="en-US" altLang="en-US" sz="2000" dirty="0"/>
          </a:p>
          <a:p>
            <a:pPr marL="914400" lvl="1" indent="-342900" eaLnBrk="1" hangingPunct="1">
              <a:lnSpc>
                <a:spcPct val="95000"/>
              </a:lnSpc>
            </a:pPr>
            <a:r>
              <a:rPr lang="en-US" altLang="en-US" sz="2000" dirty="0"/>
              <a:t>E.g. SIMULA, SMALLTALK,  C++, JAVA, C#, </a:t>
            </a:r>
            <a:endParaRPr lang="en-US" altLang="en-US" sz="2000" dirty="0"/>
          </a:p>
          <a:p>
            <a:pPr marL="457200" indent="-457200" eaLnBrk="1" hangingPunct="1">
              <a:lnSpc>
                <a:spcPct val="95000"/>
              </a:lnSpc>
              <a:buFont typeface="Wingdings" panose="05000000000000000000" pitchFamily="2" charset="2"/>
              <a:buAutoNum type="arabicPeriod" startAt="4"/>
            </a:pPr>
            <a:r>
              <a:rPr lang="en-US" altLang="en-US" sz="2000" dirty="0">
                <a:solidFill>
                  <a:srgbClr val="FF0000"/>
                </a:solidFill>
              </a:rPr>
              <a:t>Logic Programming</a:t>
            </a:r>
            <a:endParaRPr lang="en-US" altLang="en-US" sz="2000" dirty="0">
              <a:solidFill>
                <a:srgbClr val="FF0000"/>
              </a:solidFill>
            </a:endParaRPr>
          </a:p>
          <a:p>
            <a:pPr marL="914400" lvl="1" indent="-342900" eaLnBrk="1" hangingPunct="1">
              <a:lnSpc>
                <a:spcPct val="95000"/>
              </a:lnSpc>
            </a:pPr>
            <a:r>
              <a:rPr lang="en-US" altLang="en-US" sz="2000" dirty="0"/>
              <a:t>programs are expressed as formulas in mathematical logic, and   the “compiler” attempts to infer logical consequences of these   formulas in order to solve problems</a:t>
            </a:r>
            <a:endParaRPr lang="en-US" altLang="en-US" sz="2000" dirty="0"/>
          </a:p>
          <a:p>
            <a:pPr marL="914400" lvl="1" indent="-342900" eaLnBrk="1" hangingPunct="1">
              <a:lnSpc>
                <a:spcPct val="95000"/>
              </a:lnSpc>
            </a:pPr>
            <a:r>
              <a:rPr lang="en-US" altLang="en-US" sz="2000" dirty="0"/>
              <a:t>Used in Natural language Processing</a:t>
            </a:r>
            <a:endParaRPr lang="en-US" altLang="en-US" sz="2000" dirty="0"/>
          </a:p>
          <a:p>
            <a:pPr marL="914400" lvl="1" indent="-342900" eaLnBrk="1" hangingPunct="1">
              <a:lnSpc>
                <a:spcPct val="95000"/>
              </a:lnSpc>
            </a:pPr>
            <a:r>
              <a:rPr lang="en-US" altLang="en-US" sz="2000" dirty="0"/>
              <a:t>E.g. PROLOG</a:t>
            </a:r>
            <a:endParaRPr lang="en-US" altLang="en-US" sz="2000" dirty="0"/>
          </a:p>
        </p:txBody>
      </p:sp>
      <p:sp>
        <p:nvSpPr>
          <p:cNvPr id="26629" name="Text Box 5"/>
          <p:cNvSpPr txBox="1">
            <a:spLocks noChangeArrowheads="1"/>
          </p:cNvSpPr>
          <p:nvPr/>
        </p:nvSpPr>
        <p:spPr bwMode="auto">
          <a:xfrm>
            <a:off x="6757988" y="6326188"/>
            <a:ext cx="2351087" cy="487362"/>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0" tIns="0" rIns="0" bIns="0">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3200"/>
              <a:t>………. Contd.</a:t>
            </a:r>
            <a:endParaRPr lang="en-US" altLang="en-US"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6629"/>
                                        </p:tgtEl>
                                        <p:attrNameLst>
                                          <p:attrName>style.visibility</p:attrName>
                                        </p:attrNameLst>
                                      </p:cBhvr>
                                      <p:to>
                                        <p:strVal val="visible"/>
                                      </p:to>
                                    </p:set>
                                    <p:anim calcmode="lin" valueType="num">
                                      <p:cBhvr>
                                        <p:cTn id="7" dur="1000" fill="hold"/>
                                        <p:tgtEl>
                                          <p:spTgt spid="26629"/>
                                        </p:tgtEl>
                                        <p:attrNameLst>
                                          <p:attrName>ppt_w</p:attrName>
                                        </p:attrNameLst>
                                      </p:cBhvr>
                                      <p:tavLst>
                                        <p:tav tm="0">
                                          <p:val>
                                            <p:strVal val="#ppt_w*0.70"/>
                                          </p:val>
                                        </p:tav>
                                        <p:tav tm="100000">
                                          <p:val>
                                            <p:strVal val="#ppt_w"/>
                                          </p:val>
                                        </p:tav>
                                      </p:tavLst>
                                    </p:anim>
                                    <p:anim calcmode="lin" valueType="num">
                                      <p:cBhvr>
                                        <p:cTn id="8" dur="1000" fill="hold"/>
                                        <p:tgtEl>
                                          <p:spTgt spid="26629"/>
                                        </p:tgtEl>
                                        <p:attrNameLst>
                                          <p:attrName>ppt_h</p:attrName>
                                        </p:attrNameLst>
                                      </p:cBhvr>
                                      <p:tavLst>
                                        <p:tav tm="0">
                                          <p:val>
                                            <p:strVal val="#ppt_h"/>
                                          </p:val>
                                        </p:tav>
                                        <p:tav tm="100000">
                                          <p:val>
                                            <p:strVal val="#ppt_h"/>
                                          </p:val>
                                        </p:tav>
                                      </p:tavLst>
                                    </p:anim>
                                    <p:animEffect transition="in" filter="fade">
                                      <p:cBhvr>
                                        <p:cTn id="9" dur="10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4C79FB21-1596-4AB8-A5B8-853398A8A941}" type="slidenum">
              <a:rPr lang="en-US" altLang="en-US">
                <a:solidFill>
                  <a:srgbClr val="FF99FF"/>
                </a:solidFill>
              </a:rPr>
            </a:fld>
            <a:endParaRPr lang="en-US" altLang="en-US">
              <a:solidFill>
                <a:srgbClr val="FF99FF"/>
              </a:solidFill>
            </a:endParaRPr>
          </a:p>
        </p:txBody>
      </p:sp>
      <p:sp>
        <p:nvSpPr>
          <p:cNvPr id="18435" name="Rectangle 2"/>
          <p:cNvSpPr>
            <a:spLocks noGrp="1" noChangeArrowheads="1"/>
          </p:cNvSpPr>
          <p:nvPr>
            <p:ph type="title"/>
          </p:nvPr>
        </p:nvSpPr>
        <p:spPr>
          <a:xfrm>
            <a:off x="457200" y="274955"/>
            <a:ext cx="8229600" cy="714375"/>
          </a:xfrm>
        </p:spPr>
        <p:txBody>
          <a:bodyPr/>
          <a:lstStyle/>
          <a:p>
            <a:pPr eaLnBrk="1" hangingPunct="1"/>
            <a:r>
              <a:rPr lang="en-US" altLang="en-US" sz="3600" b="1" dirty="0">
                <a:solidFill>
                  <a:srgbClr val="FF0000"/>
                </a:solidFill>
              </a:rPr>
              <a:t>Programming Paradigms</a:t>
            </a:r>
            <a:endParaRPr lang="en-US" altLang="en-US" sz="3600" b="1" dirty="0">
              <a:solidFill>
                <a:srgbClr val="FF0000"/>
              </a:solidFill>
            </a:endParaRPr>
          </a:p>
        </p:txBody>
      </p:sp>
      <p:sp>
        <p:nvSpPr>
          <p:cNvPr id="18436" name="Rectangle 3"/>
          <p:cNvSpPr>
            <a:spLocks noGrp="1" noChangeArrowheads="1"/>
          </p:cNvSpPr>
          <p:nvPr>
            <p:ph type="body" idx="1"/>
          </p:nvPr>
        </p:nvSpPr>
        <p:spPr>
          <a:xfrm>
            <a:off x="107504" y="1484784"/>
            <a:ext cx="8785225" cy="4968081"/>
          </a:xfrm>
        </p:spPr>
        <p:txBody>
          <a:bodyPr/>
          <a:lstStyle/>
          <a:p>
            <a:pPr marL="396875" indent="-396875" eaLnBrk="1" hangingPunct="1">
              <a:lnSpc>
                <a:spcPct val="110000"/>
              </a:lnSpc>
              <a:buFont typeface="Wingdings" panose="05000000000000000000" pitchFamily="2" charset="2"/>
              <a:buAutoNum type="arabicPeriod" startAt="6"/>
              <a:tabLst>
                <a:tab pos="854075" algn="l"/>
              </a:tabLst>
            </a:pPr>
            <a:r>
              <a:rPr lang="en-US" altLang="en-US" sz="2000" dirty="0">
                <a:solidFill>
                  <a:srgbClr val="FF0000"/>
                </a:solidFill>
              </a:rPr>
              <a:t>Data driven languages</a:t>
            </a:r>
            <a:endParaRPr lang="en-US" altLang="en-US" sz="2000" dirty="0">
              <a:solidFill>
                <a:srgbClr val="FF0000"/>
              </a:solidFill>
            </a:endParaRPr>
          </a:p>
          <a:p>
            <a:pPr marL="854075" lvl="1" indent="-342900" eaLnBrk="1" hangingPunct="1">
              <a:lnSpc>
                <a:spcPct val="110000"/>
              </a:lnSpc>
              <a:tabLst>
                <a:tab pos="854075" algn="l"/>
              </a:tabLst>
            </a:pPr>
            <a:r>
              <a:rPr lang="en-US" altLang="en-US" sz="2000" dirty="0"/>
              <a:t>languages with a preferred data structure and an extensive set of operations for the preferred structure </a:t>
            </a:r>
            <a:endParaRPr lang="en-US" altLang="en-US" sz="2000" dirty="0"/>
          </a:p>
          <a:p>
            <a:pPr marL="854075" lvl="1" indent="-342900" eaLnBrk="1" hangingPunct="1">
              <a:lnSpc>
                <a:spcPct val="110000"/>
              </a:lnSpc>
              <a:tabLst>
                <a:tab pos="854075" algn="l"/>
              </a:tabLst>
            </a:pPr>
            <a:r>
              <a:rPr lang="en-US" altLang="en-US" sz="2000" dirty="0"/>
              <a:t>Made it possible to create sophisticated programs that were otherwise difficult to write in languages such as Fortran</a:t>
            </a:r>
            <a:endParaRPr lang="en-US" altLang="en-US" sz="2000" dirty="0"/>
          </a:p>
          <a:p>
            <a:pPr marL="854075" lvl="1" indent="-342900" eaLnBrk="1" hangingPunct="1">
              <a:lnSpc>
                <a:spcPct val="110000"/>
              </a:lnSpc>
              <a:tabLst>
                <a:tab pos="854075" algn="l"/>
              </a:tabLst>
            </a:pPr>
            <a:r>
              <a:rPr lang="en-US" altLang="en-US" sz="2000" dirty="0"/>
              <a:t>E. g. APL, SNOBOL, SETL ….. </a:t>
            </a:r>
            <a:endParaRPr lang="en-US" altLang="en-US" sz="2000" dirty="0"/>
          </a:p>
          <a:p>
            <a:pPr marL="396875" indent="-396875" eaLnBrk="1" hangingPunct="1">
              <a:lnSpc>
                <a:spcPct val="110000"/>
              </a:lnSpc>
              <a:buFont typeface="Wingdings" panose="05000000000000000000" pitchFamily="2" charset="2"/>
              <a:buAutoNum type="arabicPeriod" startAt="6"/>
              <a:tabLst>
                <a:tab pos="854075" algn="l"/>
              </a:tabLst>
            </a:pPr>
            <a:r>
              <a:rPr lang="en-US" altLang="en-US" sz="2000" dirty="0">
                <a:solidFill>
                  <a:srgbClr val="FF0000"/>
                </a:solidFill>
              </a:rPr>
              <a:t>Application Specific Programming</a:t>
            </a:r>
            <a:endParaRPr lang="en-US" altLang="en-US" sz="2000" dirty="0">
              <a:solidFill>
                <a:srgbClr val="FF0000"/>
              </a:solidFill>
            </a:endParaRPr>
          </a:p>
          <a:p>
            <a:pPr marL="854075" lvl="1" indent="-342900" eaLnBrk="1" hangingPunct="1">
              <a:lnSpc>
                <a:spcPct val="110000"/>
              </a:lnSpc>
              <a:tabLst>
                <a:tab pos="854075" algn="l"/>
              </a:tabLst>
            </a:pPr>
            <a:r>
              <a:rPr lang="en-US" altLang="en-US" sz="2000" dirty="0"/>
              <a:t>Programming language specifically modeling the abstractions needed by an Application Domain</a:t>
            </a:r>
            <a:endParaRPr lang="en-US" altLang="en-US" sz="2000" dirty="0"/>
          </a:p>
          <a:p>
            <a:pPr marL="854075" lvl="1" indent="-342900" eaLnBrk="1" hangingPunct="1">
              <a:lnSpc>
                <a:spcPct val="110000"/>
              </a:lnSpc>
              <a:tabLst>
                <a:tab pos="854075" algn="l"/>
              </a:tabLst>
            </a:pPr>
            <a:r>
              <a:rPr lang="en-US" altLang="en-US" sz="2000" dirty="0"/>
              <a:t>E.g. APT, NC Programming, SQL, ABAP  </a:t>
            </a:r>
            <a:r>
              <a:rPr lang="en-US" altLang="en-US" sz="2000" dirty="0" err="1"/>
              <a:t>etc</a:t>
            </a:r>
            <a:r>
              <a:rPr lang="en-US" altLang="en-US" sz="2000" dirty="0"/>
              <a:t>…  </a:t>
            </a:r>
            <a:endParaRPr lang="en-US" altLang="en-US" sz="2000" dirty="0"/>
          </a:p>
          <a:p>
            <a:pPr marL="396875" indent="-396875" algn="ctr" eaLnBrk="1" hangingPunct="1">
              <a:lnSpc>
                <a:spcPct val="45000"/>
              </a:lnSpc>
              <a:buFont typeface="Wingdings" panose="05000000000000000000" pitchFamily="2" charset="2"/>
              <a:buNone/>
              <a:tabLst>
                <a:tab pos="854075" algn="l"/>
              </a:tabLst>
            </a:pPr>
            <a:r>
              <a:rPr lang="en-US" altLang="en-US" sz="2000" dirty="0"/>
              <a:t>---------------------------------------</a:t>
            </a:r>
            <a:endParaRPr lang="en-US"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lide Number Placeholder 2"/>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89D62A0E-FAE5-4EFA-9442-3A032DE5ACE6}" type="slidenum">
              <a:rPr lang="en-US" altLang="en-US">
                <a:solidFill>
                  <a:srgbClr val="FF99FF"/>
                </a:solidFill>
              </a:rPr>
            </a:fld>
            <a:endParaRPr lang="en-US" altLang="en-US">
              <a:solidFill>
                <a:srgbClr val="FF99FF"/>
              </a:solidFill>
            </a:endParaRPr>
          </a:p>
        </p:txBody>
      </p:sp>
      <p:sp>
        <p:nvSpPr>
          <p:cNvPr id="19459" name="Rectangle 2"/>
          <p:cNvSpPr>
            <a:spLocks noGrp="1" noChangeArrowheads="1"/>
          </p:cNvSpPr>
          <p:nvPr>
            <p:ph type="title"/>
          </p:nvPr>
        </p:nvSpPr>
        <p:spPr>
          <a:xfrm>
            <a:off x="13686" y="363935"/>
            <a:ext cx="7310438" cy="596108"/>
          </a:xfrm>
        </p:spPr>
        <p:txBody>
          <a:bodyPr/>
          <a:lstStyle/>
          <a:p>
            <a:pPr eaLnBrk="1" hangingPunct="1"/>
            <a:r>
              <a:rPr lang="en-US" altLang="en-US" sz="2800" b="1" dirty="0">
                <a:solidFill>
                  <a:srgbClr val="FF0000"/>
                </a:solidFill>
              </a:rPr>
              <a:t>Evolution Of Programming Languages</a:t>
            </a:r>
            <a:endParaRPr lang="en-US" altLang="en-US" sz="2800" b="1" dirty="0">
              <a:solidFill>
                <a:srgbClr val="FF0000"/>
              </a:solidFill>
            </a:endParaRPr>
          </a:p>
        </p:txBody>
      </p:sp>
      <p:sp>
        <p:nvSpPr>
          <p:cNvPr id="28675" name="Text Box 3"/>
          <p:cNvSpPr txBox="1">
            <a:spLocks noChangeArrowheads="1"/>
          </p:cNvSpPr>
          <p:nvPr/>
        </p:nvSpPr>
        <p:spPr bwMode="auto">
          <a:xfrm>
            <a:off x="471488" y="1006475"/>
            <a:ext cx="673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2400" b="1"/>
              <a:t>50’s</a:t>
            </a:r>
            <a:endParaRPr lang="en-US" altLang="en-US" sz="2400" b="1"/>
          </a:p>
        </p:txBody>
      </p:sp>
      <p:sp>
        <p:nvSpPr>
          <p:cNvPr id="28676" name="Text Box 4"/>
          <p:cNvSpPr txBox="1">
            <a:spLocks noChangeArrowheads="1"/>
          </p:cNvSpPr>
          <p:nvPr/>
        </p:nvSpPr>
        <p:spPr bwMode="auto">
          <a:xfrm>
            <a:off x="1979613" y="1006475"/>
            <a:ext cx="673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2400" b="1"/>
              <a:t>60’s</a:t>
            </a:r>
            <a:endParaRPr lang="en-US" altLang="en-US" sz="2400" b="1"/>
          </a:p>
        </p:txBody>
      </p:sp>
      <p:sp>
        <p:nvSpPr>
          <p:cNvPr id="28677" name="Text Box 5"/>
          <p:cNvSpPr txBox="1">
            <a:spLocks noChangeArrowheads="1"/>
          </p:cNvSpPr>
          <p:nvPr/>
        </p:nvSpPr>
        <p:spPr bwMode="auto">
          <a:xfrm>
            <a:off x="3467100" y="1006475"/>
            <a:ext cx="673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2400" b="1"/>
              <a:t>70’s</a:t>
            </a:r>
            <a:endParaRPr lang="en-US" altLang="en-US" sz="2400" b="1"/>
          </a:p>
        </p:txBody>
      </p:sp>
      <p:sp>
        <p:nvSpPr>
          <p:cNvPr id="28678" name="Text Box 6"/>
          <p:cNvSpPr txBox="1">
            <a:spLocks noChangeArrowheads="1"/>
          </p:cNvSpPr>
          <p:nvPr/>
        </p:nvSpPr>
        <p:spPr bwMode="auto">
          <a:xfrm>
            <a:off x="5124450" y="1006475"/>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2400" b="1"/>
              <a:t>80’s </a:t>
            </a:r>
            <a:endParaRPr lang="en-US" altLang="en-US" sz="2400" b="1"/>
          </a:p>
        </p:txBody>
      </p:sp>
      <p:sp>
        <p:nvSpPr>
          <p:cNvPr id="28679" name="Text Box 7"/>
          <p:cNvSpPr txBox="1">
            <a:spLocks noChangeArrowheads="1"/>
          </p:cNvSpPr>
          <p:nvPr/>
        </p:nvSpPr>
        <p:spPr bwMode="auto">
          <a:xfrm>
            <a:off x="6637338" y="1006475"/>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2400" b="1"/>
              <a:t>90’s </a:t>
            </a:r>
            <a:endParaRPr lang="en-US" altLang="en-US" sz="2400" b="1"/>
          </a:p>
        </p:txBody>
      </p:sp>
      <p:sp>
        <p:nvSpPr>
          <p:cNvPr id="28680" name="Text Box 8"/>
          <p:cNvSpPr txBox="1">
            <a:spLocks noChangeArrowheads="1"/>
          </p:cNvSpPr>
          <p:nvPr/>
        </p:nvSpPr>
        <p:spPr bwMode="auto">
          <a:xfrm>
            <a:off x="8221663" y="981075"/>
            <a:ext cx="74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2400" b="1"/>
              <a:t>00’s </a:t>
            </a:r>
            <a:endParaRPr lang="en-US" altLang="en-US" sz="2400" b="1"/>
          </a:p>
        </p:txBody>
      </p:sp>
      <p:sp>
        <p:nvSpPr>
          <p:cNvPr id="28681" name="Text Box 9"/>
          <p:cNvSpPr txBox="1">
            <a:spLocks noChangeArrowheads="1"/>
          </p:cNvSpPr>
          <p:nvPr/>
        </p:nvSpPr>
        <p:spPr bwMode="auto">
          <a:xfrm>
            <a:off x="160338" y="2533650"/>
            <a:ext cx="946150"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COBOL</a:t>
            </a:r>
            <a:endParaRPr lang="en-US" altLang="en-US" b="1">
              <a:solidFill>
                <a:srgbClr val="FFFFFF"/>
              </a:solidFill>
            </a:endParaRPr>
          </a:p>
        </p:txBody>
      </p:sp>
      <p:sp>
        <p:nvSpPr>
          <p:cNvPr id="28682" name="Text Box 10"/>
          <p:cNvSpPr txBox="1">
            <a:spLocks noChangeArrowheads="1"/>
          </p:cNvSpPr>
          <p:nvPr/>
        </p:nvSpPr>
        <p:spPr bwMode="auto">
          <a:xfrm>
            <a:off x="58738" y="3648075"/>
            <a:ext cx="1212850"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FORTRAN</a:t>
            </a:r>
            <a:endParaRPr lang="en-US" altLang="en-US" b="1">
              <a:solidFill>
                <a:srgbClr val="FFFFFF"/>
              </a:solidFill>
            </a:endParaRPr>
          </a:p>
        </p:txBody>
      </p:sp>
      <p:sp>
        <p:nvSpPr>
          <p:cNvPr id="28683" name="Text Box 11"/>
          <p:cNvSpPr txBox="1">
            <a:spLocks noChangeArrowheads="1"/>
          </p:cNvSpPr>
          <p:nvPr/>
        </p:nvSpPr>
        <p:spPr bwMode="auto">
          <a:xfrm>
            <a:off x="1984375" y="2497138"/>
            <a:ext cx="688975"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PL / I</a:t>
            </a:r>
            <a:endParaRPr lang="en-US" altLang="en-US" b="1">
              <a:solidFill>
                <a:srgbClr val="FFFFFF"/>
              </a:solidFill>
            </a:endParaRPr>
          </a:p>
        </p:txBody>
      </p:sp>
      <p:sp>
        <p:nvSpPr>
          <p:cNvPr id="28684" name="Text Box 12"/>
          <p:cNvSpPr txBox="1">
            <a:spLocks noChangeArrowheads="1"/>
          </p:cNvSpPr>
          <p:nvPr/>
        </p:nvSpPr>
        <p:spPr bwMode="auto">
          <a:xfrm>
            <a:off x="1858963" y="3648075"/>
            <a:ext cx="922337"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ALGOL</a:t>
            </a:r>
            <a:endParaRPr lang="en-US" altLang="en-US" b="1">
              <a:solidFill>
                <a:srgbClr val="FFFFFF"/>
              </a:solidFill>
            </a:endParaRPr>
          </a:p>
        </p:txBody>
      </p:sp>
      <p:sp>
        <p:nvSpPr>
          <p:cNvPr id="28685" name="Text Box 13"/>
          <p:cNvSpPr txBox="1">
            <a:spLocks noChangeArrowheads="1"/>
          </p:cNvSpPr>
          <p:nvPr/>
        </p:nvSpPr>
        <p:spPr bwMode="auto">
          <a:xfrm>
            <a:off x="222250" y="5757863"/>
            <a:ext cx="657225"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LISP</a:t>
            </a:r>
            <a:endParaRPr lang="en-US" altLang="en-US" b="1">
              <a:solidFill>
                <a:srgbClr val="FFFFFF"/>
              </a:solidFill>
            </a:endParaRPr>
          </a:p>
        </p:txBody>
      </p:sp>
      <p:sp>
        <p:nvSpPr>
          <p:cNvPr id="28686" name="Line 14"/>
          <p:cNvSpPr>
            <a:spLocks noChangeShapeType="1"/>
          </p:cNvSpPr>
          <p:nvPr/>
        </p:nvSpPr>
        <p:spPr bwMode="auto">
          <a:xfrm>
            <a:off x="1116013" y="2662238"/>
            <a:ext cx="863600" cy="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687" name="Line 15"/>
          <p:cNvSpPr>
            <a:spLocks noChangeShapeType="1"/>
          </p:cNvSpPr>
          <p:nvPr/>
        </p:nvSpPr>
        <p:spPr bwMode="auto">
          <a:xfrm flipV="1">
            <a:off x="1331913" y="3814763"/>
            <a:ext cx="503237" cy="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688" name="Text Box 16"/>
          <p:cNvSpPr txBox="1">
            <a:spLocks noChangeArrowheads="1"/>
          </p:cNvSpPr>
          <p:nvPr/>
        </p:nvSpPr>
        <p:spPr bwMode="auto">
          <a:xfrm>
            <a:off x="3276600" y="2497138"/>
            <a:ext cx="1052513"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PASCAL</a:t>
            </a:r>
            <a:endParaRPr lang="en-US" altLang="en-US" b="1">
              <a:solidFill>
                <a:srgbClr val="FFFFFF"/>
              </a:solidFill>
            </a:endParaRPr>
          </a:p>
        </p:txBody>
      </p:sp>
      <p:sp>
        <p:nvSpPr>
          <p:cNvPr id="28689" name="Text Box 17"/>
          <p:cNvSpPr txBox="1">
            <a:spLocks noChangeArrowheads="1"/>
          </p:cNvSpPr>
          <p:nvPr/>
        </p:nvSpPr>
        <p:spPr bwMode="auto">
          <a:xfrm>
            <a:off x="3563938" y="3624263"/>
            <a:ext cx="344487"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C</a:t>
            </a:r>
            <a:endParaRPr lang="en-US" altLang="en-US" b="1">
              <a:solidFill>
                <a:srgbClr val="FFFFFF"/>
              </a:solidFill>
            </a:endParaRPr>
          </a:p>
        </p:txBody>
      </p:sp>
      <p:sp>
        <p:nvSpPr>
          <p:cNvPr id="28690" name="Text Box 18"/>
          <p:cNvSpPr txBox="1">
            <a:spLocks noChangeArrowheads="1"/>
          </p:cNvSpPr>
          <p:nvPr/>
        </p:nvSpPr>
        <p:spPr bwMode="auto">
          <a:xfrm>
            <a:off x="3132138" y="4440238"/>
            <a:ext cx="992187"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SIMULA</a:t>
            </a:r>
            <a:endParaRPr lang="en-US" altLang="en-US" b="1">
              <a:solidFill>
                <a:srgbClr val="FFFFFF"/>
              </a:solidFill>
            </a:endParaRPr>
          </a:p>
        </p:txBody>
      </p:sp>
      <p:sp>
        <p:nvSpPr>
          <p:cNvPr id="28691" name="Text Box 19"/>
          <p:cNvSpPr txBox="1">
            <a:spLocks noChangeArrowheads="1"/>
          </p:cNvSpPr>
          <p:nvPr/>
        </p:nvSpPr>
        <p:spPr bwMode="auto">
          <a:xfrm>
            <a:off x="2987675" y="5208588"/>
            <a:ext cx="1223963"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ALGOL-68</a:t>
            </a:r>
            <a:endParaRPr lang="en-US" altLang="en-US" b="1">
              <a:solidFill>
                <a:srgbClr val="FFFFFF"/>
              </a:solidFill>
            </a:endParaRPr>
          </a:p>
        </p:txBody>
      </p:sp>
      <p:sp>
        <p:nvSpPr>
          <p:cNvPr id="28692" name="Text Box 20"/>
          <p:cNvSpPr txBox="1">
            <a:spLocks noChangeArrowheads="1"/>
          </p:cNvSpPr>
          <p:nvPr/>
        </p:nvSpPr>
        <p:spPr bwMode="auto">
          <a:xfrm>
            <a:off x="4156075" y="1560513"/>
            <a:ext cx="1096963"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PROLOG</a:t>
            </a:r>
            <a:endParaRPr lang="en-US" altLang="en-US" b="1">
              <a:solidFill>
                <a:srgbClr val="FFFFFF"/>
              </a:solidFill>
            </a:endParaRPr>
          </a:p>
        </p:txBody>
      </p:sp>
      <p:sp>
        <p:nvSpPr>
          <p:cNvPr id="28693" name="Text Box 21"/>
          <p:cNvSpPr txBox="1">
            <a:spLocks noChangeArrowheads="1"/>
          </p:cNvSpPr>
          <p:nvPr/>
        </p:nvSpPr>
        <p:spPr bwMode="auto">
          <a:xfrm>
            <a:off x="4643438" y="2462213"/>
            <a:ext cx="1293812"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MODULA-2</a:t>
            </a:r>
            <a:endParaRPr lang="en-US" altLang="en-US" b="1">
              <a:solidFill>
                <a:srgbClr val="FFFFFF"/>
              </a:solidFill>
            </a:endParaRPr>
          </a:p>
        </p:txBody>
      </p:sp>
      <p:sp>
        <p:nvSpPr>
          <p:cNvPr id="28694" name="Text Box 22"/>
          <p:cNvSpPr txBox="1">
            <a:spLocks noChangeArrowheads="1"/>
          </p:cNvSpPr>
          <p:nvPr/>
        </p:nvSpPr>
        <p:spPr bwMode="auto">
          <a:xfrm>
            <a:off x="6372225" y="2471738"/>
            <a:ext cx="1293813"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MODULA-3</a:t>
            </a:r>
            <a:endParaRPr lang="en-US" altLang="en-US" b="1">
              <a:solidFill>
                <a:srgbClr val="FFFFFF"/>
              </a:solidFill>
            </a:endParaRPr>
          </a:p>
        </p:txBody>
      </p:sp>
      <p:sp>
        <p:nvSpPr>
          <p:cNvPr id="28695" name="Text Box 23"/>
          <p:cNvSpPr txBox="1">
            <a:spLocks noChangeArrowheads="1"/>
          </p:cNvSpPr>
          <p:nvPr/>
        </p:nvSpPr>
        <p:spPr bwMode="auto">
          <a:xfrm>
            <a:off x="6227763" y="1654175"/>
            <a:ext cx="1336675"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Oberon – 2 </a:t>
            </a:r>
            <a:endParaRPr lang="en-US" altLang="en-US" b="1">
              <a:solidFill>
                <a:srgbClr val="FFFFFF"/>
              </a:solidFill>
            </a:endParaRPr>
          </a:p>
        </p:txBody>
      </p:sp>
      <p:sp>
        <p:nvSpPr>
          <p:cNvPr id="28696" name="Text Box 24"/>
          <p:cNvSpPr txBox="1">
            <a:spLocks noChangeArrowheads="1"/>
          </p:cNvSpPr>
          <p:nvPr/>
        </p:nvSpPr>
        <p:spPr bwMode="auto">
          <a:xfrm>
            <a:off x="5149850" y="3624263"/>
            <a:ext cx="646113"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C ++</a:t>
            </a:r>
            <a:endParaRPr lang="en-US" altLang="en-US" b="1">
              <a:solidFill>
                <a:srgbClr val="FFFFFF"/>
              </a:solidFill>
            </a:endParaRPr>
          </a:p>
        </p:txBody>
      </p:sp>
      <p:sp>
        <p:nvSpPr>
          <p:cNvPr id="28697" name="Text Box 25"/>
          <p:cNvSpPr txBox="1">
            <a:spLocks noChangeArrowheads="1"/>
          </p:cNvSpPr>
          <p:nvPr/>
        </p:nvSpPr>
        <p:spPr bwMode="auto">
          <a:xfrm>
            <a:off x="8247063" y="3525838"/>
            <a:ext cx="517525"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C #</a:t>
            </a:r>
            <a:endParaRPr lang="en-US" altLang="en-US" b="1">
              <a:solidFill>
                <a:srgbClr val="FFFFFF"/>
              </a:solidFill>
            </a:endParaRPr>
          </a:p>
        </p:txBody>
      </p:sp>
      <p:sp>
        <p:nvSpPr>
          <p:cNvPr id="28698" name="Text Box 26"/>
          <p:cNvSpPr txBox="1">
            <a:spLocks noChangeArrowheads="1"/>
          </p:cNvSpPr>
          <p:nvPr/>
        </p:nvSpPr>
        <p:spPr bwMode="auto">
          <a:xfrm>
            <a:off x="7061200" y="3551238"/>
            <a:ext cx="750888"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JAVA</a:t>
            </a:r>
            <a:endParaRPr lang="en-US" altLang="en-US" b="1">
              <a:solidFill>
                <a:srgbClr val="FFFFFF"/>
              </a:solidFill>
            </a:endParaRPr>
          </a:p>
        </p:txBody>
      </p:sp>
      <p:sp>
        <p:nvSpPr>
          <p:cNvPr id="28699" name="Text Box 27"/>
          <p:cNvSpPr txBox="1">
            <a:spLocks noChangeArrowheads="1"/>
          </p:cNvSpPr>
          <p:nvPr/>
        </p:nvSpPr>
        <p:spPr bwMode="auto">
          <a:xfrm>
            <a:off x="4659313" y="4487863"/>
            <a:ext cx="1466850"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SMALLTALK</a:t>
            </a:r>
            <a:endParaRPr lang="en-US" altLang="en-US" b="1">
              <a:solidFill>
                <a:srgbClr val="FFFFFF"/>
              </a:solidFill>
            </a:endParaRPr>
          </a:p>
        </p:txBody>
      </p:sp>
      <p:sp>
        <p:nvSpPr>
          <p:cNvPr id="28700" name="Text Box 28"/>
          <p:cNvSpPr txBox="1">
            <a:spLocks noChangeArrowheads="1"/>
          </p:cNvSpPr>
          <p:nvPr/>
        </p:nvSpPr>
        <p:spPr bwMode="auto">
          <a:xfrm>
            <a:off x="4438650" y="5757863"/>
            <a:ext cx="493713"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ML</a:t>
            </a:r>
            <a:endParaRPr lang="en-US" altLang="en-US" b="1">
              <a:solidFill>
                <a:srgbClr val="FFFFFF"/>
              </a:solidFill>
            </a:endParaRPr>
          </a:p>
        </p:txBody>
      </p:sp>
      <p:sp>
        <p:nvSpPr>
          <p:cNvPr id="28701" name="Text Box 29"/>
          <p:cNvSpPr txBox="1">
            <a:spLocks noChangeArrowheads="1"/>
          </p:cNvSpPr>
          <p:nvPr/>
        </p:nvSpPr>
        <p:spPr bwMode="auto">
          <a:xfrm>
            <a:off x="4067175" y="6407150"/>
            <a:ext cx="1087438"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SCHEME</a:t>
            </a:r>
            <a:endParaRPr lang="en-US" altLang="en-US" b="1">
              <a:solidFill>
                <a:srgbClr val="FFFFFF"/>
              </a:solidFill>
            </a:endParaRPr>
          </a:p>
        </p:txBody>
      </p:sp>
      <p:sp>
        <p:nvSpPr>
          <p:cNvPr id="28702" name="Text Box 30"/>
          <p:cNvSpPr txBox="1">
            <a:spLocks noChangeArrowheads="1"/>
          </p:cNvSpPr>
          <p:nvPr/>
        </p:nvSpPr>
        <p:spPr bwMode="auto">
          <a:xfrm>
            <a:off x="5410200" y="6072188"/>
            <a:ext cx="1177925"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MIRANDA</a:t>
            </a:r>
            <a:endParaRPr lang="en-US" altLang="en-US" b="1">
              <a:solidFill>
                <a:srgbClr val="FFFFFF"/>
              </a:solidFill>
            </a:endParaRPr>
          </a:p>
        </p:txBody>
      </p:sp>
      <p:sp>
        <p:nvSpPr>
          <p:cNvPr id="28703" name="Text Box 31"/>
          <p:cNvSpPr txBox="1">
            <a:spLocks noChangeArrowheads="1"/>
          </p:cNvSpPr>
          <p:nvPr/>
        </p:nvSpPr>
        <p:spPr bwMode="auto">
          <a:xfrm>
            <a:off x="6877050" y="6072188"/>
            <a:ext cx="1052513"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HASKEL</a:t>
            </a:r>
            <a:endParaRPr lang="en-US" altLang="en-US" b="1">
              <a:solidFill>
                <a:srgbClr val="FFFFFF"/>
              </a:solidFill>
            </a:endParaRPr>
          </a:p>
        </p:txBody>
      </p:sp>
      <p:sp>
        <p:nvSpPr>
          <p:cNvPr id="28704" name="Text Box 32"/>
          <p:cNvSpPr txBox="1">
            <a:spLocks noChangeArrowheads="1"/>
          </p:cNvSpPr>
          <p:nvPr/>
        </p:nvSpPr>
        <p:spPr bwMode="auto">
          <a:xfrm>
            <a:off x="7070725" y="5208588"/>
            <a:ext cx="957263" cy="406400"/>
          </a:xfrm>
          <a:prstGeom prst="rect">
            <a:avLst/>
          </a:prstGeom>
          <a:gradFill rotWithShape="1">
            <a:gsLst>
              <a:gs pos="0">
                <a:srgbClr val="3333CC"/>
              </a:gs>
              <a:gs pos="100000">
                <a:srgbClr val="18185E"/>
              </a:gs>
            </a:gsLst>
            <a:lin ang="5400000" scaled="1"/>
          </a:gradFill>
          <a:ln w="9525">
            <a:solidFill>
              <a:schemeClr val="tx1"/>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b="1">
                <a:solidFill>
                  <a:srgbClr val="FFFFFF"/>
                </a:solidFill>
              </a:rPr>
              <a:t>OCAML</a:t>
            </a:r>
            <a:endParaRPr lang="en-US" altLang="en-US" b="1">
              <a:solidFill>
                <a:srgbClr val="FFFFFF"/>
              </a:solidFill>
            </a:endParaRPr>
          </a:p>
        </p:txBody>
      </p:sp>
      <p:sp>
        <p:nvSpPr>
          <p:cNvPr id="28705" name="Line 33"/>
          <p:cNvSpPr>
            <a:spLocks noChangeShapeType="1"/>
          </p:cNvSpPr>
          <p:nvPr/>
        </p:nvSpPr>
        <p:spPr bwMode="auto">
          <a:xfrm>
            <a:off x="2700338" y="2662238"/>
            <a:ext cx="576262" cy="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06" name="Line 34"/>
          <p:cNvSpPr>
            <a:spLocks noChangeShapeType="1"/>
          </p:cNvSpPr>
          <p:nvPr/>
        </p:nvSpPr>
        <p:spPr bwMode="auto">
          <a:xfrm flipV="1">
            <a:off x="2771775" y="3814763"/>
            <a:ext cx="792163" cy="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07" name="Line 35"/>
          <p:cNvSpPr>
            <a:spLocks noChangeShapeType="1"/>
          </p:cNvSpPr>
          <p:nvPr/>
        </p:nvSpPr>
        <p:spPr bwMode="auto">
          <a:xfrm>
            <a:off x="2627313" y="4030663"/>
            <a:ext cx="504825" cy="574675"/>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08" name="Line 36"/>
          <p:cNvSpPr>
            <a:spLocks noChangeShapeType="1"/>
          </p:cNvSpPr>
          <p:nvPr/>
        </p:nvSpPr>
        <p:spPr bwMode="auto">
          <a:xfrm>
            <a:off x="2411413" y="4102100"/>
            <a:ext cx="576262" cy="1152525"/>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09" name="Line 37"/>
          <p:cNvSpPr>
            <a:spLocks noChangeShapeType="1"/>
          </p:cNvSpPr>
          <p:nvPr/>
        </p:nvSpPr>
        <p:spPr bwMode="auto">
          <a:xfrm flipV="1">
            <a:off x="3924300" y="3814763"/>
            <a:ext cx="1223963" cy="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10" name="Line 38"/>
          <p:cNvSpPr>
            <a:spLocks noChangeShapeType="1"/>
          </p:cNvSpPr>
          <p:nvPr/>
        </p:nvSpPr>
        <p:spPr bwMode="auto">
          <a:xfrm flipV="1">
            <a:off x="4140200" y="3957638"/>
            <a:ext cx="1008063" cy="576262"/>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11" name="Line 39"/>
          <p:cNvSpPr>
            <a:spLocks noChangeShapeType="1"/>
          </p:cNvSpPr>
          <p:nvPr/>
        </p:nvSpPr>
        <p:spPr bwMode="auto">
          <a:xfrm>
            <a:off x="4356100" y="2662238"/>
            <a:ext cx="287338" cy="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12" name="Line 40"/>
          <p:cNvSpPr>
            <a:spLocks noChangeShapeType="1"/>
          </p:cNvSpPr>
          <p:nvPr/>
        </p:nvSpPr>
        <p:spPr bwMode="auto">
          <a:xfrm>
            <a:off x="5940425" y="2662238"/>
            <a:ext cx="431800" cy="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13" name="Line 41"/>
          <p:cNvSpPr>
            <a:spLocks noChangeShapeType="1"/>
          </p:cNvSpPr>
          <p:nvPr/>
        </p:nvSpPr>
        <p:spPr bwMode="auto">
          <a:xfrm flipV="1">
            <a:off x="5940425" y="2014538"/>
            <a:ext cx="287338" cy="503237"/>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14" name="Line 42"/>
          <p:cNvSpPr>
            <a:spLocks noChangeShapeType="1"/>
          </p:cNvSpPr>
          <p:nvPr/>
        </p:nvSpPr>
        <p:spPr bwMode="auto">
          <a:xfrm flipV="1">
            <a:off x="5867400" y="3741738"/>
            <a:ext cx="1225550" cy="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15" name="Line 43"/>
          <p:cNvSpPr>
            <a:spLocks noChangeShapeType="1"/>
          </p:cNvSpPr>
          <p:nvPr/>
        </p:nvSpPr>
        <p:spPr bwMode="auto">
          <a:xfrm>
            <a:off x="4140200" y="4676775"/>
            <a:ext cx="503238" cy="1588"/>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16" name="Line 44"/>
          <p:cNvSpPr>
            <a:spLocks noChangeShapeType="1"/>
          </p:cNvSpPr>
          <p:nvPr/>
        </p:nvSpPr>
        <p:spPr bwMode="auto">
          <a:xfrm>
            <a:off x="7812088" y="3741738"/>
            <a:ext cx="431800" cy="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17" name="Line 45"/>
          <p:cNvSpPr>
            <a:spLocks noChangeShapeType="1"/>
          </p:cNvSpPr>
          <p:nvPr/>
        </p:nvSpPr>
        <p:spPr bwMode="auto">
          <a:xfrm>
            <a:off x="4213225" y="5614988"/>
            <a:ext cx="287338" cy="142875"/>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18" name="Line 46"/>
          <p:cNvSpPr>
            <a:spLocks noChangeShapeType="1"/>
          </p:cNvSpPr>
          <p:nvPr/>
        </p:nvSpPr>
        <p:spPr bwMode="auto">
          <a:xfrm flipV="1">
            <a:off x="900113" y="5973763"/>
            <a:ext cx="3527425" cy="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19" name="Line 47"/>
          <p:cNvSpPr>
            <a:spLocks noChangeShapeType="1"/>
          </p:cNvSpPr>
          <p:nvPr/>
        </p:nvSpPr>
        <p:spPr bwMode="auto">
          <a:xfrm>
            <a:off x="900113" y="6118225"/>
            <a:ext cx="3095625" cy="43180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20" name="Line 48"/>
          <p:cNvSpPr>
            <a:spLocks noChangeShapeType="1"/>
          </p:cNvSpPr>
          <p:nvPr/>
        </p:nvSpPr>
        <p:spPr bwMode="auto">
          <a:xfrm>
            <a:off x="4932363" y="6046788"/>
            <a:ext cx="503237" cy="142875"/>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21" name="Line 49"/>
          <p:cNvSpPr>
            <a:spLocks noChangeShapeType="1"/>
          </p:cNvSpPr>
          <p:nvPr/>
        </p:nvSpPr>
        <p:spPr bwMode="auto">
          <a:xfrm>
            <a:off x="6588125" y="6262688"/>
            <a:ext cx="288925" cy="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22" name="Line 50"/>
          <p:cNvSpPr>
            <a:spLocks noChangeShapeType="1"/>
          </p:cNvSpPr>
          <p:nvPr/>
        </p:nvSpPr>
        <p:spPr bwMode="auto">
          <a:xfrm flipV="1">
            <a:off x="4932363" y="5541963"/>
            <a:ext cx="2087562" cy="360362"/>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23" name="Line 51"/>
          <p:cNvSpPr>
            <a:spLocks noChangeShapeType="1"/>
          </p:cNvSpPr>
          <p:nvPr/>
        </p:nvSpPr>
        <p:spPr bwMode="auto">
          <a:xfrm>
            <a:off x="6156325" y="4678363"/>
            <a:ext cx="863600" cy="64770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24" name="Line 52"/>
          <p:cNvSpPr>
            <a:spLocks noChangeShapeType="1"/>
          </p:cNvSpPr>
          <p:nvPr/>
        </p:nvSpPr>
        <p:spPr bwMode="auto">
          <a:xfrm>
            <a:off x="6948488" y="2878138"/>
            <a:ext cx="360362" cy="646112"/>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
        <p:nvSpPr>
          <p:cNvPr id="28725" name="Line 53"/>
          <p:cNvSpPr>
            <a:spLocks noChangeShapeType="1"/>
          </p:cNvSpPr>
          <p:nvPr/>
        </p:nvSpPr>
        <p:spPr bwMode="auto">
          <a:xfrm flipV="1">
            <a:off x="2771775" y="2733675"/>
            <a:ext cx="504825" cy="1009650"/>
          </a:xfrm>
          <a:prstGeom prst="line">
            <a:avLst/>
          </a:prstGeom>
          <a:noFill/>
          <a:ln w="25400">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dissolve">
                                      <p:cBhvr>
                                        <p:cTn id="7" dur="500"/>
                                        <p:tgtEl>
                                          <p:spTgt spid="28675"/>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8676"/>
                                        </p:tgtEl>
                                        <p:attrNameLst>
                                          <p:attrName>style.visibility</p:attrName>
                                        </p:attrNameLst>
                                      </p:cBhvr>
                                      <p:to>
                                        <p:strVal val="visible"/>
                                      </p:to>
                                    </p:set>
                                    <p:animEffect transition="in" filter="dissolve">
                                      <p:cBhvr>
                                        <p:cTn id="11" dur="500"/>
                                        <p:tgtEl>
                                          <p:spTgt spid="28676"/>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28677"/>
                                        </p:tgtEl>
                                        <p:attrNameLst>
                                          <p:attrName>style.visibility</p:attrName>
                                        </p:attrNameLst>
                                      </p:cBhvr>
                                      <p:to>
                                        <p:strVal val="visible"/>
                                      </p:to>
                                    </p:set>
                                    <p:animEffect transition="in" filter="dissolve">
                                      <p:cBhvr>
                                        <p:cTn id="15" dur="500"/>
                                        <p:tgtEl>
                                          <p:spTgt spid="28677"/>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28678"/>
                                        </p:tgtEl>
                                        <p:attrNameLst>
                                          <p:attrName>style.visibility</p:attrName>
                                        </p:attrNameLst>
                                      </p:cBhvr>
                                      <p:to>
                                        <p:strVal val="visible"/>
                                      </p:to>
                                    </p:set>
                                    <p:animEffect transition="in" filter="dissolve">
                                      <p:cBhvr>
                                        <p:cTn id="19" dur="500"/>
                                        <p:tgtEl>
                                          <p:spTgt spid="28678"/>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28679"/>
                                        </p:tgtEl>
                                        <p:attrNameLst>
                                          <p:attrName>style.visibility</p:attrName>
                                        </p:attrNameLst>
                                      </p:cBhvr>
                                      <p:to>
                                        <p:strVal val="visible"/>
                                      </p:to>
                                    </p:set>
                                    <p:animEffect transition="in" filter="dissolve">
                                      <p:cBhvr>
                                        <p:cTn id="23" dur="500"/>
                                        <p:tgtEl>
                                          <p:spTgt spid="28679"/>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28680"/>
                                        </p:tgtEl>
                                        <p:attrNameLst>
                                          <p:attrName>style.visibility</p:attrName>
                                        </p:attrNameLst>
                                      </p:cBhvr>
                                      <p:to>
                                        <p:strVal val="visible"/>
                                      </p:to>
                                    </p:set>
                                    <p:animEffect transition="in" filter="dissolve">
                                      <p:cBhvr>
                                        <p:cTn id="27" dur="500"/>
                                        <p:tgtEl>
                                          <p:spTgt spid="2868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8681"/>
                                        </p:tgtEl>
                                        <p:attrNameLst>
                                          <p:attrName>style.visibility</p:attrName>
                                        </p:attrNameLst>
                                      </p:cBhvr>
                                      <p:to>
                                        <p:strVal val="visible"/>
                                      </p:to>
                                    </p:set>
                                    <p:animEffect transition="in" filter="dissolve">
                                      <p:cBhvr>
                                        <p:cTn id="32" dur="500"/>
                                        <p:tgtEl>
                                          <p:spTgt spid="28681"/>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8682"/>
                                        </p:tgtEl>
                                        <p:attrNameLst>
                                          <p:attrName>style.visibility</p:attrName>
                                        </p:attrNameLst>
                                      </p:cBhvr>
                                      <p:to>
                                        <p:strVal val="visible"/>
                                      </p:to>
                                    </p:set>
                                    <p:animEffect transition="in" filter="dissolve">
                                      <p:cBhvr>
                                        <p:cTn id="35" dur="500"/>
                                        <p:tgtEl>
                                          <p:spTgt spid="28682"/>
                                        </p:tgtEl>
                                      </p:cBhvr>
                                    </p:animEffect>
                                  </p:childTnLst>
                                </p:cTn>
                              </p:par>
                            </p:childTnLst>
                          </p:cTn>
                        </p:par>
                        <p:par>
                          <p:cTn id="36" fill="hold">
                            <p:stCondLst>
                              <p:cond delay="500"/>
                            </p:stCondLst>
                            <p:childTnLst>
                              <p:par>
                                <p:cTn id="37" presetID="9" presetClass="entr" presetSubtype="0" fill="hold" grpId="0" nodeType="afterEffect">
                                  <p:stCondLst>
                                    <p:cond delay="0"/>
                                  </p:stCondLst>
                                  <p:childTnLst>
                                    <p:set>
                                      <p:cBhvr>
                                        <p:cTn id="38" dur="1" fill="hold">
                                          <p:stCondLst>
                                            <p:cond delay="0"/>
                                          </p:stCondLst>
                                        </p:cTn>
                                        <p:tgtEl>
                                          <p:spTgt spid="28685"/>
                                        </p:tgtEl>
                                        <p:attrNameLst>
                                          <p:attrName>style.visibility</p:attrName>
                                        </p:attrNameLst>
                                      </p:cBhvr>
                                      <p:to>
                                        <p:strVal val="visible"/>
                                      </p:to>
                                    </p:set>
                                    <p:animEffect transition="in" filter="dissolve">
                                      <p:cBhvr>
                                        <p:cTn id="39" dur="500"/>
                                        <p:tgtEl>
                                          <p:spTgt spid="28685"/>
                                        </p:tgtEl>
                                      </p:cBhvr>
                                    </p:animEffect>
                                  </p:childTnLst>
                                </p:cTn>
                              </p:par>
                            </p:childTnLst>
                          </p:cTn>
                        </p:par>
                      </p:childTnLst>
                    </p:cTn>
                  </p:par>
                  <p:par>
                    <p:cTn id="40" fill="hold">
                      <p:stCondLst>
                        <p:cond delay="indefinite"/>
                      </p:stCondLst>
                      <p:childTnLst>
                        <p:par>
                          <p:cTn id="41" fill="hold">
                            <p:stCondLst>
                              <p:cond delay="0"/>
                            </p:stCondLst>
                            <p:childTnLst>
                              <p:par>
                                <p:cTn id="42" presetID="17" presetClass="entr" presetSubtype="8" fill="hold" nodeType="clickEffect">
                                  <p:stCondLst>
                                    <p:cond delay="0"/>
                                  </p:stCondLst>
                                  <p:childTnLst>
                                    <p:set>
                                      <p:cBhvr>
                                        <p:cTn id="43" dur="1" fill="hold">
                                          <p:stCondLst>
                                            <p:cond delay="0"/>
                                          </p:stCondLst>
                                        </p:cTn>
                                        <p:tgtEl>
                                          <p:spTgt spid="28686"/>
                                        </p:tgtEl>
                                        <p:attrNameLst>
                                          <p:attrName>style.visibility</p:attrName>
                                        </p:attrNameLst>
                                      </p:cBhvr>
                                      <p:to>
                                        <p:strVal val="visible"/>
                                      </p:to>
                                    </p:set>
                                    <p:anim calcmode="lin" valueType="num">
                                      <p:cBhvr>
                                        <p:cTn id="44" dur="500" fill="hold"/>
                                        <p:tgtEl>
                                          <p:spTgt spid="28686"/>
                                        </p:tgtEl>
                                        <p:attrNameLst>
                                          <p:attrName>ppt_x</p:attrName>
                                        </p:attrNameLst>
                                      </p:cBhvr>
                                      <p:tavLst>
                                        <p:tav tm="0">
                                          <p:val>
                                            <p:strVal val="#ppt_x-#ppt_w/2"/>
                                          </p:val>
                                        </p:tav>
                                        <p:tav tm="100000">
                                          <p:val>
                                            <p:strVal val="#ppt_x"/>
                                          </p:val>
                                        </p:tav>
                                      </p:tavLst>
                                    </p:anim>
                                    <p:anim calcmode="lin" valueType="num">
                                      <p:cBhvr>
                                        <p:cTn id="45" dur="500" fill="hold"/>
                                        <p:tgtEl>
                                          <p:spTgt spid="28686"/>
                                        </p:tgtEl>
                                        <p:attrNameLst>
                                          <p:attrName>ppt_y</p:attrName>
                                        </p:attrNameLst>
                                      </p:cBhvr>
                                      <p:tavLst>
                                        <p:tav tm="0">
                                          <p:val>
                                            <p:strVal val="#ppt_y"/>
                                          </p:val>
                                        </p:tav>
                                        <p:tav tm="100000">
                                          <p:val>
                                            <p:strVal val="#ppt_y"/>
                                          </p:val>
                                        </p:tav>
                                      </p:tavLst>
                                    </p:anim>
                                    <p:anim calcmode="lin" valueType="num">
                                      <p:cBhvr>
                                        <p:cTn id="46" dur="500" fill="hold"/>
                                        <p:tgtEl>
                                          <p:spTgt spid="28686"/>
                                        </p:tgtEl>
                                        <p:attrNameLst>
                                          <p:attrName>ppt_w</p:attrName>
                                        </p:attrNameLst>
                                      </p:cBhvr>
                                      <p:tavLst>
                                        <p:tav tm="0">
                                          <p:val>
                                            <p:fltVal val="0"/>
                                          </p:val>
                                        </p:tav>
                                        <p:tav tm="100000">
                                          <p:val>
                                            <p:strVal val="#ppt_w"/>
                                          </p:val>
                                        </p:tav>
                                      </p:tavLst>
                                    </p:anim>
                                    <p:anim calcmode="lin" valueType="num">
                                      <p:cBhvr>
                                        <p:cTn id="47" dur="500" fill="hold"/>
                                        <p:tgtEl>
                                          <p:spTgt spid="28686"/>
                                        </p:tgtEl>
                                        <p:attrNameLst>
                                          <p:attrName>ppt_h</p:attrName>
                                        </p:attrNameLst>
                                      </p:cBhvr>
                                      <p:tavLst>
                                        <p:tav tm="0">
                                          <p:val>
                                            <p:strVal val="#ppt_h"/>
                                          </p:val>
                                        </p:tav>
                                        <p:tav tm="100000">
                                          <p:val>
                                            <p:strVal val="#ppt_h"/>
                                          </p:val>
                                        </p:tav>
                                      </p:tavLst>
                                    </p:anim>
                                  </p:childTnLst>
                                </p:cTn>
                              </p:par>
                            </p:childTnLst>
                          </p:cTn>
                        </p:par>
                        <p:par>
                          <p:cTn id="48" fill="hold">
                            <p:stCondLst>
                              <p:cond delay="500"/>
                            </p:stCondLst>
                            <p:childTnLst>
                              <p:par>
                                <p:cTn id="49" presetID="9" presetClass="entr" presetSubtype="0" fill="hold" grpId="0" nodeType="afterEffect">
                                  <p:stCondLst>
                                    <p:cond delay="0"/>
                                  </p:stCondLst>
                                  <p:childTnLst>
                                    <p:set>
                                      <p:cBhvr>
                                        <p:cTn id="50" dur="1" fill="hold">
                                          <p:stCondLst>
                                            <p:cond delay="0"/>
                                          </p:stCondLst>
                                        </p:cTn>
                                        <p:tgtEl>
                                          <p:spTgt spid="28683"/>
                                        </p:tgtEl>
                                        <p:attrNameLst>
                                          <p:attrName>style.visibility</p:attrName>
                                        </p:attrNameLst>
                                      </p:cBhvr>
                                      <p:to>
                                        <p:strVal val="visible"/>
                                      </p:to>
                                    </p:set>
                                    <p:animEffect transition="in" filter="dissolve">
                                      <p:cBhvr>
                                        <p:cTn id="51" dur="500"/>
                                        <p:tgtEl>
                                          <p:spTgt spid="28683"/>
                                        </p:tgtEl>
                                      </p:cBhvr>
                                    </p:animEffect>
                                  </p:childTnLst>
                                </p:cTn>
                              </p:par>
                            </p:childTnLst>
                          </p:cTn>
                        </p:par>
                      </p:childTnLst>
                    </p:cTn>
                  </p:par>
                  <p:par>
                    <p:cTn id="52" fill="hold">
                      <p:stCondLst>
                        <p:cond delay="indefinite"/>
                      </p:stCondLst>
                      <p:childTnLst>
                        <p:par>
                          <p:cTn id="53" fill="hold">
                            <p:stCondLst>
                              <p:cond delay="0"/>
                            </p:stCondLst>
                            <p:childTnLst>
                              <p:par>
                                <p:cTn id="54" presetID="17" presetClass="entr" presetSubtype="8" fill="hold" nodeType="clickEffect">
                                  <p:stCondLst>
                                    <p:cond delay="0"/>
                                  </p:stCondLst>
                                  <p:childTnLst>
                                    <p:set>
                                      <p:cBhvr>
                                        <p:cTn id="55" dur="1" fill="hold">
                                          <p:stCondLst>
                                            <p:cond delay="0"/>
                                          </p:stCondLst>
                                        </p:cTn>
                                        <p:tgtEl>
                                          <p:spTgt spid="28687"/>
                                        </p:tgtEl>
                                        <p:attrNameLst>
                                          <p:attrName>style.visibility</p:attrName>
                                        </p:attrNameLst>
                                      </p:cBhvr>
                                      <p:to>
                                        <p:strVal val="visible"/>
                                      </p:to>
                                    </p:set>
                                    <p:anim calcmode="lin" valueType="num">
                                      <p:cBhvr>
                                        <p:cTn id="56" dur="500" fill="hold"/>
                                        <p:tgtEl>
                                          <p:spTgt spid="28687"/>
                                        </p:tgtEl>
                                        <p:attrNameLst>
                                          <p:attrName>ppt_x</p:attrName>
                                        </p:attrNameLst>
                                      </p:cBhvr>
                                      <p:tavLst>
                                        <p:tav tm="0">
                                          <p:val>
                                            <p:strVal val="#ppt_x-#ppt_w/2"/>
                                          </p:val>
                                        </p:tav>
                                        <p:tav tm="100000">
                                          <p:val>
                                            <p:strVal val="#ppt_x"/>
                                          </p:val>
                                        </p:tav>
                                      </p:tavLst>
                                    </p:anim>
                                    <p:anim calcmode="lin" valueType="num">
                                      <p:cBhvr>
                                        <p:cTn id="57" dur="500" fill="hold"/>
                                        <p:tgtEl>
                                          <p:spTgt spid="28687"/>
                                        </p:tgtEl>
                                        <p:attrNameLst>
                                          <p:attrName>ppt_y</p:attrName>
                                        </p:attrNameLst>
                                      </p:cBhvr>
                                      <p:tavLst>
                                        <p:tav tm="0">
                                          <p:val>
                                            <p:strVal val="#ppt_y"/>
                                          </p:val>
                                        </p:tav>
                                        <p:tav tm="100000">
                                          <p:val>
                                            <p:strVal val="#ppt_y"/>
                                          </p:val>
                                        </p:tav>
                                      </p:tavLst>
                                    </p:anim>
                                    <p:anim calcmode="lin" valueType="num">
                                      <p:cBhvr>
                                        <p:cTn id="58" dur="500" fill="hold"/>
                                        <p:tgtEl>
                                          <p:spTgt spid="28687"/>
                                        </p:tgtEl>
                                        <p:attrNameLst>
                                          <p:attrName>ppt_w</p:attrName>
                                        </p:attrNameLst>
                                      </p:cBhvr>
                                      <p:tavLst>
                                        <p:tav tm="0">
                                          <p:val>
                                            <p:fltVal val="0"/>
                                          </p:val>
                                        </p:tav>
                                        <p:tav tm="100000">
                                          <p:val>
                                            <p:strVal val="#ppt_w"/>
                                          </p:val>
                                        </p:tav>
                                      </p:tavLst>
                                    </p:anim>
                                    <p:anim calcmode="lin" valueType="num">
                                      <p:cBhvr>
                                        <p:cTn id="59" dur="500" fill="hold"/>
                                        <p:tgtEl>
                                          <p:spTgt spid="28687"/>
                                        </p:tgtEl>
                                        <p:attrNameLst>
                                          <p:attrName>ppt_h</p:attrName>
                                        </p:attrNameLst>
                                      </p:cBhvr>
                                      <p:tavLst>
                                        <p:tav tm="0">
                                          <p:val>
                                            <p:strVal val="#ppt_h"/>
                                          </p:val>
                                        </p:tav>
                                        <p:tav tm="100000">
                                          <p:val>
                                            <p:strVal val="#ppt_h"/>
                                          </p:val>
                                        </p:tav>
                                      </p:tavLst>
                                    </p:anim>
                                  </p:childTnLst>
                                </p:cTn>
                              </p:par>
                            </p:childTnLst>
                          </p:cTn>
                        </p:par>
                        <p:par>
                          <p:cTn id="60" fill="hold">
                            <p:stCondLst>
                              <p:cond delay="500"/>
                            </p:stCondLst>
                            <p:childTnLst>
                              <p:par>
                                <p:cTn id="61" presetID="9" presetClass="entr" presetSubtype="0" fill="hold" grpId="0" nodeType="afterEffect">
                                  <p:stCondLst>
                                    <p:cond delay="0"/>
                                  </p:stCondLst>
                                  <p:childTnLst>
                                    <p:set>
                                      <p:cBhvr>
                                        <p:cTn id="62" dur="1" fill="hold">
                                          <p:stCondLst>
                                            <p:cond delay="0"/>
                                          </p:stCondLst>
                                        </p:cTn>
                                        <p:tgtEl>
                                          <p:spTgt spid="28684"/>
                                        </p:tgtEl>
                                        <p:attrNameLst>
                                          <p:attrName>style.visibility</p:attrName>
                                        </p:attrNameLst>
                                      </p:cBhvr>
                                      <p:to>
                                        <p:strVal val="visible"/>
                                      </p:to>
                                    </p:set>
                                    <p:animEffect transition="in" filter="dissolve">
                                      <p:cBhvr>
                                        <p:cTn id="63" dur="500"/>
                                        <p:tgtEl>
                                          <p:spTgt spid="28684"/>
                                        </p:tgtEl>
                                      </p:cBhvr>
                                    </p:animEffect>
                                  </p:childTnLst>
                                </p:cTn>
                              </p:par>
                            </p:childTnLst>
                          </p:cTn>
                        </p:par>
                      </p:childTnLst>
                    </p:cTn>
                  </p:par>
                  <p:par>
                    <p:cTn id="64" fill="hold">
                      <p:stCondLst>
                        <p:cond delay="indefinite"/>
                      </p:stCondLst>
                      <p:childTnLst>
                        <p:par>
                          <p:cTn id="65" fill="hold">
                            <p:stCondLst>
                              <p:cond delay="0"/>
                            </p:stCondLst>
                            <p:childTnLst>
                              <p:par>
                                <p:cTn id="66" presetID="17" presetClass="entr" presetSubtype="8" fill="hold" nodeType="clickEffect">
                                  <p:stCondLst>
                                    <p:cond delay="0"/>
                                  </p:stCondLst>
                                  <p:childTnLst>
                                    <p:set>
                                      <p:cBhvr>
                                        <p:cTn id="67" dur="1" fill="hold">
                                          <p:stCondLst>
                                            <p:cond delay="0"/>
                                          </p:stCondLst>
                                        </p:cTn>
                                        <p:tgtEl>
                                          <p:spTgt spid="28705"/>
                                        </p:tgtEl>
                                        <p:attrNameLst>
                                          <p:attrName>style.visibility</p:attrName>
                                        </p:attrNameLst>
                                      </p:cBhvr>
                                      <p:to>
                                        <p:strVal val="visible"/>
                                      </p:to>
                                    </p:set>
                                    <p:anim calcmode="lin" valueType="num">
                                      <p:cBhvr>
                                        <p:cTn id="68" dur="500" fill="hold"/>
                                        <p:tgtEl>
                                          <p:spTgt spid="28705"/>
                                        </p:tgtEl>
                                        <p:attrNameLst>
                                          <p:attrName>ppt_x</p:attrName>
                                        </p:attrNameLst>
                                      </p:cBhvr>
                                      <p:tavLst>
                                        <p:tav tm="0">
                                          <p:val>
                                            <p:strVal val="#ppt_x-#ppt_w/2"/>
                                          </p:val>
                                        </p:tav>
                                        <p:tav tm="100000">
                                          <p:val>
                                            <p:strVal val="#ppt_x"/>
                                          </p:val>
                                        </p:tav>
                                      </p:tavLst>
                                    </p:anim>
                                    <p:anim calcmode="lin" valueType="num">
                                      <p:cBhvr>
                                        <p:cTn id="69" dur="500" fill="hold"/>
                                        <p:tgtEl>
                                          <p:spTgt spid="28705"/>
                                        </p:tgtEl>
                                        <p:attrNameLst>
                                          <p:attrName>ppt_y</p:attrName>
                                        </p:attrNameLst>
                                      </p:cBhvr>
                                      <p:tavLst>
                                        <p:tav tm="0">
                                          <p:val>
                                            <p:strVal val="#ppt_y"/>
                                          </p:val>
                                        </p:tav>
                                        <p:tav tm="100000">
                                          <p:val>
                                            <p:strVal val="#ppt_y"/>
                                          </p:val>
                                        </p:tav>
                                      </p:tavLst>
                                    </p:anim>
                                    <p:anim calcmode="lin" valueType="num">
                                      <p:cBhvr>
                                        <p:cTn id="70" dur="500" fill="hold"/>
                                        <p:tgtEl>
                                          <p:spTgt spid="28705"/>
                                        </p:tgtEl>
                                        <p:attrNameLst>
                                          <p:attrName>ppt_w</p:attrName>
                                        </p:attrNameLst>
                                      </p:cBhvr>
                                      <p:tavLst>
                                        <p:tav tm="0">
                                          <p:val>
                                            <p:fltVal val="0"/>
                                          </p:val>
                                        </p:tav>
                                        <p:tav tm="100000">
                                          <p:val>
                                            <p:strVal val="#ppt_w"/>
                                          </p:val>
                                        </p:tav>
                                      </p:tavLst>
                                    </p:anim>
                                    <p:anim calcmode="lin" valueType="num">
                                      <p:cBhvr>
                                        <p:cTn id="71" dur="500" fill="hold"/>
                                        <p:tgtEl>
                                          <p:spTgt spid="28705"/>
                                        </p:tgtEl>
                                        <p:attrNameLst>
                                          <p:attrName>ppt_h</p:attrName>
                                        </p:attrNameLst>
                                      </p:cBhvr>
                                      <p:tavLst>
                                        <p:tav tm="0">
                                          <p:val>
                                            <p:strVal val="#ppt_h"/>
                                          </p:val>
                                        </p:tav>
                                        <p:tav tm="100000">
                                          <p:val>
                                            <p:strVal val="#ppt_h"/>
                                          </p:val>
                                        </p:tav>
                                      </p:tavLst>
                                    </p:anim>
                                  </p:childTnLst>
                                </p:cTn>
                              </p:par>
                              <p:par>
                                <p:cTn id="72" presetID="17" presetClass="entr" presetSubtype="8" fill="hold" nodeType="withEffect">
                                  <p:stCondLst>
                                    <p:cond delay="0"/>
                                  </p:stCondLst>
                                  <p:childTnLst>
                                    <p:set>
                                      <p:cBhvr>
                                        <p:cTn id="73" dur="1" fill="hold">
                                          <p:stCondLst>
                                            <p:cond delay="0"/>
                                          </p:stCondLst>
                                        </p:cTn>
                                        <p:tgtEl>
                                          <p:spTgt spid="28725"/>
                                        </p:tgtEl>
                                        <p:attrNameLst>
                                          <p:attrName>style.visibility</p:attrName>
                                        </p:attrNameLst>
                                      </p:cBhvr>
                                      <p:to>
                                        <p:strVal val="visible"/>
                                      </p:to>
                                    </p:set>
                                    <p:anim calcmode="lin" valueType="num">
                                      <p:cBhvr>
                                        <p:cTn id="74" dur="500" fill="hold"/>
                                        <p:tgtEl>
                                          <p:spTgt spid="28725"/>
                                        </p:tgtEl>
                                        <p:attrNameLst>
                                          <p:attrName>ppt_x</p:attrName>
                                        </p:attrNameLst>
                                      </p:cBhvr>
                                      <p:tavLst>
                                        <p:tav tm="0">
                                          <p:val>
                                            <p:strVal val="#ppt_x-#ppt_w/2"/>
                                          </p:val>
                                        </p:tav>
                                        <p:tav tm="100000">
                                          <p:val>
                                            <p:strVal val="#ppt_x"/>
                                          </p:val>
                                        </p:tav>
                                      </p:tavLst>
                                    </p:anim>
                                    <p:anim calcmode="lin" valueType="num">
                                      <p:cBhvr>
                                        <p:cTn id="75" dur="500" fill="hold"/>
                                        <p:tgtEl>
                                          <p:spTgt spid="28725"/>
                                        </p:tgtEl>
                                        <p:attrNameLst>
                                          <p:attrName>ppt_y</p:attrName>
                                        </p:attrNameLst>
                                      </p:cBhvr>
                                      <p:tavLst>
                                        <p:tav tm="0">
                                          <p:val>
                                            <p:strVal val="#ppt_y"/>
                                          </p:val>
                                        </p:tav>
                                        <p:tav tm="100000">
                                          <p:val>
                                            <p:strVal val="#ppt_y"/>
                                          </p:val>
                                        </p:tav>
                                      </p:tavLst>
                                    </p:anim>
                                    <p:anim calcmode="lin" valueType="num">
                                      <p:cBhvr>
                                        <p:cTn id="76" dur="500" fill="hold"/>
                                        <p:tgtEl>
                                          <p:spTgt spid="28725"/>
                                        </p:tgtEl>
                                        <p:attrNameLst>
                                          <p:attrName>ppt_w</p:attrName>
                                        </p:attrNameLst>
                                      </p:cBhvr>
                                      <p:tavLst>
                                        <p:tav tm="0">
                                          <p:val>
                                            <p:fltVal val="0"/>
                                          </p:val>
                                        </p:tav>
                                        <p:tav tm="100000">
                                          <p:val>
                                            <p:strVal val="#ppt_w"/>
                                          </p:val>
                                        </p:tav>
                                      </p:tavLst>
                                    </p:anim>
                                    <p:anim calcmode="lin" valueType="num">
                                      <p:cBhvr>
                                        <p:cTn id="77" dur="500" fill="hold"/>
                                        <p:tgtEl>
                                          <p:spTgt spid="28725"/>
                                        </p:tgtEl>
                                        <p:attrNameLst>
                                          <p:attrName>ppt_h</p:attrName>
                                        </p:attrNameLst>
                                      </p:cBhvr>
                                      <p:tavLst>
                                        <p:tav tm="0">
                                          <p:val>
                                            <p:strVal val="#ppt_h"/>
                                          </p:val>
                                        </p:tav>
                                        <p:tav tm="100000">
                                          <p:val>
                                            <p:strVal val="#ppt_h"/>
                                          </p:val>
                                        </p:tav>
                                      </p:tavLst>
                                    </p:anim>
                                  </p:childTnLst>
                                </p:cTn>
                              </p:par>
                            </p:childTnLst>
                          </p:cTn>
                        </p:par>
                        <p:par>
                          <p:cTn id="78" fill="hold">
                            <p:stCondLst>
                              <p:cond delay="500"/>
                            </p:stCondLst>
                            <p:childTnLst>
                              <p:par>
                                <p:cTn id="79" presetID="9" presetClass="entr" presetSubtype="0" fill="hold" nodeType="afterEffect">
                                  <p:stCondLst>
                                    <p:cond delay="0"/>
                                  </p:stCondLst>
                                  <p:childTnLst>
                                    <p:set>
                                      <p:cBhvr>
                                        <p:cTn id="80" dur="1" fill="hold">
                                          <p:stCondLst>
                                            <p:cond delay="0"/>
                                          </p:stCondLst>
                                        </p:cTn>
                                        <p:tgtEl>
                                          <p:spTgt spid="28688"/>
                                        </p:tgtEl>
                                        <p:attrNameLst>
                                          <p:attrName>style.visibility</p:attrName>
                                        </p:attrNameLst>
                                      </p:cBhvr>
                                      <p:to>
                                        <p:strVal val="visible"/>
                                      </p:to>
                                    </p:set>
                                    <p:animEffect transition="in" filter="dissolve">
                                      <p:cBhvr>
                                        <p:cTn id="81" dur="500"/>
                                        <p:tgtEl>
                                          <p:spTgt spid="28688"/>
                                        </p:tgtEl>
                                      </p:cBhvr>
                                    </p:animEffect>
                                  </p:childTnLst>
                                </p:cTn>
                              </p:par>
                            </p:childTnLst>
                          </p:cTn>
                        </p:par>
                      </p:childTnLst>
                    </p:cTn>
                  </p:par>
                  <p:par>
                    <p:cTn id="82" fill="hold">
                      <p:stCondLst>
                        <p:cond delay="indefinite"/>
                      </p:stCondLst>
                      <p:childTnLst>
                        <p:par>
                          <p:cTn id="83" fill="hold">
                            <p:stCondLst>
                              <p:cond delay="0"/>
                            </p:stCondLst>
                            <p:childTnLst>
                              <p:par>
                                <p:cTn id="84" presetID="17" presetClass="entr" presetSubtype="8" fill="hold" nodeType="clickEffect">
                                  <p:stCondLst>
                                    <p:cond delay="0"/>
                                  </p:stCondLst>
                                  <p:childTnLst>
                                    <p:set>
                                      <p:cBhvr>
                                        <p:cTn id="85" dur="1" fill="hold">
                                          <p:stCondLst>
                                            <p:cond delay="0"/>
                                          </p:stCondLst>
                                        </p:cTn>
                                        <p:tgtEl>
                                          <p:spTgt spid="28706"/>
                                        </p:tgtEl>
                                        <p:attrNameLst>
                                          <p:attrName>style.visibility</p:attrName>
                                        </p:attrNameLst>
                                      </p:cBhvr>
                                      <p:to>
                                        <p:strVal val="visible"/>
                                      </p:to>
                                    </p:set>
                                    <p:anim calcmode="lin" valueType="num">
                                      <p:cBhvr>
                                        <p:cTn id="86" dur="500" fill="hold"/>
                                        <p:tgtEl>
                                          <p:spTgt spid="28706"/>
                                        </p:tgtEl>
                                        <p:attrNameLst>
                                          <p:attrName>ppt_x</p:attrName>
                                        </p:attrNameLst>
                                      </p:cBhvr>
                                      <p:tavLst>
                                        <p:tav tm="0">
                                          <p:val>
                                            <p:strVal val="#ppt_x-#ppt_w/2"/>
                                          </p:val>
                                        </p:tav>
                                        <p:tav tm="100000">
                                          <p:val>
                                            <p:strVal val="#ppt_x"/>
                                          </p:val>
                                        </p:tav>
                                      </p:tavLst>
                                    </p:anim>
                                    <p:anim calcmode="lin" valueType="num">
                                      <p:cBhvr>
                                        <p:cTn id="87" dur="500" fill="hold"/>
                                        <p:tgtEl>
                                          <p:spTgt spid="28706"/>
                                        </p:tgtEl>
                                        <p:attrNameLst>
                                          <p:attrName>ppt_y</p:attrName>
                                        </p:attrNameLst>
                                      </p:cBhvr>
                                      <p:tavLst>
                                        <p:tav tm="0">
                                          <p:val>
                                            <p:strVal val="#ppt_y"/>
                                          </p:val>
                                        </p:tav>
                                        <p:tav tm="100000">
                                          <p:val>
                                            <p:strVal val="#ppt_y"/>
                                          </p:val>
                                        </p:tav>
                                      </p:tavLst>
                                    </p:anim>
                                    <p:anim calcmode="lin" valueType="num">
                                      <p:cBhvr>
                                        <p:cTn id="88" dur="500" fill="hold"/>
                                        <p:tgtEl>
                                          <p:spTgt spid="28706"/>
                                        </p:tgtEl>
                                        <p:attrNameLst>
                                          <p:attrName>ppt_w</p:attrName>
                                        </p:attrNameLst>
                                      </p:cBhvr>
                                      <p:tavLst>
                                        <p:tav tm="0">
                                          <p:val>
                                            <p:fltVal val="0"/>
                                          </p:val>
                                        </p:tav>
                                        <p:tav tm="100000">
                                          <p:val>
                                            <p:strVal val="#ppt_w"/>
                                          </p:val>
                                        </p:tav>
                                      </p:tavLst>
                                    </p:anim>
                                    <p:anim calcmode="lin" valueType="num">
                                      <p:cBhvr>
                                        <p:cTn id="89" dur="500" fill="hold"/>
                                        <p:tgtEl>
                                          <p:spTgt spid="28706"/>
                                        </p:tgtEl>
                                        <p:attrNameLst>
                                          <p:attrName>ppt_h</p:attrName>
                                        </p:attrNameLst>
                                      </p:cBhvr>
                                      <p:tavLst>
                                        <p:tav tm="0">
                                          <p:val>
                                            <p:strVal val="#ppt_h"/>
                                          </p:val>
                                        </p:tav>
                                        <p:tav tm="100000">
                                          <p:val>
                                            <p:strVal val="#ppt_h"/>
                                          </p:val>
                                        </p:tav>
                                      </p:tavLst>
                                    </p:anim>
                                  </p:childTnLst>
                                </p:cTn>
                              </p:par>
                            </p:childTnLst>
                          </p:cTn>
                        </p:par>
                        <p:par>
                          <p:cTn id="90" fill="hold">
                            <p:stCondLst>
                              <p:cond delay="500"/>
                            </p:stCondLst>
                            <p:childTnLst>
                              <p:par>
                                <p:cTn id="91" presetID="9" presetClass="entr" presetSubtype="0" fill="hold" grpId="0" nodeType="afterEffect">
                                  <p:stCondLst>
                                    <p:cond delay="0"/>
                                  </p:stCondLst>
                                  <p:childTnLst>
                                    <p:set>
                                      <p:cBhvr>
                                        <p:cTn id="92" dur="1" fill="hold">
                                          <p:stCondLst>
                                            <p:cond delay="0"/>
                                          </p:stCondLst>
                                        </p:cTn>
                                        <p:tgtEl>
                                          <p:spTgt spid="28689"/>
                                        </p:tgtEl>
                                        <p:attrNameLst>
                                          <p:attrName>style.visibility</p:attrName>
                                        </p:attrNameLst>
                                      </p:cBhvr>
                                      <p:to>
                                        <p:strVal val="visible"/>
                                      </p:to>
                                    </p:set>
                                    <p:animEffect transition="in" filter="dissolve">
                                      <p:cBhvr>
                                        <p:cTn id="93" dur="500"/>
                                        <p:tgtEl>
                                          <p:spTgt spid="28689"/>
                                        </p:tgtEl>
                                      </p:cBhvr>
                                    </p:animEffect>
                                  </p:childTnLst>
                                </p:cTn>
                              </p:par>
                            </p:childTnLst>
                          </p:cTn>
                        </p:par>
                        <p:par>
                          <p:cTn id="94" fill="hold">
                            <p:stCondLst>
                              <p:cond delay="1000"/>
                            </p:stCondLst>
                            <p:childTnLst>
                              <p:par>
                                <p:cTn id="95" presetID="17" presetClass="entr" presetSubtype="8" fill="hold" nodeType="afterEffect">
                                  <p:stCondLst>
                                    <p:cond delay="0"/>
                                  </p:stCondLst>
                                  <p:childTnLst>
                                    <p:set>
                                      <p:cBhvr>
                                        <p:cTn id="96" dur="1" fill="hold">
                                          <p:stCondLst>
                                            <p:cond delay="0"/>
                                          </p:stCondLst>
                                        </p:cTn>
                                        <p:tgtEl>
                                          <p:spTgt spid="28707"/>
                                        </p:tgtEl>
                                        <p:attrNameLst>
                                          <p:attrName>style.visibility</p:attrName>
                                        </p:attrNameLst>
                                      </p:cBhvr>
                                      <p:to>
                                        <p:strVal val="visible"/>
                                      </p:to>
                                    </p:set>
                                    <p:anim calcmode="lin" valueType="num">
                                      <p:cBhvr>
                                        <p:cTn id="97" dur="500" fill="hold"/>
                                        <p:tgtEl>
                                          <p:spTgt spid="28707"/>
                                        </p:tgtEl>
                                        <p:attrNameLst>
                                          <p:attrName>ppt_x</p:attrName>
                                        </p:attrNameLst>
                                      </p:cBhvr>
                                      <p:tavLst>
                                        <p:tav tm="0">
                                          <p:val>
                                            <p:strVal val="#ppt_x-#ppt_w/2"/>
                                          </p:val>
                                        </p:tav>
                                        <p:tav tm="100000">
                                          <p:val>
                                            <p:strVal val="#ppt_x"/>
                                          </p:val>
                                        </p:tav>
                                      </p:tavLst>
                                    </p:anim>
                                    <p:anim calcmode="lin" valueType="num">
                                      <p:cBhvr>
                                        <p:cTn id="98" dur="500" fill="hold"/>
                                        <p:tgtEl>
                                          <p:spTgt spid="28707"/>
                                        </p:tgtEl>
                                        <p:attrNameLst>
                                          <p:attrName>ppt_y</p:attrName>
                                        </p:attrNameLst>
                                      </p:cBhvr>
                                      <p:tavLst>
                                        <p:tav tm="0">
                                          <p:val>
                                            <p:strVal val="#ppt_y"/>
                                          </p:val>
                                        </p:tav>
                                        <p:tav tm="100000">
                                          <p:val>
                                            <p:strVal val="#ppt_y"/>
                                          </p:val>
                                        </p:tav>
                                      </p:tavLst>
                                    </p:anim>
                                    <p:anim calcmode="lin" valueType="num">
                                      <p:cBhvr>
                                        <p:cTn id="99" dur="500" fill="hold"/>
                                        <p:tgtEl>
                                          <p:spTgt spid="28707"/>
                                        </p:tgtEl>
                                        <p:attrNameLst>
                                          <p:attrName>ppt_w</p:attrName>
                                        </p:attrNameLst>
                                      </p:cBhvr>
                                      <p:tavLst>
                                        <p:tav tm="0">
                                          <p:val>
                                            <p:fltVal val="0"/>
                                          </p:val>
                                        </p:tav>
                                        <p:tav tm="100000">
                                          <p:val>
                                            <p:strVal val="#ppt_w"/>
                                          </p:val>
                                        </p:tav>
                                      </p:tavLst>
                                    </p:anim>
                                    <p:anim calcmode="lin" valueType="num">
                                      <p:cBhvr>
                                        <p:cTn id="100" dur="500" fill="hold"/>
                                        <p:tgtEl>
                                          <p:spTgt spid="28707"/>
                                        </p:tgtEl>
                                        <p:attrNameLst>
                                          <p:attrName>ppt_h</p:attrName>
                                        </p:attrNameLst>
                                      </p:cBhvr>
                                      <p:tavLst>
                                        <p:tav tm="0">
                                          <p:val>
                                            <p:strVal val="#ppt_h"/>
                                          </p:val>
                                        </p:tav>
                                        <p:tav tm="100000">
                                          <p:val>
                                            <p:strVal val="#ppt_h"/>
                                          </p:val>
                                        </p:tav>
                                      </p:tavLst>
                                    </p:anim>
                                  </p:childTnLst>
                                </p:cTn>
                              </p:par>
                            </p:childTnLst>
                          </p:cTn>
                        </p:par>
                        <p:par>
                          <p:cTn id="101" fill="hold">
                            <p:stCondLst>
                              <p:cond delay="1500"/>
                            </p:stCondLst>
                            <p:childTnLst>
                              <p:par>
                                <p:cTn id="102" presetID="9" presetClass="entr" presetSubtype="0" fill="hold" grpId="0" nodeType="afterEffect">
                                  <p:stCondLst>
                                    <p:cond delay="0"/>
                                  </p:stCondLst>
                                  <p:childTnLst>
                                    <p:set>
                                      <p:cBhvr>
                                        <p:cTn id="103" dur="1" fill="hold">
                                          <p:stCondLst>
                                            <p:cond delay="0"/>
                                          </p:stCondLst>
                                        </p:cTn>
                                        <p:tgtEl>
                                          <p:spTgt spid="28690"/>
                                        </p:tgtEl>
                                        <p:attrNameLst>
                                          <p:attrName>style.visibility</p:attrName>
                                        </p:attrNameLst>
                                      </p:cBhvr>
                                      <p:to>
                                        <p:strVal val="visible"/>
                                      </p:to>
                                    </p:set>
                                    <p:animEffect transition="in" filter="dissolve">
                                      <p:cBhvr>
                                        <p:cTn id="104" dur="500"/>
                                        <p:tgtEl>
                                          <p:spTgt spid="28690"/>
                                        </p:tgtEl>
                                      </p:cBhvr>
                                    </p:animEffect>
                                  </p:childTnLst>
                                </p:cTn>
                              </p:par>
                            </p:childTnLst>
                          </p:cTn>
                        </p:par>
                        <p:par>
                          <p:cTn id="105" fill="hold">
                            <p:stCondLst>
                              <p:cond delay="2000"/>
                            </p:stCondLst>
                            <p:childTnLst>
                              <p:par>
                                <p:cTn id="106" presetID="17" presetClass="entr" presetSubtype="8" fill="hold" nodeType="afterEffect">
                                  <p:stCondLst>
                                    <p:cond delay="0"/>
                                  </p:stCondLst>
                                  <p:childTnLst>
                                    <p:set>
                                      <p:cBhvr>
                                        <p:cTn id="107" dur="1" fill="hold">
                                          <p:stCondLst>
                                            <p:cond delay="0"/>
                                          </p:stCondLst>
                                        </p:cTn>
                                        <p:tgtEl>
                                          <p:spTgt spid="28708"/>
                                        </p:tgtEl>
                                        <p:attrNameLst>
                                          <p:attrName>style.visibility</p:attrName>
                                        </p:attrNameLst>
                                      </p:cBhvr>
                                      <p:to>
                                        <p:strVal val="visible"/>
                                      </p:to>
                                    </p:set>
                                    <p:anim calcmode="lin" valueType="num">
                                      <p:cBhvr>
                                        <p:cTn id="108" dur="500" fill="hold"/>
                                        <p:tgtEl>
                                          <p:spTgt spid="28708"/>
                                        </p:tgtEl>
                                        <p:attrNameLst>
                                          <p:attrName>ppt_x</p:attrName>
                                        </p:attrNameLst>
                                      </p:cBhvr>
                                      <p:tavLst>
                                        <p:tav tm="0">
                                          <p:val>
                                            <p:strVal val="#ppt_x-#ppt_w/2"/>
                                          </p:val>
                                        </p:tav>
                                        <p:tav tm="100000">
                                          <p:val>
                                            <p:strVal val="#ppt_x"/>
                                          </p:val>
                                        </p:tav>
                                      </p:tavLst>
                                    </p:anim>
                                    <p:anim calcmode="lin" valueType="num">
                                      <p:cBhvr>
                                        <p:cTn id="109" dur="500" fill="hold"/>
                                        <p:tgtEl>
                                          <p:spTgt spid="28708"/>
                                        </p:tgtEl>
                                        <p:attrNameLst>
                                          <p:attrName>ppt_y</p:attrName>
                                        </p:attrNameLst>
                                      </p:cBhvr>
                                      <p:tavLst>
                                        <p:tav tm="0">
                                          <p:val>
                                            <p:strVal val="#ppt_y"/>
                                          </p:val>
                                        </p:tav>
                                        <p:tav tm="100000">
                                          <p:val>
                                            <p:strVal val="#ppt_y"/>
                                          </p:val>
                                        </p:tav>
                                      </p:tavLst>
                                    </p:anim>
                                    <p:anim calcmode="lin" valueType="num">
                                      <p:cBhvr>
                                        <p:cTn id="110" dur="500" fill="hold"/>
                                        <p:tgtEl>
                                          <p:spTgt spid="28708"/>
                                        </p:tgtEl>
                                        <p:attrNameLst>
                                          <p:attrName>ppt_w</p:attrName>
                                        </p:attrNameLst>
                                      </p:cBhvr>
                                      <p:tavLst>
                                        <p:tav tm="0">
                                          <p:val>
                                            <p:fltVal val="0"/>
                                          </p:val>
                                        </p:tav>
                                        <p:tav tm="100000">
                                          <p:val>
                                            <p:strVal val="#ppt_w"/>
                                          </p:val>
                                        </p:tav>
                                      </p:tavLst>
                                    </p:anim>
                                    <p:anim calcmode="lin" valueType="num">
                                      <p:cBhvr>
                                        <p:cTn id="111" dur="500" fill="hold"/>
                                        <p:tgtEl>
                                          <p:spTgt spid="28708"/>
                                        </p:tgtEl>
                                        <p:attrNameLst>
                                          <p:attrName>ppt_h</p:attrName>
                                        </p:attrNameLst>
                                      </p:cBhvr>
                                      <p:tavLst>
                                        <p:tav tm="0">
                                          <p:val>
                                            <p:strVal val="#ppt_h"/>
                                          </p:val>
                                        </p:tav>
                                        <p:tav tm="100000">
                                          <p:val>
                                            <p:strVal val="#ppt_h"/>
                                          </p:val>
                                        </p:tav>
                                      </p:tavLst>
                                    </p:anim>
                                  </p:childTnLst>
                                </p:cTn>
                              </p:par>
                            </p:childTnLst>
                          </p:cTn>
                        </p:par>
                        <p:par>
                          <p:cTn id="112" fill="hold">
                            <p:stCondLst>
                              <p:cond delay="2500"/>
                            </p:stCondLst>
                            <p:childTnLst>
                              <p:par>
                                <p:cTn id="113" presetID="9" presetClass="entr" presetSubtype="0" fill="hold" grpId="0" nodeType="afterEffect">
                                  <p:stCondLst>
                                    <p:cond delay="0"/>
                                  </p:stCondLst>
                                  <p:childTnLst>
                                    <p:set>
                                      <p:cBhvr>
                                        <p:cTn id="114" dur="1" fill="hold">
                                          <p:stCondLst>
                                            <p:cond delay="0"/>
                                          </p:stCondLst>
                                        </p:cTn>
                                        <p:tgtEl>
                                          <p:spTgt spid="28691"/>
                                        </p:tgtEl>
                                        <p:attrNameLst>
                                          <p:attrName>style.visibility</p:attrName>
                                        </p:attrNameLst>
                                      </p:cBhvr>
                                      <p:to>
                                        <p:strVal val="visible"/>
                                      </p:to>
                                    </p:set>
                                    <p:animEffect transition="in" filter="dissolve">
                                      <p:cBhvr>
                                        <p:cTn id="115" dur="500"/>
                                        <p:tgtEl>
                                          <p:spTgt spid="28691"/>
                                        </p:tgtEl>
                                      </p:cBhvr>
                                    </p:animEffect>
                                  </p:childTnLst>
                                </p:cTn>
                              </p:par>
                            </p:childTnLst>
                          </p:cTn>
                        </p:par>
                      </p:childTnLst>
                    </p:cTn>
                  </p:par>
                  <p:par>
                    <p:cTn id="116" fill="hold">
                      <p:stCondLst>
                        <p:cond delay="indefinite"/>
                      </p:stCondLst>
                      <p:childTnLst>
                        <p:par>
                          <p:cTn id="117" fill="hold">
                            <p:stCondLst>
                              <p:cond delay="0"/>
                            </p:stCondLst>
                            <p:childTnLst>
                              <p:par>
                                <p:cTn id="118" presetID="17" presetClass="entr" presetSubtype="8" fill="hold" nodeType="clickEffect">
                                  <p:stCondLst>
                                    <p:cond delay="0"/>
                                  </p:stCondLst>
                                  <p:childTnLst>
                                    <p:set>
                                      <p:cBhvr>
                                        <p:cTn id="119" dur="1" fill="hold">
                                          <p:stCondLst>
                                            <p:cond delay="0"/>
                                          </p:stCondLst>
                                        </p:cTn>
                                        <p:tgtEl>
                                          <p:spTgt spid="28711"/>
                                        </p:tgtEl>
                                        <p:attrNameLst>
                                          <p:attrName>style.visibility</p:attrName>
                                        </p:attrNameLst>
                                      </p:cBhvr>
                                      <p:to>
                                        <p:strVal val="visible"/>
                                      </p:to>
                                    </p:set>
                                    <p:anim calcmode="lin" valueType="num">
                                      <p:cBhvr>
                                        <p:cTn id="120" dur="500" fill="hold"/>
                                        <p:tgtEl>
                                          <p:spTgt spid="28711"/>
                                        </p:tgtEl>
                                        <p:attrNameLst>
                                          <p:attrName>ppt_x</p:attrName>
                                        </p:attrNameLst>
                                      </p:cBhvr>
                                      <p:tavLst>
                                        <p:tav tm="0">
                                          <p:val>
                                            <p:strVal val="#ppt_x-#ppt_w/2"/>
                                          </p:val>
                                        </p:tav>
                                        <p:tav tm="100000">
                                          <p:val>
                                            <p:strVal val="#ppt_x"/>
                                          </p:val>
                                        </p:tav>
                                      </p:tavLst>
                                    </p:anim>
                                    <p:anim calcmode="lin" valueType="num">
                                      <p:cBhvr>
                                        <p:cTn id="121" dur="500" fill="hold"/>
                                        <p:tgtEl>
                                          <p:spTgt spid="28711"/>
                                        </p:tgtEl>
                                        <p:attrNameLst>
                                          <p:attrName>ppt_y</p:attrName>
                                        </p:attrNameLst>
                                      </p:cBhvr>
                                      <p:tavLst>
                                        <p:tav tm="0">
                                          <p:val>
                                            <p:strVal val="#ppt_y"/>
                                          </p:val>
                                        </p:tav>
                                        <p:tav tm="100000">
                                          <p:val>
                                            <p:strVal val="#ppt_y"/>
                                          </p:val>
                                        </p:tav>
                                      </p:tavLst>
                                    </p:anim>
                                    <p:anim calcmode="lin" valueType="num">
                                      <p:cBhvr>
                                        <p:cTn id="122" dur="500" fill="hold"/>
                                        <p:tgtEl>
                                          <p:spTgt spid="28711"/>
                                        </p:tgtEl>
                                        <p:attrNameLst>
                                          <p:attrName>ppt_w</p:attrName>
                                        </p:attrNameLst>
                                      </p:cBhvr>
                                      <p:tavLst>
                                        <p:tav tm="0">
                                          <p:val>
                                            <p:fltVal val="0"/>
                                          </p:val>
                                        </p:tav>
                                        <p:tav tm="100000">
                                          <p:val>
                                            <p:strVal val="#ppt_w"/>
                                          </p:val>
                                        </p:tav>
                                      </p:tavLst>
                                    </p:anim>
                                    <p:anim calcmode="lin" valueType="num">
                                      <p:cBhvr>
                                        <p:cTn id="123" dur="500" fill="hold"/>
                                        <p:tgtEl>
                                          <p:spTgt spid="28711"/>
                                        </p:tgtEl>
                                        <p:attrNameLst>
                                          <p:attrName>ppt_h</p:attrName>
                                        </p:attrNameLst>
                                      </p:cBhvr>
                                      <p:tavLst>
                                        <p:tav tm="0">
                                          <p:val>
                                            <p:strVal val="#ppt_h"/>
                                          </p:val>
                                        </p:tav>
                                        <p:tav tm="100000">
                                          <p:val>
                                            <p:strVal val="#ppt_h"/>
                                          </p:val>
                                        </p:tav>
                                      </p:tavLst>
                                    </p:anim>
                                  </p:childTnLst>
                                </p:cTn>
                              </p:par>
                            </p:childTnLst>
                          </p:cTn>
                        </p:par>
                        <p:par>
                          <p:cTn id="124" fill="hold">
                            <p:stCondLst>
                              <p:cond delay="500"/>
                            </p:stCondLst>
                            <p:childTnLst>
                              <p:par>
                                <p:cTn id="125" presetID="9" presetClass="entr" presetSubtype="0" fill="hold" grpId="0" nodeType="afterEffect">
                                  <p:stCondLst>
                                    <p:cond delay="0"/>
                                  </p:stCondLst>
                                  <p:childTnLst>
                                    <p:set>
                                      <p:cBhvr>
                                        <p:cTn id="126" dur="1" fill="hold">
                                          <p:stCondLst>
                                            <p:cond delay="0"/>
                                          </p:stCondLst>
                                        </p:cTn>
                                        <p:tgtEl>
                                          <p:spTgt spid="28693"/>
                                        </p:tgtEl>
                                        <p:attrNameLst>
                                          <p:attrName>style.visibility</p:attrName>
                                        </p:attrNameLst>
                                      </p:cBhvr>
                                      <p:to>
                                        <p:strVal val="visible"/>
                                      </p:to>
                                    </p:set>
                                    <p:animEffect transition="in" filter="dissolve">
                                      <p:cBhvr>
                                        <p:cTn id="127" dur="500"/>
                                        <p:tgtEl>
                                          <p:spTgt spid="28693"/>
                                        </p:tgtEl>
                                      </p:cBhvr>
                                    </p:animEffect>
                                  </p:childTnLst>
                                </p:cTn>
                              </p:par>
                            </p:childTnLst>
                          </p:cTn>
                        </p:par>
                      </p:childTnLst>
                    </p:cTn>
                  </p:par>
                  <p:par>
                    <p:cTn id="128" fill="hold">
                      <p:stCondLst>
                        <p:cond delay="indefinite"/>
                      </p:stCondLst>
                      <p:childTnLst>
                        <p:par>
                          <p:cTn id="129" fill="hold">
                            <p:stCondLst>
                              <p:cond delay="0"/>
                            </p:stCondLst>
                            <p:childTnLst>
                              <p:par>
                                <p:cTn id="130" presetID="17" presetClass="entr" presetSubtype="8" fill="hold" nodeType="clickEffect">
                                  <p:stCondLst>
                                    <p:cond delay="0"/>
                                  </p:stCondLst>
                                  <p:childTnLst>
                                    <p:set>
                                      <p:cBhvr>
                                        <p:cTn id="131" dur="1" fill="hold">
                                          <p:stCondLst>
                                            <p:cond delay="0"/>
                                          </p:stCondLst>
                                        </p:cTn>
                                        <p:tgtEl>
                                          <p:spTgt spid="28709"/>
                                        </p:tgtEl>
                                        <p:attrNameLst>
                                          <p:attrName>style.visibility</p:attrName>
                                        </p:attrNameLst>
                                      </p:cBhvr>
                                      <p:to>
                                        <p:strVal val="visible"/>
                                      </p:to>
                                    </p:set>
                                    <p:anim calcmode="lin" valueType="num">
                                      <p:cBhvr>
                                        <p:cTn id="132" dur="500" fill="hold"/>
                                        <p:tgtEl>
                                          <p:spTgt spid="28709"/>
                                        </p:tgtEl>
                                        <p:attrNameLst>
                                          <p:attrName>ppt_x</p:attrName>
                                        </p:attrNameLst>
                                      </p:cBhvr>
                                      <p:tavLst>
                                        <p:tav tm="0">
                                          <p:val>
                                            <p:strVal val="#ppt_x-#ppt_w/2"/>
                                          </p:val>
                                        </p:tav>
                                        <p:tav tm="100000">
                                          <p:val>
                                            <p:strVal val="#ppt_x"/>
                                          </p:val>
                                        </p:tav>
                                      </p:tavLst>
                                    </p:anim>
                                    <p:anim calcmode="lin" valueType="num">
                                      <p:cBhvr>
                                        <p:cTn id="133" dur="500" fill="hold"/>
                                        <p:tgtEl>
                                          <p:spTgt spid="28709"/>
                                        </p:tgtEl>
                                        <p:attrNameLst>
                                          <p:attrName>ppt_y</p:attrName>
                                        </p:attrNameLst>
                                      </p:cBhvr>
                                      <p:tavLst>
                                        <p:tav tm="0">
                                          <p:val>
                                            <p:strVal val="#ppt_y"/>
                                          </p:val>
                                        </p:tav>
                                        <p:tav tm="100000">
                                          <p:val>
                                            <p:strVal val="#ppt_y"/>
                                          </p:val>
                                        </p:tav>
                                      </p:tavLst>
                                    </p:anim>
                                    <p:anim calcmode="lin" valueType="num">
                                      <p:cBhvr>
                                        <p:cTn id="134" dur="500" fill="hold"/>
                                        <p:tgtEl>
                                          <p:spTgt spid="28709"/>
                                        </p:tgtEl>
                                        <p:attrNameLst>
                                          <p:attrName>ppt_w</p:attrName>
                                        </p:attrNameLst>
                                      </p:cBhvr>
                                      <p:tavLst>
                                        <p:tav tm="0">
                                          <p:val>
                                            <p:fltVal val="0"/>
                                          </p:val>
                                        </p:tav>
                                        <p:tav tm="100000">
                                          <p:val>
                                            <p:strVal val="#ppt_w"/>
                                          </p:val>
                                        </p:tav>
                                      </p:tavLst>
                                    </p:anim>
                                    <p:anim calcmode="lin" valueType="num">
                                      <p:cBhvr>
                                        <p:cTn id="135" dur="500" fill="hold"/>
                                        <p:tgtEl>
                                          <p:spTgt spid="28709"/>
                                        </p:tgtEl>
                                        <p:attrNameLst>
                                          <p:attrName>ppt_h</p:attrName>
                                        </p:attrNameLst>
                                      </p:cBhvr>
                                      <p:tavLst>
                                        <p:tav tm="0">
                                          <p:val>
                                            <p:strVal val="#ppt_h"/>
                                          </p:val>
                                        </p:tav>
                                        <p:tav tm="100000">
                                          <p:val>
                                            <p:strVal val="#ppt_h"/>
                                          </p:val>
                                        </p:tav>
                                      </p:tavLst>
                                    </p:anim>
                                  </p:childTnLst>
                                </p:cTn>
                              </p:par>
                              <p:par>
                                <p:cTn id="136" presetID="17" presetClass="entr" presetSubtype="8" fill="hold" nodeType="withEffect">
                                  <p:stCondLst>
                                    <p:cond delay="0"/>
                                  </p:stCondLst>
                                  <p:childTnLst>
                                    <p:set>
                                      <p:cBhvr>
                                        <p:cTn id="137" dur="1" fill="hold">
                                          <p:stCondLst>
                                            <p:cond delay="0"/>
                                          </p:stCondLst>
                                        </p:cTn>
                                        <p:tgtEl>
                                          <p:spTgt spid="28710"/>
                                        </p:tgtEl>
                                        <p:attrNameLst>
                                          <p:attrName>style.visibility</p:attrName>
                                        </p:attrNameLst>
                                      </p:cBhvr>
                                      <p:to>
                                        <p:strVal val="visible"/>
                                      </p:to>
                                    </p:set>
                                    <p:anim calcmode="lin" valueType="num">
                                      <p:cBhvr>
                                        <p:cTn id="138" dur="500" fill="hold"/>
                                        <p:tgtEl>
                                          <p:spTgt spid="28710"/>
                                        </p:tgtEl>
                                        <p:attrNameLst>
                                          <p:attrName>ppt_x</p:attrName>
                                        </p:attrNameLst>
                                      </p:cBhvr>
                                      <p:tavLst>
                                        <p:tav tm="0">
                                          <p:val>
                                            <p:strVal val="#ppt_x-#ppt_w/2"/>
                                          </p:val>
                                        </p:tav>
                                        <p:tav tm="100000">
                                          <p:val>
                                            <p:strVal val="#ppt_x"/>
                                          </p:val>
                                        </p:tav>
                                      </p:tavLst>
                                    </p:anim>
                                    <p:anim calcmode="lin" valueType="num">
                                      <p:cBhvr>
                                        <p:cTn id="139" dur="500" fill="hold"/>
                                        <p:tgtEl>
                                          <p:spTgt spid="28710"/>
                                        </p:tgtEl>
                                        <p:attrNameLst>
                                          <p:attrName>ppt_y</p:attrName>
                                        </p:attrNameLst>
                                      </p:cBhvr>
                                      <p:tavLst>
                                        <p:tav tm="0">
                                          <p:val>
                                            <p:strVal val="#ppt_y"/>
                                          </p:val>
                                        </p:tav>
                                        <p:tav tm="100000">
                                          <p:val>
                                            <p:strVal val="#ppt_y"/>
                                          </p:val>
                                        </p:tav>
                                      </p:tavLst>
                                    </p:anim>
                                    <p:anim calcmode="lin" valueType="num">
                                      <p:cBhvr>
                                        <p:cTn id="140" dur="500" fill="hold"/>
                                        <p:tgtEl>
                                          <p:spTgt spid="28710"/>
                                        </p:tgtEl>
                                        <p:attrNameLst>
                                          <p:attrName>ppt_w</p:attrName>
                                        </p:attrNameLst>
                                      </p:cBhvr>
                                      <p:tavLst>
                                        <p:tav tm="0">
                                          <p:val>
                                            <p:fltVal val="0"/>
                                          </p:val>
                                        </p:tav>
                                        <p:tav tm="100000">
                                          <p:val>
                                            <p:strVal val="#ppt_w"/>
                                          </p:val>
                                        </p:tav>
                                      </p:tavLst>
                                    </p:anim>
                                    <p:anim calcmode="lin" valueType="num">
                                      <p:cBhvr>
                                        <p:cTn id="141" dur="500" fill="hold"/>
                                        <p:tgtEl>
                                          <p:spTgt spid="28710"/>
                                        </p:tgtEl>
                                        <p:attrNameLst>
                                          <p:attrName>ppt_h</p:attrName>
                                        </p:attrNameLst>
                                      </p:cBhvr>
                                      <p:tavLst>
                                        <p:tav tm="0">
                                          <p:val>
                                            <p:strVal val="#ppt_h"/>
                                          </p:val>
                                        </p:tav>
                                        <p:tav tm="100000">
                                          <p:val>
                                            <p:strVal val="#ppt_h"/>
                                          </p:val>
                                        </p:tav>
                                      </p:tavLst>
                                    </p:anim>
                                  </p:childTnLst>
                                </p:cTn>
                              </p:par>
                            </p:childTnLst>
                          </p:cTn>
                        </p:par>
                        <p:par>
                          <p:cTn id="142" fill="hold">
                            <p:stCondLst>
                              <p:cond delay="500"/>
                            </p:stCondLst>
                            <p:childTnLst>
                              <p:par>
                                <p:cTn id="143" presetID="9" presetClass="entr" presetSubtype="0" fill="hold" grpId="0" nodeType="afterEffect">
                                  <p:stCondLst>
                                    <p:cond delay="0"/>
                                  </p:stCondLst>
                                  <p:childTnLst>
                                    <p:set>
                                      <p:cBhvr>
                                        <p:cTn id="144" dur="1" fill="hold">
                                          <p:stCondLst>
                                            <p:cond delay="0"/>
                                          </p:stCondLst>
                                        </p:cTn>
                                        <p:tgtEl>
                                          <p:spTgt spid="28696"/>
                                        </p:tgtEl>
                                        <p:attrNameLst>
                                          <p:attrName>style.visibility</p:attrName>
                                        </p:attrNameLst>
                                      </p:cBhvr>
                                      <p:to>
                                        <p:strVal val="visible"/>
                                      </p:to>
                                    </p:set>
                                    <p:animEffect transition="in" filter="dissolve">
                                      <p:cBhvr>
                                        <p:cTn id="145" dur="500"/>
                                        <p:tgtEl>
                                          <p:spTgt spid="28696"/>
                                        </p:tgtEl>
                                      </p:cBhvr>
                                    </p:animEffect>
                                  </p:childTnLst>
                                </p:cTn>
                              </p:par>
                            </p:childTnLst>
                          </p:cTn>
                        </p:par>
                      </p:childTnLst>
                    </p:cTn>
                  </p:par>
                  <p:par>
                    <p:cTn id="146" fill="hold">
                      <p:stCondLst>
                        <p:cond delay="indefinite"/>
                      </p:stCondLst>
                      <p:childTnLst>
                        <p:par>
                          <p:cTn id="147" fill="hold">
                            <p:stCondLst>
                              <p:cond delay="0"/>
                            </p:stCondLst>
                            <p:childTnLst>
                              <p:par>
                                <p:cTn id="148" presetID="17" presetClass="entr" presetSubtype="8" fill="hold" nodeType="clickEffect">
                                  <p:stCondLst>
                                    <p:cond delay="0"/>
                                  </p:stCondLst>
                                  <p:childTnLst>
                                    <p:set>
                                      <p:cBhvr>
                                        <p:cTn id="149" dur="1" fill="hold">
                                          <p:stCondLst>
                                            <p:cond delay="0"/>
                                          </p:stCondLst>
                                        </p:cTn>
                                        <p:tgtEl>
                                          <p:spTgt spid="28715"/>
                                        </p:tgtEl>
                                        <p:attrNameLst>
                                          <p:attrName>style.visibility</p:attrName>
                                        </p:attrNameLst>
                                      </p:cBhvr>
                                      <p:to>
                                        <p:strVal val="visible"/>
                                      </p:to>
                                    </p:set>
                                    <p:anim calcmode="lin" valueType="num">
                                      <p:cBhvr>
                                        <p:cTn id="150" dur="500" fill="hold"/>
                                        <p:tgtEl>
                                          <p:spTgt spid="28715"/>
                                        </p:tgtEl>
                                        <p:attrNameLst>
                                          <p:attrName>ppt_x</p:attrName>
                                        </p:attrNameLst>
                                      </p:cBhvr>
                                      <p:tavLst>
                                        <p:tav tm="0">
                                          <p:val>
                                            <p:strVal val="#ppt_x-#ppt_w/2"/>
                                          </p:val>
                                        </p:tav>
                                        <p:tav tm="100000">
                                          <p:val>
                                            <p:strVal val="#ppt_x"/>
                                          </p:val>
                                        </p:tav>
                                      </p:tavLst>
                                    </p:anim>
                                    <p:anim calcmode="lin" valueType="num">
                                      <p:cBhvr>
                                        <p:cTn id="151" dur="500" fill="hold"/>
                                        <p:tgtEl>
                                          <p:spTgt spid="28715"/>
                                        </p:tgtEl>
                                        <p:attrNameLst>
                                          <p:attrName>ppt_y</p:attrName>
                                        </p:attrNameLst>
                                      </p:cBhvr>
                                      <p:tavLst>
                                        <p:tav tm="0">
                                          <p:val>
                                            <p:strVal val="#ppt_y"/>
                                          </p:val>
                                        </p:tav>
                                        <p:tav tm="100000">
                                          <p:val>
                                            <p:strVal val="#ppt_y"/>
                                          </p:val>
                                        </p:tav>
                                      </p:tavLst>
                                    </p:anim>
                                    <p:anim calcmode="lin" valueType="num">
                                      <p:cBhvr>
                                        <p:cTn id="152" dur="500" fill="hold"/>
                                        <p:tgtEl>
                                          <p:spTgt spid="28715"/>
                                        </p:tgtEl>
                                        <p:attrNameLst>
                                          <p:attrName>ppt_w</p:attrName>
                                        </p:attrNameLst>
                                      </p:cBhvr>
                                      <p:tavLst>
                                        <p:tav tm="0">
                                          <p:val>
                                            <p:fltVal val="0"/>
                                          </p:val>
                                        </p:tav>
                                        <p:tav tm="100000">
                                          <p:val>
                                            <p:strVal val="#ppt_w"/>
                                          </p:val>
                                        </p:tav>
                                      </p:tavLst>
                                    </p:anim>
                                    <p:anim calcmode="lin" valueType="num">
                                      <p:cBhvr>
                                        <p:cTn id="153" dur="500" fill="hold"/>
                                        <p:tgtEl>
                                          <p:spTgt spid="28715"/>
                                        </p:tgtEl>
                                        <p:attrNameLst>
                                          <p:attrName>ppt_h</p:attrName>
                                        </p:attrNameLst>
                                      </p:cBhvr>
                                      <p:tavLst>
                                        <p:tav tm="0">
                                          <p:val>
                                            <p:strVal val="#ppt_h"/>
                                          </p:val>
                                        </p:tav>
                                        <p:tav tm="100000">
                                          <p:val>
                                            <p:strVal val="#ppt_h"/>
                                          </p:val>
                                        </p:tav>
                                      </p:tavLst>
                                    </p:anim>
                                  </p:childTnLst>
                                </p:cTn>
                              </p:par>
                            </p:childTnLst>
                          </p:cTn>
                        </p:par>
                        <p:par>
                          <p:cTn id="154" fill="hold">
                            <p:stCondLst>
                              <p:cond delay="500"/>
                            </p:stCondLst>
                            <p:childTnLst>
                              <p:par>
                                <p:cTn id="155" presetID="9" presetClass="entr" presetSubtype="0" fill="hold" grpId="0" nodeType="afterEffect">
                                  <p:stCondLst>
                                    <p:cond delay="0"/>
                                  </p:stCondLst>
                                  <p:childTnLst>
                                    <p:set>
                                      <p:cBhvr>
                                        <p:cTn id="156" dur="1" fill="hold">
                                          <p:stCondLst>
                                            <p:cond delay="0"/>
                                          </p:stCondLst>
                                        </p:cTn>
                                        <p:tgtEl>
                                          <p:spTgt spid="28699"/>
                                        </p:tgtEl>
                                        <p:attrNameLst>
                                          <p:attrName>style.visibility</p:attrName>
                                        </p:attrNameLst>
                                      </p:cBhvr>
                                      <p:to>
                                        <p:strVal val="visible"/>
                                      </p:to>
                                    </p:set>
                                    <p:animEffect transition="in" filter="dissolve">
                                      <p:cBhvr>
                                        <p:cTn id="157" dur="500"/>
                                        <p:tgtEl>
                                          <p:spTgt spid="28699"/>
                                        </p:tgtEl>
                                      </p:cBhvr>
                                    </p:animEffect>
                                  </p:childTnLst>
                                </p:cTn>
                              </p:par>
                            </p:childTnLst>
                          </p:cTn>
                        </p:par>
                      </p:childTnLst>
                    </p:cTn>
                  </p:par>
                  <p:par>
                    <p:cTn id="158" fill="hold">
                      <p:stCondLst>
                        <p:cond delay="indefinite"/>
                      </p:stCondLst>
                      <p:childTnLst>
                        <p:par>
                          <p:cTn id="159" fill="hold">
                            <p:stCondLst>
                              <p:cond delay="0"/>
                            </p:stCondLst>
                            <p:childTnLst>
                              <p:par>
                                <p:cTn id="160" presetID="9" presetClass="entr" presetSubtype="0" fill="hold" grpId="0" nodeType="clickEffect">
                                  <p:stCondLst>
                                    <p:cond delay="0"/>
                                  </p:stCondLst>
                                  <p:childTnLst>
                                    <p:set>
                                      <p:cBhvr>
                                        <p:cTn id="161" dur="1" fill="hold">
                                          <p:stCondLst>
                                            <p:cond delay="0"/>
                                          </p:stCondLst>
                                        </p:cTn>
                                        <p:tgtEl>
                                          <p:spTgt spid="28692"/>
                                        </p:tgtEl>
                                        <p:attrNameLst>
                                          <p:attrName>style.visibility</p:attrName>
                                        </p:attrNameLst>
                                      </p:cBhvr>
                                      <p:to>
                                        <p:strVal val="visible"/>
                                      </p:to>
                                    </p:set>
                                    <p:animEffect transition="in" filter="dissolve">
                                      <p:cBhvr>
                                        <p:cTn id="162" dur="500"/>
                                        <p:tgtEl>
                                          <p:spTgt spid="28692"/>
                                        </p:tgtEl>
                                      </p:cBhvr>
                                    </p:animEffect>
                                  </p:childTnLst>
                                </p:cTn>
                              </p:par>
                            </p:childTnLst>
                          </p:cTn>
                        </p:par>
                      </p:childTnLst>
                    </p:cTn>
                  </p:par>
                  <p:par>
                    <p:cTn id="163" fill="hold">
                      <p:stCondLst>
                        <p:cond delay="indefinite"/>
                      </p:stCondLst>
                      <p:childTnLst>
                        <p:par>
                          <p:cTn id="164" fill="hold">
                            <p:stCondLst>
                              <p:cond delay="0"/>
                            </p:stCondLst>
                            <p:childTnLst>
                              <p:par>
                                <p:cTn id="165" presetID="17" presetClass="entr" presetSubtype="8" fill="hold" nodeType="clickEffect">
                                  <p:stCondLst>
                                    <p:cond delay="0"/>
                                  </p:stCondLst>
                                  <p:childTnLst>
                                    <p:set>
                                      <p:cBhvr>
                                        <p:cTn id="166" dur="1" fill="hold">
                                          <p:stCondLst>
                                            <p:cond delay="0"/>
                                          </p:stCondLst>
                                        </p:cTn>
                                        <p:tgtEl>
                                          <p:spTgt spid="28717"/>
                                        </p:tgtEl>
                                        <p:attrNameLst>
                                          <p:attrName>style.visibility</p:attrName>
                                        </p:attrNameLst>
                                      </p:cBhvr>
                                      <p:to>
                                        <p:strVal val="visible"/>
                                      </p:to>
                                    </p:set>
                                    <p:anim calcmode="lin" valueType="num">
                                      <p:cBhvr>
                                        <p:cTn id="167" dur="500" fill="hold"/>
                                        <p:tgtEl>
                                          <p:spTgt spid="28717"/>
                                        </p:tgtEl>
                                        <p:attrNameLst>
                                          <p:attrName>ppt_x</p:attrName>
                                        </p:attrNameLst>
                                      </p:cBhvr>
                                      <p:tavLst>
                                        <p:tav tm="0">
                                          <p:val>
                                            <p:strVal val="#ppt_x-#ppt_w/2"/>
                                          </p:val>
                                        </p:tav>
                                        <p:tav tm="100000">
                                          <p:val>
                                            <p:strVal val="#ppt_x"/>
                                          </p:val>
                                        </p:tav>
                                      </p:tavLst>
                                    </p:anim>
                                    <p:anim calcmode="lin" valueType="num">
                                      <p:cBhvr>
                                        <p:cTn id="168" dur="500" fill="hold"/>
                                        <p:tgtEl>
                                          <p:spTgt spid="28717"/>
                                        </p:tgtEl>
                                        <p:attrNameLst>
                                          <p:attrName>ppt_y</p:attrName>
                                        </p:attrNameLst>
                                      </p:cBhvr>
                                      <p:tavLst>
                                        <p:tav tm="0">
                                          <p:val>
                                            <p:strVal val="#ppt_y"/>
                                          </p:val>
                                        </p:tav>
                                        <p:tav tm="100000">
                                          <p:val>
                                            <p:strVal val="#ppt_y"/>
                                          </p:val>
                                        </p:tav>
                                      </p:tavLst>
                                    </p:anim>
                                    <p:anim calcmode="lin" valueType="num">
                                      <p:cBhvr>
                                        <p:cTn id="169" dur="500" fill="hold"/>
                                        <p:tgtEl>
                                          <p:spTgt spid="28717"/>
                                        </p:tgtEl>
                                        <p:attrNameLst>
                                          <p:attrName>ppt_w</p:attrName>
                                        </p:attrNameLst>
                                      </p:cBhvr>
                                      <p:tavLst>
                                        <p:tav tm="0">
                                          <p:val>
                                            <p:fltVal val="0"/>
                                          </p:val>
                                        </p:tav>
                                        <p:tav tm="100000">
                                          <p:val>
                                            <p:strVal val="#ppt_w"/>
                                          </p:val>
                                        </p:tav>
                                      </p:tavLst>
                                    </p:anim>
                                    <p:anim calcmode="lin" valueType="num">
                                      <p:cBhvr>
                                        <p:cTn id="170" dur="500" fill="hold"/>
                                        <p:tgtEl>
                                          <p:spTgt spid="28717"/>
                                        </p:tgtEl>
                                        <p:attrNameLst>
                                          <p:attrName>ppt_h</p:attrName>
                                        </p:attrNameLst>
                                      </p:cBhvr>
                                      <p:tavLst>
                                        <p:tav tm="0">
                                          <p:val>
                                            <p:strVal val="#ppt_h"/>
                                          </p:val>
                                        </p:tav>
                                        <p:tav tm="100000">
                                          <p:val>
                                            <p:strVal val="#ppt_h"/>
                                          </p:val>
                                        </p:tav>
                                      </p:tavLst>
                                    </p:anim>
                                  </p:childTnLst>
                                </p:cTn>
                              </p:par>
                              <p:par>
                                <p:cTn id="171" presetID="17" presetClass="entr" presetSubtype="8" fill="hold" nodeType="withEffect">
                                  <p:stCondLst>
                                    <p:cond delay="0"/>
                                  </p:stCondLst>
                                  <p:childTnLst>
                                    <p:set>
                                      <p:cBhvr>
                                        <p:cTn id="172" dur="1" fill="hold">
                                          <p:stCondLst>
                                            <p:cond delay="0"/>
                                          </p:stCondLst>
                                        </p:cTn>
                                        <p:tgtEl>
                                          <p:spTgt spid="28718"/>
                                        </p:tgtEl>
                                        <p:attrNameLst>
                                          <p:attrName>style.visibility</p:attrName>
                                        </p:attrNameLst>
                                      </p:cBhvr>
                                      <p:to>
                                        <p:strVal val="visible"/>
                                      </p:to>
                                    </p:set>
                                    <p:anim calcmode="lin" valueType="num">
                                      <p:cBhvr>
                                        <p:cTn id="173" dur="500" fill="hold"/>
                                        <p:tgtEl>
                                          <p:spTgt spid="28718"/>
                                        </p:tgtEl>
                                        <p:attrNameLst>
                                          <p:attrName>ppt_x</p:attrName>
                                        </p:attrNameLst>
                                      </p:cBhvr>
                                      <p:tavLst>
                                        <p:tav tm="0">
                                          <p:val>
                                            <p:strVal val="#ppt_x-#ppt_w/2"/>
                                          </p:val>
                                        </p:tav>
                                        <p:tav tm="100000">
                                          <p:val>
                                            <p:strVal val="#ppt_x"/>
                                          </p:val>
                                        </p:tav>
                                      </p:tavLst>
                                    </p:anim>
                                    <p:anim calcmode="lin" valueType="num">
                                      <p:cBhvr>
                                        <p:cTn id="174" dur="500" fill="hold"/>
                                        <p:tgtEl>
                                          <p:spTgt spid="28718"/>
                                        </p:tgtEl>
                                        <p:attrNameLst>
                                          <p:attrName>ppt_y</p:attrName>
                                        </p:attrNameLst>
                                      </p:cBhvr>
                                      <p:tavLst>
                                        <p:tav tm="0">
                                          <p:val>
                                            <p:strVal val="#ppt_y"/>
                                          </p:val>
                                        </p:tav>
                                        <p:tav tm="100000">
                                          <p:val>
                                            <p:strVal val="#ppt_y"/>
                                          </p:val>
                                        </p:tav>
                                      </p:tavLst>
                                    </p:anim>
                                    <p:anim calcmode="lin" valueType="num">
                                      <p:cBhvr>
                                        <p:cTn id="175" dur="500" fill="hold"/>
                                        <p:tgtEl>
                                          <p:spTgt spid="28718"/>
                                        </p:tgtEl>
                                        <p:attrNameLst>
                                          <p:attrName>ppt_w</p:attrName>
                                        </p:attrNameLst>
                                      </p:cBhvr>
                                      <p:tavLst>
                                        <p:tav tm="0">
                                          <p:val>
                                            <p:fltVal val="0"/>
                                          </p:val>
                                        </p:tav>
                                        <p:tav tm="100000">
                                          <p:val>
                                            <p:strVal val="#ppt_w"/>
                                          </p:val>
                                        </p:tav>
                                      </p:tavLst>
                                    </p:anim>
                                    <p:anim calcmode="lin" valueType="num">
                                      <p:cBhvr>
                                        <p:cTn id="176" dur="500" fill="hold"/>
                                        <p:tgtEl>
                                          <p:spTgt spid="28718"/>
                                        </p:tgtEl>
                                        <p:attrNameLst>
                                          <p:attrName>ppt_h</p:attrName>
                                        </p:attrNameLst>
                                      </p:cBhvr>
                                      <p:tavLst>
                                        <p:tav tm="0">
                                          <p:val>
                                            <p:strVal val="#ppt_h"/>
                                          </p:val>
                                        </p:tav>
                                        <p:tav tm="100000">
                                          <p:val>
                                            <p:strVal val="#ppt_h"/>
                                          </p:val>
                                        </p:tav>
                                      </p:tavLst>
                                    </p:anim>
                                  </p:childTnLst>
                                </p:cTn>
                              </p:par>
                            </p:childTnLst>
                          </p:cTn>
                        </p:par>
                        <p:par>
                          <p:cTn id="177" fill="hold">
                            <p:stCondLst>
                              <p:cond delay="500"/>
                            </p:stCondLst>
                            <p:childTnLst>
                              <p:par>
                                <p:cTn id="178" presetID="9" presetClass="entr" presetSubtype="0" fill="hold" grpId="0" nodeType="afterEffect">
                                  <p:stCondLst>
                                    <p:cond delay="0"/>
                                  </p:stCondLst>
                                  <p:childTnLst>
                                    <p:set>
                                      <p:cBhvr>
                                        <p:cTn id="179" dur="1" fill="hold">
                                          <p:stCondLst>
                                            <p:cond delay="0"/>
                                          </p:stCondLst>
                                        </p:cTn>
                                        <p:tgtEl>
                                          <p:spTgt spid="28700"/>
                                        </p:tgtEl>
                                        <p:attrNameLst>
                                          <p:attrName>style.visibility</p:attrName>
                                        </p:attrNameLst>
                                      </p:cBhvr>
                                      <p:to>
                                        <p:strVal val="visible"/>
                                      </p:to>
                                    </p:set>
                                    <p:animEffect transition="in" filter="dissolve">
                                      <p:cBhvr>
                                        <p:cTn id="180" dur="500"/>
                                        <p:tgtEl>
                                          <p:spTgt spid="28700"/>
                                        </p:tgtEl>
                                      </p:cBhvr>
                                    </p:animEffect>
                                  </p:childTnLst>
                                </p:cTn>
                              </p:par>
                            </p:childTnLst>
                          </p:cTn>
                        </p:par>
                      </p:childTnLst>
                    </p:cTn>
                  </p:par>
                  <p:par>
                    <p:cTn id="181" fill="hold">
                      <p:stCondLst>
                        <p:cond delay="indefinite"/>
                      </p:stCondLst>
                      <p:childTnLst>
                        <p:par>
                          <p:cTn id="182" fill="hold">
                            <p:stCondLst>
                              <p:cond delay="0"/>
                            </p:stCondLst>
                            <p:childTnLst>
                              <p:par>
                                <p:cTn id="183" presetID="17" presetClass="entr" presetSubtype="8" fill="hold" nodeType="clickEffect">
                                  <p:stCondLst>
                                    <p:cond delay="0"/>
                                  </p:stCondLst>
                                  <p:childTnLst>
                                    <p:set>
                                      <p:cBhvr>
                                        <p:cTn id="184" dur="1" fill="hold">
                                          <p:stCondLst>
                                            <p:cond delay="0"/>
                                          </p:stCondLst>
                                        </p:cTn>
                                        <p:tgtEl>
                                          <p:spTgt spid="28719"/>
                                        </p:tgtEl>
                                        <p:attrNameLst>
                                          <p:attrName>style.visibility</p:attrName>
                                        </p:attrNameLst>
                                      </p:cBhvr>
                                      <p:to>
                                        <p:strVal val="visible"/>
                                      </p:to>
                                    </p:set>
                                    <p:anim calcmode="lin" valueType="num">
                                      <p:cBhvr>
                                        <p:cTn id="185" dur="500" fill="hold"/>
                                        <p:tgtEl>
                                          <p:spTgt spid="28719"/>
                                        </p:tgtEl>
                                        <p:attrNameLst>
                                          <p:attrName>ppt_x</p:attrName>
                                        </p:attrNameLst>
                                      </p:cBhvr>
                                      <p:tavLst>
                                        <p:tav tm="0">
                                          <p:val>
                                            <p:strVal val="#ppt_x-#ppt_w/2"/>
                                          </p:val>
                                        </p:tav>
                                        <p:tav tm="100000">
                                          <p:val>
                                            <p:strVal val="#ppt_x"/>
                                          </p:val>
                                        </p:tav>
                                      </p:tavLst>
                                    </p:anim>
                                    <p:anim calcmode="lin" valueType="num">
                                      <p:cBhvr>
                                        <p:cTn id="186" dur="500" fill="hold"/>
                                        <p:tgtEl>
                                          <p:spTgt spid="28719"/>
                                        </p:tgtEl>
                                        <p:attrNameLst>
                                          <p:attrName>ppt_y</p:attrName>
                                        </p:attrNameLst>
                                      </p:cBhvr>
                                      <p:tavLst>
                                        <p:tav tm="0">
                                          <p:val>
                                            <p:strVal val="#ppt_y"/>
                                          </p:val>
                                        </p:tav>
                                        <p:tav tm="100000">
                                          <p:val>
                                            <p:strVal val="#ppt_y"/>
                                          </p:val>
                                        </p:tav>
                                      </p:tavLst>
                                    </p:anim>
                                    <p:anim calcmode="lin" valueType="num">
                                      <p:cBhvr>
                                        <p:cTn id="187" dur="500" fill="hold"/>
                                        <p:tgtEl>
                                          <p:spTgt spid="28719"/>
                                        </p:tgtEl>
                                        <p:attrNameLst>
                                          <p:attrName>ppt_w</p:attrName>
                                        </p:attrNameLst>
                                      </p:cBhvr>
                                      <p:tavLst>
                                        <p:tav tm="0">
                                          <p:val>
                                            <p:fltVal val="0"/>
                                          </p:val>
                                        </p:tav>
                                        <p:tav tm="100000">
                                          <p:val>
                                            <p:strVal val="#ppt_w"/>
                                          </p:val>
                                        </p:tav>
                                      </p:tavLst>
                                    </p:anim>
                                    <p:anim calcmode="lin" valueType="num">
                                      <p:cBhvr>
                                        <p:cTn id="188" dur="500" fill="hold"/>
                                        <p:tgtEl>
                                          <p:spTgt spid="28719"/>
                                        </p:tgtEl>
                                        <p:attrNameLst>
                                          <p:attrName>ppt_h</p:attrName>
                                        </p:attrNameLst>
                                      </p:cBhvr>
                                      <p:tavLst>
                                        <p:tav tm="0">
                                          <p:val>
                                            <p:strVal val="#ppt_h"/>
                                          </p:val>
                                        </p:tav>
                                        <p:tav tm="100000">
                                          <p:val>
                                            <p:strVal val="#ppt_h"/>
                                          </p:val>
                                        </p:tav>
                                      </p:tavLst>
                                    </p:anim>
                                  </p:childTnLst>
                                </p:cTn>
                              </p:par>
                            </p:childTnLst>
                          </p:cTn>
                        </p:par>
                        <p:par>
                          <p:cTn id="189" fill="hold">
                            <p:stCondLst>
                              <p:cond delay="500"/>
                            </p:stCondLst>
                            <p:childTnLst>
                              <p:par>
                                <p:cTn id="190" presetID="9" presetClass="entr" presetSubtype="0" fill="hold" grpId="0" nodeType="afterEffect">
                                  <p:stCondLst>
                                    <p:cond delay="0"/>
                                  </p:stCondLst>
                                  <p:childTnLst>
                                    <p:set>
                                      <p:cBhvr>
                                        <p:cTn id="191" dur="1" fill="hold">
                                          <p:stCondLst>
                                            <p:cond delay="0"/>
                                          </p:stCondLst>
                                        </p:cTn>
                                        <p:tgtEl>
                                          <p:spTgt spid="28701"/>
                                        </p:tgtEl>
                                        <p:attrNameLst>
                                          <p:attrName>style.visibility</p:attrName>
                                        </p:attrNameLst>
                                      </p:cBhvr>
                                      <p:to>
                                        <p:strVal val="visible"/>
                                      </p:to>
                                    </p:set>
                                    <p:animEffect transition="in" filter="dissolve">
                                      <p:cBhvr>
                                        <p:cTn id="192" dur="500"/>
                                        <p:tgtEl>
                                          <p:spTgt spid="28701"/>
                                        </p:tgtEl>
                                      </p:cBhvr>
                                    </p:animEffect>
                                  </p:childTnLst>
                                </p:cTn>
                              </p:par>
                            </p:childTnLst>
                          </p:cTn>
                        </p:par>
                      </p:childTnLst>
                    </p:cTn>
                  </p:par>
                  <p:par>
                    <p:cTn id="193" fill="hold">
                      <p:stCondLst>
                        <p:cond delay="indefinite"/>
                      </p:stCondLst>
                      <p:childTnLst>
                        <p:par>
                          <p:cTn id="194" fill="hold">
                            <p:stCondLst>
                              <p:cond delay="0"/>
                            </p:stCondLst>
                            <p:childTnLst>
                              <p:par>
                                <p:cTn id="195" presetID="17" presetClass="entr" presetSubtype="8" fill="hold" nodeType="clickEffect">
                                  <p:stCondLst>
                                    <p:cond delay="0"/>
                                  </p:stCondLst>
                                  <p:childTnLst>
                                    <p:set>
                                      <p:cBhvr>
                                        <p:cTn id="196" dur="1" fill="hold">
                                          <p:stCondLst>
                                            <p:cond delay="0"/>
                                          </p:stCondLst>
                                        </p:cTn>
                                        <p:tgtEl>
                                          <p:spTgt spid="28713"/>
                                        </p:tgtEl>
                                        <p:attrNameLst>
                                          <p:attrName>style.visibility</p:attrName>
                                        </p:attrNameLst>
                                      </p:cBhvr>
                                      <p:to>
                                        <p:strVal val="visible"/>
                                      </p:to>
                                    </p:set>
                                    <p:anim calcmode="lin" valueType="num">
                                      <p:cBhvr>
                                        <p:cTn id="197" dur="500" fill="hold"/>
                                        <p:tgtEl>
                                          <p:spTgt spid="28713"/>
                                        </p:tgtEl>
                                        <p:attrNameLst>
                                          <p:attrName>ppt_x</p:attrName>
                                        </p:attrNameLst>
                                      </p:cBhvr>
                                      <p:tavLst>
                                        <p:tav tm="0">
                                          <p:val>
                                            <p:strVal val="#ppt_x-#ppt_w/2"/>
                                          </p:val>
                                        </p:tav>
                                        <p:tav tm="100000">
                                          <p:val>
                                            <p:strVal val="#ppt_x"/>
                                          </p:val>
                                        </p:tav>
                                      </p:tavLst>
                                    </p:anim>
                                    <p:anim calcmode="lin" valueType="num">
                                      <p:cBhvr>
                                        <p:cTn id="198" dur="500" fill="hold"/>
                                        <p:tgtEl>
                                          <p:spTgt spid="28713"/>
                                        </p:tgtEl>
                                        <p:attrNameLst>
                                          <p:attrName>ppt_y</p:attrName>
                                        </p:attrNameLst>
                                      </p:cBhvr>
                                      <p:tavLst>
                                        <p:tav tm="0">
                                          <p:val>
                                            <p:strVal val="#ppt_y"/>
                                          </p:val>
                                        </p:tav>
                                        <p:tav tm="100000">
                                          <p:val>
                                            <p:strVal val="#ppt_y"/>
                                          </p:val>
                                        </p:tav>
                                      </p:tavLst>
                                    </p:anim>
                                    <p:anim calcmode="lin" valueType="num">
                                      <p:cBhvr>
                                        <p:cTn id="199" dur="500" fill="hold"/>
                                        <p:tgtEl>
                                          <p:spTgt spid="28713"/>
                                        </p:tgtEl>
                                        <p:attrNameLst>
                                          <p:attrName>ppt_w</p:attrName>
                                        </p:attrNameLst>
                                      </p:cBhvr>
                                      <p:tavLst>
                                        <p:tav tm="0">
                                          <p:val>
                                            <p:fltVal val="0"/>
                                          </p:val>
                                        </p:tav>
                                        <p:tav tm="100000">
                                          <p:val>
                                            <p:strVal val="#ppt_w"/>
                                          </p:val>
                                        </p:tav>
                                      </p:tavLst>
                                    </p:anim>
                                    <p:anim calcmode="lin" valueType="num">
                                      <p:cBhvr>
                                        <p:cTn id="200" dur="500" fill="hold"/>
                                        <p:tgtEl>
                                          <p:spTgt spid="28713"/>
                                        </p:tgtEl>
                                        <p:attrNameLst>
                                          <p:attrName>ppt_h</p:attrName>
                                        </p:attrNameLst>
                                      </p:cBhvr>
                                      <p:tavLst>
                                        <p:tav tm="0">
                                          <p:val>
                                            <p:strVal val="#ppt_h"/>
                                          </p:val>
                                        </p:tav>
                                        <p:tav tm="100000">
                                          <p:val>
                                            <p:strVal val="#ppt_h"/>
                                          </p:val>
                                        </p:tav>
                                      </p:tavLst>
                                    </p:anim>
                                  </p:childTnLst>
                                </p:cTn>
                              </p:par>
                            </p:childTnLst>
                          </p:cTn>
                        </p:par>
                        <p:par>
                          <p:cTn id="201" fill="hold">
                            <p:stCondLst>
                              <p:cond delay="500"/>
                            </p:stCondLst>
                            <p:childTnLst>
                              <p:par>
                                <p:cTn id="202" presetID="9" presetClass="entr" presetSubtype="0" fill="hold" grpId="0" nodeType="afterEffect">
                                  <p:stCondLst>
                                    <p:cond delay="0"/>
                                  </p:stCondLst>
                                  <p:childTnLst>
                                    <p:set>
                                      <p:cBhvr>
                                        <p:cTn id="203" dur="1" fill="hold">
                                          <p:stCondLst>
                                            <p:cond delay="0"/>
                                          </p:stCondLst>
                                        </p:cTn>
                                        <p:tgtEl>
                                          <p:spTgt spid="28695"/>
                                        </p:tgtEl>
                                        <p:attrNameLst>
                                          <p:attrName>style.visibility</p:attrName>
                                        </p:attrNameLst>
                                      </p:cBhvr>
                                      <p:to>
                                        <p:strVal val="visible"/>
                                      </p:to>
                                    </p:set>
                                    <p:animEffect transition="in" filter="dissolve">
                                      <p:cBhvr>
                                        <p:cTn id="204" dur="500"/>
                                        <p:tgtEl>
                                          <p:spTgt spid="28695"/>
                                        </p:tgtEl>
                                      </p:cBhvr>
                                    </p:animEffect>
                                  </p:childTnLst>
                                </p:cTn>
                              </p:par>
                              <p:par>
                                <p:cTn id="205" presetID="17" presetClass="entr" presetSubtype="8" fill="hold" nodeType="withEffect">
                                  <p:stCondLst>
                                    <p:cond delay="0"/>
                                  </p:stCondLst>
                                  <p:childTnLst>
                                    <p:set>
                                      <p:cBhvr>
                                        <p:cTn id="206" dur="1" fill="hold">
                                          <p:stCondLst>
                                            <p:cond delay="0"/>
                                          </p:stCondLst>
                                        </p:cTn>
                                        <p:tgtEl>
                                          <p:spTgt spid="28712"/>
                                        </p:tgtEl>
                                        <p:attrNameLst>
                                          <p:attrName>style.visibility</p:attrName>
                                        </p:attrNameLst>
                                      </p:cBhvr>
                                      <p:to>
                                        <p:strVal val="visible"/>
                                      </p:to>
                                    </p:set>
                                    <p:anim calcmode="lin" valueType="num">
                                      <p:cBhvr>
                                        <p:cTn id="207" dur="500" fill="hold"/>
                                        <p:tgtEl>
                                          <p:spTgt spid="28712"/>
                                        </p:tgtEl>
                                        <p:attrNameLst>
                                          <p:attrName>ppt_x</p:attrName>
                                        </p:attrNameLst>
                                      </p:cBhvr>
                                      <p:tavLst>
                                        <p:tav tm="0">
                                          <p:val>
                                            <p:strVal val="#ppt_x-#ppt_w/2"/>
                                          </p:val>
                                        </p:tav>
                                        <p:tav tm="100000">
                                          <p:val>
                                            <p:strVal val="#ppt_x"/>
                                          </p:val>
                                        </p:tav>
                                      </p:tavLst>
                                    </p:anim>
                                    <p:anim calcmode="lin" valueType="num">
                                      <p:cBhvr>
                                        <p:cTn id="208" dur="500" fill="hold"/>
                                        <p:tgtEl>
                                          <p:spTgt spid="28712"/>
                                        </p:tgtEl>
                                        <p:attrNameLst>
                                          <p:attrName>ppt_y</p:attrName>
                                        </p:attrNameLst>
                                      </p:cBhvr>
                                      <p:tavLst>
                                        <p:tav tm="0">
                                          <p:val>
                                            <p:strVal val="#ppt_y"/>
                                          </p:val>
                                        </p:tav>
                                        <p:tav tm="100000">
                                          <p:val>
                                            <p:strVal val="#ppt_y"/>
                                          </p:val>
                                        </p:tav>
                                      </p:tavLst>
                                    </p:anim>
                                    <p:anim calcmode="lin" valueType="num">
                                      <p:cBhvr>
                                        <p:cTn id="209" dur="500" fill="hold"/>
                                        <p:tgtEl>
                                          <p:spTgt spid="28712"/>
                                        </p:tgtEl>
                                        <p:attrNameLst>
                                          <p:attrName>ppt_w</p:attrName>
                                        </p:attrNameLst>
                                      </p:cBhvr>
                                      <p:tavLst>
                                        <p:tav tm="0">
                                          <p:val>
                                            <p:fltVal val="0"/>
                                          </p:val>
                                        </p:tav>
                                        <p:tav tm="100000">
                                          <p:val>
                                            <p:strVal val="#ppt_w"/>
                                          </p:val>
                                        </p:tav>
                                      </p:tavLst>
                                    </p:anim>
                                    <p:anim calcmode="lin" valueType="num">
                                      <p:cBhvr>
                                        <p:cTn id="210" dur="500" fill="hold"/>
                                        <p:tgtEl>
                                          <p:spTgt spid="28712"/>
                                        </p:tgtEl>
                                        <p:attrNameLst>
                                          <p:attrName>ppt_h</p:attrName>
                                        </p:attrNameLst>
                                      </p:cBhvr>
                                      <p:tavLst>
                                        <p:tav tm="0">
                                          <p:val>
                                            <p:strVal val="#ppt_h"/>
                                          </p:val>
                                        </p:tav>
                                        <p:tav tm="100000">
                                          <p:val>
                                            <p:strVal val="#ppt_h"/>
                                          </p:val>
                                        </p:tav>
                                      </p:tavLst>
                                    </p:anim>
                                  </p:childTnLst>
                                </p:cTn>
                              </p:par>
                            </p:childTnLst>
                          </p:cTn>
                        </p:par>
                        <p:par>
                          <p:cTn id="211" fill="hold">
                            <p:stCondLst>
                              <p:cond delay="1000"/>
                            </p:stCondLst>
                            <p:childTnLst>
                              <p:par>
                                <p:cTn id="212" presetID="9" presetClass="entr" presetSubtype="0" fill="hold" grpId="0" nodeType="afterEffect">
                                  <p:stCondLst>
                                    <p:cond delay="0"/>
                                  </p:stCondLst>
                                  <p:childTnLst>
                                    <p:set>
                                      <p:cBhvr>
                                        <p:cTn id="213" dur="1" fill="hold">
                                          <p:stCondLst>
                                            <p:cond delay="0"/>
                                          </p:stCondLst>
                                        </p:cTn>
                                        <p:tgtEl>
                                          <p:spTgt spid="28694"/>
                                        </p:tgtEl>
                                        <p:attrNameLst>
                                          <p:attrName>style.visibility</p:attrName>
                                        </p:attrNameLst>
                                      </p:cBhvr>
                                      <p:to>
                                        <p:strVal val="visible"/>
                                      </p:to>
                                    </p:set>
                                    <p:animEffect transition="in" filter="dissolve">
                                      <p:cBhvr>
                                        <p:cTn id="214" dur="500"/>
                                        <p:tgtEl>
                                          <p:spTgt spid="28694"/>
                                        </p:tgtEl>
                                      </p:cBhvr>
                                    </p:animEffect>
                                  </p:childTnLst>
                                </p:cTn>
                              </p:par>
                            </p:childTnLst>
                          </p:cTn>
                        </p:par>
                      </p:childTnLst>
                    </p:cTn>
                  </p:par>
                  <p:par>
                    <p:cTn id="215" fill="hold">
                      <p:stCondLst>
                        <p:cond delay="indefinite"/>
                      </p:stCondLst>
                      <p:childTnLst>
                        <p:par>
                          <p:cTn id="216" fill="hold">
                            <p:stCondLst>
                              <p:cond delay="0"/>
                            </p:stCondLst>
                            <p:childTnLst>
                              <p:par>
                                <p:cTn id="217" presetID="17" presetClass="entr" presetSubtype="8" fill="hold" nodeType="clickEffect">
                                  <p:stCondLst>
                                    <p:cond delay="0"/>
                                  </p:stCondLst>
                                  <p:childTnLst>
                                    <p:set>
                                      <p:cBhvr>
                                        <p:cTn id="218" dur="1" fill="hold">
                                          <p:stCondLst>
                                            <p:cond delay="0"/>
                                          </p:stCondLst>
                                        </p:cTn>
                                        <p:tgtEl>
                                          <p:spTgt spid="28724"/>
                                        </p:tgtEl>
                                        <p:attrNameLst>
                                          <p:attrName>style.visibility</p:attrName>
                                        </p:attrNameLst>
                                      </p:cBhvr>
                                      <p:to>
                                        <p:strVal val="visible"/>
                                      </p:to>
                                    </p:set>
                                    <p:anim calcmode="lin" valueType="num">
                                      <p:cBhvr>
                                        <p:cTn id="219" dur="500" fill="hold"/>
                                        <p:tgtEl>
                                          <p:spTgt spid="28724"/>
                                        </p:tgtEl>
                                        <p:attrNameLst>
                                          <p:attrName>ppt_x</p:attrName>
                                        </p:attrNameLst>
                                      </p:cBhvr>
                                      <p:tavLst>
                                        <p:tav tm="0">
                                          <p:val>
                                            <p:strVal val="#ppt_x-#ppt_w/2"/>
                                          </p:val>
                                        </p:tav>
                                        <p:tav tm="100000">
                                          <p:val>
                                            <p:strVal val="#ppt_x"/>
                                          </p:val>
                                        </p:tav>
                                      </p:tavLst>
                                    </p:anim>
                                    <p:anim calcmode="lin" valueType="num">
                                      <p:cBhvr>
                                        <p:cTn id="220" dur="500" fill="hold"/>
                                        <p:tgtEl>
                                          <p:spTgt spid="28724"/>
                                        </p:tgtEl>
                                        <p:attrNameLst>
                                          <p:attrName>ppt_y</p:attrName>
                                        </p:attrNameLst>
                                      </p:cBhvr>
                                      <p:tavLst>
                                        <p:tav tm="0">
                                          <p:val>
                                            <p:strVal val="#ppt_y"/>
                                          </p:val>
                                        </p:tav>
                                        <p:tav tm="100000">
                                          <p:val>
                                            <p:strVal val="#ppt_y"/>
                                          </p:val>
                                        </p:tav>
                                      </p:tavLst>
                                    </p:anim>
                                    <p:anim calcmode="lin" valueType="num">
                                      <p:cBhvr>
                                        <p:cTn id="221" dur="500" fill="hold"/>
                                        <p:tgtEl>
                                          <p:spTgt spid="28724"/>
                                        </p:tgtEl>
                                        <p:attrNameLst>
                                          <p:attrName>ppt_w</p:attrName>
                                        </p:attrNameLst>
                                      </p:cBhvr>
                                      <p:tavLst>
                                        <p:tav tm="0">
                                          <p:val>
                                            <p:fltVal val="0"/>
                                          </p:val>
                                        </p:tav>
                                        <p:tav tm="100000">
                                          <p:val>
                                            <p:strVal val="#ppt_w"/>
                                          </p:val>
                                        </p:tav>
                                      </p:tavLst>
                                    </p:anim>
                                    <p:anim calcmode="lin" valueType="num">
                                      <p:cBhvr>
                                        <p:cTn id="222" dur="500" fill="hold"/>
                                        <p:tgtEl>
                                          <p:spTgt spid="28724"/>
                                        </p:tgtEl>
                                        <p:attrNameLst>
                                          <p:attrName>ppt_h</p:attrName>
                                        </p:attrNameLst>
                                      </p:cBhvr>
                                      <p:tavLst>
                                        <p:tav tm="0">
                                          <p:val>
                                            <p:strVal val="#ppt_h"/>
                                          </p:val>
                                        </p:tav>
                                        <p:tav tm="100000">
                                          <p:val>
                                            <p:strVal val="#ppt_h"/>
                                          </p:val>
                                        </p:tav>
                                      </p:tavLst>
                                    </p:anim>
                                  </p:childTnLst>
                                </p:cTn>
                              </p:par>
                              <p:par>
                                <p:cTn id="223" presetID="17" presetClass="entr" presetSubtype="8" fill="hold" nodeType="withEffect">
                                  <p:stCondLst>
                                    <p:cond delay="0"/>
                                  </p:stCondLst>
                                  <p:childTnLst>
                                    <p:set>
                                      <p:cBhvr>
                                        <p:cTn id="224" dur="1" fill="hold">
                                          <p:stCondLst>
                                            <p:cond delay="0"/>
                                          </p:stCondLst>
                                        </p:cTn>
                                        <p:tgtEl>
                                          <p:spTgt spid="28714"/>
                                        </p:tgtEl>
                                        <p:attrNameLst>
                                          <p:attrName>style.visibility</p:attrName>
                                        </p:attrNameLst>
                                      </p:cBhvr>
                                      <p:to>
                                        <p:strVal val="visible"/>
                                      </p:to>
                                    </p:set>
                                    <p:anim calcmode="lin" valueType="num">
                                      <p:cBhvr>
                                        <p:cTn id="225" dur="500" fill="hold"/>
                                        <p:tgtEl>
                                          <p:spTgt spid="28714"/>
                                        </p:tgtEl>
                                        <p:attrNameLst>
                                          <p:attrName>ppt_x</p:attrName>
                                        </p:attrNameLst>
                                      </p:cBhvr>
                                      <p:tavLst>
                                        <p:tav tm="0">
                                          <p:val>
                                            <p:strVal val="#ppt_x-#ppt_w/2"/>
                                          </p:val>
                                        </p:tav>
                                        <p:tav tm="100000">
                                          <p:val>
                                            <p:strVal val="#ppt_x"/>
                                          </p:val>
                                        </p:tav>
                                      </p:tavLst>
                                    </p:anim>
                                    <p:anim calcmode="lin" valueType="num">
                                      <p:cBhvr>
                                        <p:cTn id="226" dur="500" fill="hold"/>
                                        <p:tgtEl>
                                          <p:spTgt spid="28714"/>
                                        </p:tgtEl>
                                        <p:attrNameLst>
                                          <p:attrName>ppt_y</p:attrName>
                                        </p:attrNameLst>
                                      </p:cBhvr>
                                      <p:tavLst>
                                        <p:tav tm="0">
                                          <p:val>
                                            <p:strVal val="#ppt_y"/>
                                          </p:val>
                                        </p:tav>
                                        <p:tav tm="100000">
                                          <p:val>
                                            <p:strVal val="#ppt_y"/>
                                          </p:val>
                                        </p:tav>
                                      </p:tavLst>
                                    </p:anim>
                                    <p:anim calcmode="lin" valueType="num">
                                      <p:cBhvr>
                                        <p:cTn id="227" dur="500" fill="hold"/>
                                        <p:tgtEl>
                                          <p:spTgt spid="28714"/>
                                        </p:tgtEl>
                                        <p:attrNameLst>
                                          <p:attrName>ppt_w</p:attrName>
                                        </p:attrNameLst>
                                      </p:cBhvr>
                                      <p:tavLst>
                                        <p:tav tm="0">
                                          <p:val>
                                            <p:fltVal val="0"/>
                                          </p:val>
                                        </p:tav>
                                        <p:tav tm="100000">
                                          <p:val>
                                            <p:strVal val="#ppt_w"/>
                                          </p:val>
                                        </p:tav>
                                      </p:tavLst>
                                    </p:anim>
                                    <p:anim calcmode="lin" valueType="num">
                                      <p:cBhvr>
                                        <p:cTn id="228" dur="500" fill="hold"/>
                                        <p:tgtEl>
                                          <p:spTgt spid="28714"/>
                                        </p:tgtEl>
                                        <p:attrNameLst>
                                          <p:attrName>ppt_h</p:attrName>
                                        </p:attrNameLst>
                                      </p:cBhvr>
                                      <p:tavLst>
                                        <p:tav tm="0">
                                          <p:val>
                                            <p:strVal val="#ppt_h"/>
                                          </p:val>
                                        </p:tav>
                                        <p:tav tm="100000">
                                          <p:val>
                                            <p:strVal val="#ppt_h"/>
                                          </p:val>
                                        </p:tav>
                                      </p:tavLst>
                                    </p:anim>
                                  </p:childTnLst>
                                </p:cTn>
                              </p:par>
                            </p:childTnLst>
                          </p:cTn>
                        </p:par>
                        <p:par>
                          <p:cTn id="229" fill="hold">
                            <p:stCondLst>
                              <p:cond delay="500"/>
                            </p:stCondLst>
                            <p:childTnLst>
                              <p:par>
                                <p:cTn id="230" presetID="9" presetClass="entr" presetSubtype="0" fill="hold" grpId="0" nodeType="afterEffect">
                                  <p:stCondLst>
                                    <p:cond delay="0"/>
                                  </p:stCondLst>
                                  <p:childTnLst>
                                    <p:set>
                                      <p:cBhvr>
                                        <p:cTn id="231" dur="1" fill="hold">
                                          <p:stCondLst>
                                            <p:cond delay="0"/>
                                          </p:stCondLst>
                                        </p:cTn>
                                        <p:tgtEl>
                                          <p:spTgt spid="28698"/>
                                        </p:tgtEl>
                                        <p:attrNameLst>
                                          <p:attrName>style.visibility</p:attrName>
                                        </p:attrNameLst>
                                      </p:cBhvr>
                                      <p:to>
                                        <p:strVal val="visible"/>
                                      </p:to>
                                    </p:set>
                                    <p:animEffect transition="in" filter="dissolve">
                                      <p:cBhvr>
                                        <p:cTn id="232" dur="500"/>
                                        <p:tgtEl>
                                          <p:spTgt spid="28698"/>
                                        </p:tgtEl>
                                      </p:cBhvr>
                                    </p:animEffect>
                                  </p:childTnLst>
                                </p:cTn>
                              </p:par>
                            </p:childTnLst>
                          </p:cTn>
                        </p:par>
                      </p:childTnLst>
                    </p:cTn>
                  </p:par>
                  <p:par>
                    <p:cTn id="233" fill="hold">
                      <p:stCondLst>
                        <p:cond delay="indefinite"/>
                      </p:stCondLst>
                      <p:childTnLst>
                        <p:par>
                          <p:cTn id="234" fill="hold">
                            <p:stCondLst>
                              <p:cond delay="0"/>
                            </p:stCondLst>
                            <p:childTnLst>
                              <p:par>
                                <p:cTn id="235" presetID="17" presetClass="entr" presetSubtype="8" fill="hold" nodeType="clickEffect">
                                  <p:stCondLst>
                                    <p:cond delay="0"/>
                                  </p:stCondLst>
                                  <p:childTnLst>
                                    <p:set>
                                      <p:cBhvr>
                                        <p:cTn id="236" dur="1" fill="hold">
                                          <p:stCondLst>
                                            <p:cond delay="0"/>
                                          </p:stCondLst>
                                        </p:cTn>
                                        <p:tgtEl>
                                          <p:spTgt spid="28723"/>
                                        </p:tgtEl>
                                        <p:attrNameLst>
                                          <p:attrName>style.visibility</p:attrName>
                                        </p:attrNameLst>
                                      </p:cBhvr>
                                      <p:to>
                                        <p:strVal val="visible"/>
                                      </p:to>
                                    </p:set>
                                    <p:anim calcmode="lin" valueType="num">
                                      <p:cBhvr>
                                        <p:cTn id="237" dur="500" fill="hold"/>
                                        <p:tgtEl>
                                          <p:spTgt spid="28723"/>
                                        </p:tgtEl>
                                        <p:attrNameLst>
                                          <p:attrName>ppt_x</p:attrName>
                                        </p:attrNameLst>
                                      </p:cBhvr>
                                      <p:tavLst>
                                        <p:tav tm="0">
                                          <p:val>
                                            <p:strVal val="#ppt_x-#ppt_w/2"/>
                                          </p:val>
                                        </p:tav>
                                        <p:tav tm="100000">
                                          <p:val>
                                            <p:strVal val="#ppt_x"/>
                                          </p:val>
                                        </p:tav>
                                      </p:tavLst>
                                    </p:anim>
                                    <p:anim calcmode="lin" valueType="num">
                                      <p:cBhvr>
                                        <p:cTn id="238" dur="500" fill="hold"/>
                                        <p:tgtEl>
                                          <p:spTgt spid="28723"/>
                                        </p:tgtEl>
                                        <p:attrNameLst>
                                          <p:attrName>ppt_y</p:attrName>
                                        </p:attrNameLst>
                                      </p:cBhvr>
                                      <p:tavLst>
                                        <p:tav tm="0">
                                          <p:val>
                                            <p:strVal val="#ppt_y"/>
                                          </p:val>
                                        </p:tav>
                                        <p:tav tm="100000">
                                          <p:val>
                                            <p:strVal val="#ppt_y"/>
                                          </p:val>
                                        </p:tav>
                                      </p:tavLst>
                                    </p:anim>
                                    <p:anim calcmode="lin" valueType="num">
                                      <p:cBhvr>
                                        <p:cTn id="239" dur="500" fill="hold"/>
                                        <p:tgtEl>
                                          <p:spTgt spid="28723"/>
                                        </p:tgtEl>
                                        <p:attrNameLst>
                                          <p:attrName>ppt_w</p:attrName>
                                        </p:attrNameLst>
                                      </p:cBhvr>
                                      <p:tavLst>
                                        <p:tav tm="0">
                                          <p:val>
                                            <p:fltVal val="0"/>
                                          </p:val>
                                        </p:tav>
                                        <p:tav tm="100000">
                                          <p:val>
                                            <p:strVal val="#ppt_w"/>
                                          </p:val>
                                        </p:tav>
                                      </p:tavLst>
                                    </p:anim>
                                    <p:anim calcmode="lin" valueType="num">
                                      <p:cBhvr>
                                        <p:cTn id="240" dur="500" fill="hold"/>
                                        <p:tgtEl>
                                          <p:spTgt spid="28723"/>
                                        </p:tgtEl>
                                        <p:attrNameLst>
                                          <p:attrName>ppt_h</p:attrName>
                                        </p:attrNameLst>
                                      </p:cBhvr>
                                      <p:tavLst>
                                        <p:tav tm="0">
                                          <p:val>
                                            <p:strVal val="#ppt_h"/>
                                          </p:val>
                                        </p:tav>
                                        <p:tav tm="100000">
                                          <p:val>
                                            <p:strVal val="#ppt_h"/>
                                          </p:val>
                                        </p:tav>
                                      </p:tavLst>
                                    </p:anim>
                                  </p:childTnLst>
                                </p:cTn>
                              </p:par>
                              <p:par>
                                <p:cTn id="241" presetID="17" presetClass="entr" presetSubtype="8" fill="hold" nodeType="withEffect">
                                  <p:stCondLst>
                                    <p:cond delay="0"/>
                                  </p:stCondLst>
                                  <p:childTnLst>
                                    <p:set>
                                      <p:cBhvr>
                                        <p:cTn id="242" dur="1" fill="hold">
                                          <p:stCondLst>
                                            <p:cond delay="0"/>
                                          </p:stCondLst>
                                        </p:cTn>
                                        <p:tgtEl>
                                          <p:spTgt spid="28722"/>
                                        </p:tgtEl>
                                        <p:attrNameLst>
                                          <p:attrName>style.visibility</p:attrName>
                                        </p:attrNameLst>
                                      </p:cBhvr>
                                      <p:to>
                                        <p:strVal val="visible"/>
                                      </p:to>
                                    </p:set>
                                    <p:anim calcmode="lin" valueType="num">
                                      <p:cBhvr>
                                        <p:cTn id="243" dur="500" fill="hold"/>
                                        <p:tgtEl>
                                          <p:spTgt spid="28722"/>
                                        </p:tgtEl>
                                        <p:attrNameLst>
                                          <p:attrName>ppt_x</p:attrName>
                                        </p:attrNameLst>
                                      </p:cBhvr>
                                      <p:tavLst>
                                        <p:tav tm="0">
                                          <p:val>
                                            <p:strVal val="#ppt_x-#ppt_w/2"/>
                                          </p:val>
                                        </p:tav>
                                        <p:tav tm="100000">
                                          <p:val>
                                            <p:strVal val="#ppt_x"/>
                                          </p:val>
                                        </p:tav>
                                      </p:tavLst>
                                    </p:anim>
                                    <p:anim calcmode="lin" valueType="num">
                                      <p:cBhvr>
                                        <p:cTn id="244" dur="500" fill="hold"/>
                                        <p:tgtEl>
                                          <p:spTgt spid="28722"/>
                                        </p:tgtEl>
                                        <p:attrNameLst>
                                          <p:attrName>ppt_y</p:attrName>
                                        </p:attrNameLst>
                                      </p:cBhvr>
                                      <p:tavLst>
                                        <p:tav tm="0">
                                          <p:val>
                                            <p:strVal val="#ppt_y"/>
                                          </p:val>
                                        </p:tav>
                                        <p:tav tm="100000">
                                          <p:val>
                                            <p:strVal val="#ppt_y"/>
                                          </p:val>
                                        </p:tav>
                                      </p:tavLst>
                                    </p:anim>
                                    <p:anim calcmode="lin" valueType="num">
                                      <p:cBhvr>
                                        <p:cTn id="245" dur="500" fill="hold"/>
                                        <p:tgtEl>
                                          <p:spTgt spid="28722"/>
                                        </p:tgtEl>
                                        <p:attrNameLst>
                                          <p:attrName>ppt_w</p:attrName>
                                        </p:attrNameLst>
                                      </p:cBhvr>
                                      <p:tavLst>
                                        <p:tav tm="0">
                                          <p:val>
                                            <p:fltVal val="0"/>
                                          </p:val>
                                        </p:tav>
                                        <p:tav tm="100000">
                                          <p:val>
                                            <p:strVal val="#ppt_w"/>
                                          </p:val>
                                        </p:tav>
                                      </p:tavLst>
                                    </p:anim>
                                    <p:anim calcmode="lin" valueType="num">
                                      <p:cBhvr>
                                        <p:cTn id="246" dur="500" fill="hold"/>
                                        <p:tgtEl>
                                          <p:spTgt spid="28722"/>
                                        </p:tgtEl>
                                        <p:attrNameLst>
                                          <p:attrName>ppt_h</p:attrName>
                                        </p:attrNameLst>
                                      </p:cBhvr>
                                      <p:tavLst>
                                        <p:tav tm="0">
                                          <p:val>
                                            <p:strVal val="#ppt_h"/>
                                          </p:val>
                                        </p:tav>
                                        <p:tav tm="100000">
                                          <p:val>
                                            <p:strVal val="#ppt_h"/>
                                          </p:val>
                                        </p:tav>
                                      </p:tavLst>
                                    </p:anim>
                                  </p:childTnLst>
                                </p:cTn>
                              </p:par>
                            </p:childTnLst>
                          </p:cTn>
                        </p:par>
                        <p:par>
                          <p:cTn id="247" fill="hold">
                            <p:stCondLst>
                              <p:cond delay="500"/>
                            </p:stCondLst>
                            <p:childTnLst>
                              <p:par>
                                <p:cTn id="248" presetID="9" presetClass="entr" presetSubtype="0" fill="hold" grpId="0" nodeType="afterEffect">
                                  <p:stCondLst>
                                    <p:cond delay="0"/>
                                  </p:stCondLst>
                                  <p:childTnLst>
                                    <p:set>
                                      <p:cBhvr>
                                        <p:cTn id="249" dur="1" fill="hold">
                                          <p:stCondLst>
                                            <p:cond delay="0"/>
                                          </p:stCondLst>
                                        </p:cTn>
                                        <p:tgtEl>
                                          <p:spTgt spid="28704"/>
                                        </p:tgtEl>
                                        <p:attrNameLst>
                                          <p:attrName>style.visibility</p:attrName>
                                        </p:attrNameLst>
                                      </p:cBhvr>
                                      <p:to>
                                        <p:strVal val="visible"/>
                                      </p:to>
                                    </p:set>
                                    <p:animEffect transition="in" filter="dissolve">
                                      <p:cBhvr>
                                        <p:cTn id="250" dur="500"/>
                                        <p:tgtEl>
                                          <p:spTgt spid="28704"/>
                                        </p:tgtEl>
                                      </p:cBhvr>
                                    </p:animEffect>
                                  </p:childTnLst>
                                </p:cTn>
                              </p:par>
                            </p:childTnLst>
                          </p:cTn>
                        </p:par>
                      </p:childTnLst>
                    </p:cTn>
                  </p:par>
                  <p:par>
                    <p:cTn id="251" fill="hold">
                      <p:stCondLst>
                        <p:cond delay="indefinite"/>
                      </p:stCondLst>
                      <p:childTnLst>
                        <p:par>
                          <p:cTn id="252" fill="hold">
                            <p:stCondLst>
                              <p:cond delay="0"/>
                            </p:stCondLst>
                            <p:childTnLst>
                              <p:par>
                                <p:cTn id="253" presetID="17" presetClass="entr" presetSubtype="8" fill="hold" nodeType="clickEffect">
                                  <p:stCondLst>
                                    <p:cond delay="0"/>
                                  </p:stCondLst>
                                  <p:childTnLst>
                                    <p:set>
                                      <p:cBhvr>
                                        <p:cTn id="254" dur="1" fill="hold">
                                          <p:stCondLst>
                                            <p:cond delay="0"/>
                                          </p:stCondLst>
                                        </p:cTn>
                                        <p:tgtEl>
                                          <p:spTgt spid="28720"/>
                                        </p:tgtEl>
                                        <p:attrNameLst>
                                          <p:attrName>style.visibility</p:attrName>
                                        </p:attrNameLst>
                                      </p:cBhvr>
                                      <p:to>
                                        <p:strVal val="visible"/>
                                      </p:to>
                                    </p:set>
                                    <p:anim calcmode="lin" valueType="num">
                                      <p:cBhvr>
                                        <p:cTn id="255" dur="500" fill="hold"/>
                                        <p:tgtEl>
                                          <p:spTgt spid="28720"/>
                                        </p:tgtEl>
                                        <p:attrNameLst>
                                          <p:attrName>ppt_x</p:attrName>
                                        </p:attrNameLst>
                                      </p:cBhvr>
                                      <p:tavLst>
                                        <p:tav tm="0">
                                          <p:val>
                                            <p:strVal val="#ppt_x-#ppt_w/2"/>
                                          </p:val>
                                        </p:tav>
                                        <p:tav tm="100000">
                                          <p:val>
                                            <p:strVal val="#ppt_x"/>
                                          </p:val>
                                        </p:tav>
                                      </p:tavLst>
                                    </p:anim>
                                    <p:anim calcmode="lin" valueType="num">
                                      <p:cBhvr>
                                        <p:cTn id="256" dur="500" fill="hold"/>
                                        <p:tgtEl>
                                          <p:spTgt spid="28720"/>
                                        </p:tgtEl>
                                        <p:attrNameLst>
                                          <p:attrName>ppt_y</p:attrName>
                                        </p:attrNameLst>
                                      </p:cBhvr>
                                      <p:tavLst>
                                        <p:tav tm="0">
                                          <p:val>
                                            <p:strVal val="#ppt_y"/>
                                          </p:val>
                                        </p:tav>
                                        <p:tav tm="100000">
                                          <p:val>
                                            <p:strVal val="#ppt_y"/>
                                          </p:val>
                                        </p:tav>
                                      </p:tavLst>
                                    </p:anim>
                                    <p:anim calcmode="lin" valueType="num">
                                      <p:cBhvr>
                                        <p:cTn id="257" dur="500" fill="hold"/>
                                        <p:tgtEl>
                                          <p:spTgt spid="28720"/>
                                        </p:tgtEl>
                                        <p:attrNameLst>
                                          <p:attrName>ppt_w</p:attrName>
                                        </p:attrNameLst>
                                      </p:cBhvr>
                                      <p:tavLst>
                                        <p:tav tm="0">
                                          <p:val>
                                            <p:fltVal val="0"/>
                                          </p:val>
                                        </p:tav>
                                        <p:tav tm="100000">
                                          <p:val>
                                            <p:strVal val="#ppt_w"/>
                                          </p:val>
                                        </p:tav>
                                      </p:tavLst>
                                    </p:anim>
                                    <p:anim calcmode="lin" valueType="num">
                                      <p:cBhvr>
                                        <p:cTn id="258" dur="500" fill="hold"/>
                                        <p:tgtEl>
                                          <p:spTgt spid="28720"/>
                                        </p:tgtEl>
                                        <p:attrNameLst>
                                          <p:attrName>ppt_h</p:attrName>
                                        </p:attrNameLst>
                                      </p:cBhvr>
                                      <p:tavLst>
                                        <p:tav tm="0">
                                          <p:val>
                                            <p:strVal val="#ppt_h"/>
                                          </p:val>
                                        </p:tav>
                                        <p:tav tm="100000">
                                          <p:val>
                                            <p:strVal val="#ppt_h"/>
                                          </p:val>
                                        </p:tav>
                                      </p:tavLst>
                                    </p:anim>
                                  </p:childTnLst>
                                </p:cTn>
                              </p:par>
                            </p:childTnLst>
                          </p:cTn>
                        </p:par>
                        <p:par>
                          <p:cTn id="259" fill="hold">
                            <p:stCondLst>
                              <p:cond delay="500"/>
                            </p:stCondLst>
                            <p:childTnLst>
                              <p:par>
                                <p:cTn id="260" presetID="9" presetClass="entr" presetSubtype="0" fill="hold" grpId="0" nodeType="afterEffect">
                                  <p:stCondLst>
                                    <p:cond delay="0"/>
                                  </p:stCondLst>
                                  <p:childTnLst>
                                    <p:set>
                                      <p:cBhvr>
                                        <p:cTn id="261" dur="1" fill="hold">
                                          <p:stCondLst>
                                            <p:cond delay="0"/>
                                          </p:stCondLst>
                                        </p:cTn>
                                        <p:tgtEl>
                                          <p:spTgt spid="28702"/>
                                        </p:tgtEl>
                                        <p:attrNameLst>
                                          <p:attrName>style.visibility</p:attrName>
                                        </p:attrNameLst>
                                      </p:cBhvr>
                                      <p:to>
                                        <p:strVal val="visible"/>
                                      </p:to>
                                    </p:set>
                                    <p:animEffect transition="in" filter="dissolve">
                                      <p:cBhvr>
                                        <p:cTn id="262" dur="500"/>
                                        <p:tgtEl>
                                          <p:spTgt spid="28702"/>
                                        </p:tgtEl>
                                      </p:cBhvr>
                                    </p:animEffect>
                                  </p:childTnLst>
                                </p:cTn>
                              </p:par>
                            </p:childTnLst>
                          </p:cTn>
                        </p:par>
                        <p:par>
                          <p:cTn id="263" fill="hold">
                            <p:stCondLst>
                              <p:cond delay="1000"/>
                            </p:stCondLst>
                            <p:childTnLst>
                              <p:par>
                                <p:cTn id="264" presetID="17" presetClass="entr" presetSubtype="8" fill="hold" nodeType="afterEffect">
                                  <p:stCondLst>
                                    <p:cond delay="0"/>
                                  </p:stCondLst>
                                  <p:childTnLst>
                                    <p:set>
                                      <p:cBhvr>
                                        <p:cTn id="265" dur="1" fill="hold">
                                          <p:stCondLst>
                                            <p:cond delay="0"/>
                                          </p:stCondLst>
                                        </p:cTn>
                                        <p:tgtEl>
                                          <p:spTgt spid="28721"/>
                                        </p:tgtEl>
                                        <p:attrNameLst>
                                          <p:attrName>style.visibility</p:attrName>
                                        </p:attrNameLst>
                                      </p:cBhvr>
                                      <p:to>
                                        <p:strVal val="visible"/>
                                      </p:to>
                                    </p:set>
                                    <p:anim calcmode="lin" valueType="num">
                                      <p:cBhvr>
                                        <p:cTn id="266" dur="500" fill="hold"/>
                                        <p:tgtEl>
                                          <p:spTgt spid="28721"/>
                                        </p:tgtEl>
                                        <p:attrNameLst>
                                          <p:attrName>ppt_x</p:attrName>
                                        </p:attrNameLst>
                                      </p:cBhvr>
                                      <p:tavLst>
                                        <p:tav tm="0">
                                          <p:val>
                                            <p:strVal val="#ppt_x-#ppt_w/2"/>
                                          </p:val>
                                        </p:tav>
                                        <p:tav tm="100000">
                                          <p:val>
                                            <p:strVal val="#ppt_x"/>
                                          </p:val>
                                        </p:tav>
                                      </p:tavLst>
                                    </p:anim>
                                    <p:anim calcmode="lin" valueType="num">
                                      <p:cBhvr>
                                        <p:cTn id="267" dur="500" fill="hold"/>
                                        <p:tgtEl>
                                          <p:spTgt spid="28721"/>
                                        </p:tgtEl>
                                        <p:attrNameLst>
                                          <p:attrName>ppt_y</p:attrName>
                                        </p:attrNameLst>
                                      </p:cBhvr>
                                      <p:tavLst>
                                        <p:tav tm="0">
                                          <p:val>
                                            <p:strVal val="#ppt_y"/>
                                          </p:val>
                                        </p:tav>
                                        <p:tav tm="100000">
                                          <p:val>
                                            <p:strVal val="#ppt_y"/>
                                          </p:val>
                                        </p:tav>
                                      </p:tavLst>
                                    </p:anim>
                                    <p:anim calcmode="lin" valueType="num">
                                      <p:cBhvr>
                                        <p:cTn id="268" dur="500" fill="hold"/>
                                        <p:tgtEl>
                                          <p:spTgt spid="28721"/>
                                        </p:tgtEl>
                                        <p:attrNameLst>
                                          <p:attrName>ppt_w</p:attrName>
                                        </p:attrNameLst>
                                      </p:cBhvr>
                                      <p:tavLst>
                                        <p:tav tm="0">
                                          <p:val>
                                            <p:fltVal val="0"/>
                                          </p:val>
                                        </p:tav>
                                        <p:tav tm="100000">
                                          <p:val>
                                            <p:strVal val="#ppt_w"/>
                                          </p:val>
                                        </p:tav>
                                      </p:tavLst>
                                    </p:anim>
                                    <p:anim calcmode="lin" valueType="num">
                                      <p:cBhvr>
                                        <p:cTn id="269" dur="500" fill="hold"/>
                                        <p:tgtEl>
                                          <p:spTgt spid="28721"/>
                                        </p:tgtEl>
                                        <p:attrNameLst>
                                          <p:attrName>ppt_h</p:attrName>
                                        </p:attrNameLst>
                                      </p:cBhvr>
                                      <p:tavLst>
                                        <p:tav tm="0">
                                          <p:val>
                                            <p:strVal val="#ppt_h"/>
                                          </p:val>
                                        </p:tav>
                                        <p:tav tm="100000">
                                          <p:val>
                                            <p:strVal val="#ppt_h"/>
                                          </p:val>
                                        </p:tav>
                                      </p:tavLst>
                                    </p:anim>
                                  </p:childTnLst>
                                </p:cTn>
                              </p:par>
                            </p:childTnLst>
                          </p:cTn>
                        </p:par>
                        <p:par>
                          <p:cTn id="270" fill="hold">
                            <p:stCondLst>
                              <p:cond delay="1500"/>
                            </p:stCondLst>
                            <p:childTnLst>
                              <p:par>
                                <p:cTn id="271" presetID="9" presetClass="entr" presetSubtype="0" fill="hold" grpId="0" nodeType="afterEffect">
                                  <p:stCondLst>
                                    <p:cond delay="0"/>
                                  </p:stCondLst>
                                  <p:childTnLst>
                                    <p:set>
                                      <p:cBhvr>
                                        <p:cTn id="272" dur="1" fill="hold">
                                          <p:stCondLst>
                                            <p:cond delay="0"/>
                                          </p:stCondLst>
                                        </p:cTn>
                                        <p:tgtEl>
                                          <p:spTgt spid="28703"/>
                                        </p:tgtEl>
                                        <p:attrNameLst>
                                          <p:attrName>style.visibility</p:attrName>
                                        </p:attrNameLst>
                                      </p:cBhvr>
                                      <p:to>
                                        <p:strVal val="visible"/>
                                      </p:to>
                                    </p:set>
                                    <p:animEffect transition="in" filter="dissolve">
                                      <p:cBhvr>
                                        <p:cTn id="273" dur="500"/>
                                        <p:tgtEl>
                                          <p:spTgt spid="28703"/>
                                        </p:tgtEl>
                                      </p:cBhvr>
                                    </p:animEffect>
                                  </p:childTnLst>
                                </p:cTn>
                              </p:par>
                            </p:childTnLst>
                          </p:cTn>
                        </p:par>
                      </p:childTnLst>
                    </p:cTn>
                  </p:par>
                  <p:par>
                    <p:cTn id="274" fill="hold">
                      <p:stCondLst>
                        <p:cond delay="indefinite"/>
                      </p:stCondLst>
                      <p:childTnLst>
                        <p:par>
                          <p:cTn id="275" fill="hold">
                            <p:stCondLst>
                              <p:cond delay="0"/>
                            </p:stCondLst>
                            <p:childTnLst>
                              <p:par>
                                <p:cTn id="276" presetID="17" presetClass="entr" presetSubtype="8" fill="hold" nodeType="clickEffect">
                                  <p:stCondLst>
                                    <p:cond delay="0"/>
                                  </p:stCondLst>
                                  <p:childTnLst>
                                    <p:set>
                                      <p:cBhvr>
                                        <p:cTn id="277" dur="1" fill="hold">
                                          <p:stCondLst>
                                            <p:cond delay="0"/>
                                          </p:stCondLst>
                                        </p:cTn>
                                        <p:tgtEl>
                                          <p:spTgt spid="28716"/>
                                        </p:tgtEl>
                                        <p:attrNameLst>
                                          <p:attrName>style.visibility</p:attrName>
                                        </p:attrNameLst>
                                      </p:cBhvr>
                                      <p:to>
                                        <p:strVal val="visible"/>
                                      </p:to>
                                    </p:set>
                                    <p:anim calcmode="lin" valueType="num">
                                      <p:cBhvr>
                                        <p:cTn id="278" dur="500" fill="hold"/>
                                        <p:tgtEl>
                                          <p:spTgt spid="28716"/>
                                        </p:tgtEl>
                                        <p:attrNameLst>
                                          <p:attrName>ppt_x</p:attrName>
                                        </p:attrNameLst>
                                      </p:cBhvr>
                                      <p:tavLst>
                                        <p:tav tm="0">
                                          <p:val>
                                            <p:strVal val="#ppt_x-#ppt_w/2"/>
                                          </p:val>
                                        </p:tav>
                                        <p:tav tm="100000">
                                          <p:val>
                                            <p:strVal val="#ppt_x"/>
                                          </p:val>
                                        </p:tav>
                                      </p:tavLst>
                                    </p:anim>
                                    <p:anim calcmode="lin" valueType="num">
                                      <p:cBhvr>
                                        <p:cTn id="279" dur="500" fill="hold"/>
                                        <p:tgtEl>
                                          <p:spTgt spid="28716"/>
                                        </p:tgtEl>
                                        <p:attrNameLst>
                                          <p:attrName>ppt_y</p:attrName>
                                        </p:attrNameLst>
                                      </p:cBhvr>
                                      <p:tavLst>
                                        <p:tav tm="0">
                                          <p:val>
                                            <p:strVal val="#ppt_y"/>
                                          </p:val>
                                        </p:tav>
                                        <p:tav tm="100000">
                                          <p:val>
                                            <p:strVal val="#ppt_y"/>
                                          </p:val>
                                        </p:tav>
                                      </p:tavLst>
                                    </p:anim>
                                    <p:anim calcmode="lin" valueType="num">
                                      <p:cBhvr>
                                        <p:cTn id="280" dur="500" fill="hold"/>
                                        <p:tgtEl>
                                          <p:spTgt spid="28716"/>
                                        </p:tgtEl>
                                        <p:attrNameLst>
                                          <p:attrName>ppt_w</p:attrName>
                                        </p:attrNameLst>
                                      </p:cBhvr>
                                      <p:tavLst>
                                        <p:tav tm="0">
                                          <p:val>
                                            <p:fltVal val="0"/>
                                          </p:val>
                                        </p:tav>
                                        <p:tav tm="100000">
                                          <p:val>
                                            <p:strVal val="#ppt_w"/>
                                          </p:val>
                                        </p:tav>
                                      </p:tavLst>
                                    </p:anim>
                                    <p:anim calcmode="lin" valueType="num">
                                      <p:cBhvr>
                                        <p:cTn id="281" dur="500" fill="hold"/>
                                        <p:tgtEl>
                                          <p:spTgt spid="28716"/>
                                        </p:tgtEl>
                                        <p:attrNameLst>
                                          <p:attrName>ppt_h</p:attrName>
                                        </p:attrNameLst>
                                      </p:cBhvr>
                                      <p:tavLst>
                                        <p:tav tm="0">
                                          <p:val>
                                            <p:strVal val="#ppt_h"/>
                                          </p:val>
                                        </p:tav>
                                        <p:tav tm="100000">
                                          <p:val>
                                            <p:strVal val="#ppt_h"/>
                                          </p:val>
                                        </p:tav>
                                      </p:tavLst>
                                    </p:anim>
                                  </p:childTnLst>
                                </p:cTn>
                              </p:par>
                            </p:childTnLst>
                          </p:cTn>
                        </p:par>
                        <p:par>
                          <p:cTn id="282" fill="hold">
                            <p:stCondLst>
                              <p:cond delay="500"/>
                            </p:stCondLst>
                            <p:childTnLst>
                              <p:par>
                                <p:cTn id="283" presetID="9" presetClass="entr" presetSubtype="0" fill="hold" grpId="0" nodeType="afterEffect">
                                  <p:stCondLst>
                                    <p:cond delay="0"/>
                                  </p:stCondLst>
                                  <p:childTnLst>
                                    <p:set>
                                      <p:cBhvr>
                                        <p:cTn id="284" dur="1" fill="hold">
                                          <p:stCondLst>
                                            <p:cond delay="0"/>
                                          </p:stCondLst>
                                        </p:cTn>
                                        <p:tgtEl>
                                          <p:spTgt spid="28697"/>
                                        </p:tgtEl>
                                        <p:attrNameLst>
                                          <p:attrName>style.visibility</p:attrName>
                                        </p:attrNameLst>
                                      </p:cBhvr>
                                      <p:to>
                                        <p:strVal val="visible"/>
                                      </p:to>
                                    </p:set>
                                    <p:animEffect transition="in" filter="dissolve">
                                      <p:cBhvr>
                                        <p:cTn id="285" dur="500"/>
                                        <p:tgtEl>
                                          <p:spTgt spid="28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p:bldP spid="28676" grpId="0"/>
      <p:bldP spid="28677" grpId="0"/>
      <p:bldP spid="28678" grpId="0"/>
      <p:bldP spid="28679" grpId="0"/>
      <p:bldP spid="28680" grpId="0"/>
      <p:bldP spid="28681" grpId="0" animBg="1"/>
      <p:bldP spid="28682" grpId="0" animBg="1"/>
      <p:bldP spid="28683" grpId="0" animBg="1"/>
      <p:bldP spid="28684" grpId="0" animBg="1"/>
      <p:bldP spid="28685" grpId="0" animBg="1"/>
      <p:bldP spid="28689" grpId="0" animBg="1"/>
      <p:bldP spid="28690" grpId="0" animBg="1"/>
      <p:bldP spid="28691" grpId="0" animBg="1"/>
      <p:bldP spid="28692" grpId="0" animBg="1"/>
      <p:bldP spid="28693" grpId="0" animBg="1"/>
      <p:bldP spid="28694" grpId="0" animBg="1"/>
      <p:bldP spid="28695" grpId="0" animBg="1"/>
      <p:bldP spid="28696" grpId="0" animBg="1"/>
      <p:bldP spid="28697" grpId="0" animBg="1"/>
      <p:bldP spid="28698" grpId="0" animBg="1"/>
      <p:bldP spid="28699" grpId="0" animBg="1"/>
      <p:bldP spid="28700" grpId="0" animBg="1"/>
      <p:bldP spid="28701" grpId="0" animBg="1"/>
      <p:bldP spid="28702" grpId="0" animBg="1"/>
      <p:bldP spid="28703" grpId="0" animBg="1"/>
      <p:bldP spid="2870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AECCE6EE-563E-4BC2-91D9-2AF74E9DED4D}" type="slidenum">
              <a:rPr lang="en-US" altLang="en-US">
                <a:solidFill>
                  <a:srgbClr val="FF99FF"/>
                </a:solidFill>
              </a:rPr>
            </a:fld>
            <a:endParaRPr lang="en-US" altLang="en-US">
              <a:solidFill>
                <a:srgbClr val="FF99FF"/>
              </a:solidFill>
            </a:endParaRPr>
          </a:p>
        </p:txBody>
      </p:sp>
      <p:sp>
        <p:nvSpPr>
          <p:cNvPr id="20483" name="Rectangle 2"/>
          <p:cNvSpPr>
            <a:spLocks noGrp="1" noChangeArrowheads="1"/>
          </p:cNvSpPr>
          <p:nvPr>
            <p:ph type="title"/>
          </p:nvPr>
        </p:nvSpPr>
        <p:spPr>
          <a:xfrm>
            <a:off x="107037" y="332993"/>
            <a:ext cx="7272808" cy="523876"/>
          </a:xfrm>
        </p:spPr>
        <p:txBody>
          <a:bodyPr/>
          <a:lstStyle/>
          <a:p>
            <a:pPr eaLnBrk="1" hangingPunct="1"/>
            <a:r>
              <a:rPr lang="en-US" altLang="en-US" sz="2800" b="1" dirty="0">
                <a:solidFill>
                  <a:srgbClr val="FF0000"/>
                </a:solidFill>
              </a:rPr>
              <a:t>Choice Of Programming Language (PL)</a:t>
            </a:r>
            <a:endParaRPr lang="en-US" altLang="en-US" sz="2800" b="1" dirty="0">
              <a:solidFill>
                <a:srgbClr val="FF0000"/>
              </a:solidFill>
            </a:endParaRPr>
          </a:p>
        </p:txBody>
      </p:sp>
      <p:sp>
        <p:nvSpPr>
          <p:cNvPr id="20484" name="Rectangle 3"/>
          <p:cNvSpPr>
            <a:spLocks noGrp="1" noChangeArrowheads="1"/>
          </p:cNvSpPr>
          <p:nvPr>
            <p:ph type="body" idx="1"/>
          </p:nvPr>
        </p:nvSpPr>
        <p:spPr>
          <a:xfrm>
            <a:off x="199112" y="1556792"/>
            <a:ext cx="8785225" cy="4392587"/>
          </a:xfrm>
        </p:spPr>
        <p:txBody>
          <a:bodyPr/>
          <a:lstStyle/>
          <a:p>
            <a:pPr marL="609600" indent="-609600" eaLnBrk="1" hangingPunct="1">
              <a:lnSpc>
                <a:spcPct val="105000"/>
              </a:lnSpc>
            </a:pPr>
            <a:r>
              <a:rPr lang="en-US" altLang="en-US" sz="2000" dirty="0">
                <a:solidFill>
                  <a:srgbClr val="FF0000"/>
                </a:solidFill>
              </a:rPr>
              <a:t>Depends on various technical factors like</a:t>
            </a:r>
            <a:r>
              <a:rPr lang="en-US" altLang="en-US" sz="2000" dirty="0"/>
              <a:t>:</a:t>
            </a:r>
            <a:endParaRPr lang="en-US" altLang="en-US" sz="2000" dirty="0"/>
          </a:p>
          <a:p>
            <a:pPr marL="1154430" lvl="1" indent="-533400" eaLnBrk="1" hangingPunct="1">
              <a:lnSpc>
                <a:spcPct val="105000"/>
              </a:lnSpc>
              <a:buFont typeface="Wingdings" panose="05000000000000000000" pitchFamily="2" charset="2"/>
              <a:buAutoNum type="arabicPeriod"/>
            </a:pPr>
            <a:r>
              <a:rPr lang="en-US" altLang="en-US" sz="2000" dirty="0"/>
              <a:t>Suitability of the language to the application domain</a:t>
            </a:r>
            <a:endParaRPr lang="en-US" altLang="en-US" sz="2000" dirty="0"/>
          </a:p>
          <a:p>
            <a:pPr marL="1154430" lvl="1" indent="-533400" eaLnBrk="1" hangingPunct="1">
              <a:lnSpc>
                <a:spcPct val="105000"/>
              </a:lnSpc>
              <a:buFont typeface="Wingdings" panose="05000000000000000000" pitchFamily="2" charset="2"/>
              <a:buAutoNum type="arabicPeriod"/>
            </a:pPr>
            <a:r>
              <a:rPr lang="en-US" altLang="en-US" sz="2000" dirty="0"/>
              <a:t>Availability of the compiler on the target platform</a:t>
            </a:r>
            <a:endParaRPr lang="en-US" altLang="en-US" sz="2000" dirty="0"/>
          </a:p>
          <a:p>
            <a:pPr marL="609600" indent="-609600" eaLnBrk="1" hangingPunct="1">
              <a:lnSpc>
                <a:spcPct val="105000"/>
              </a:lnSpc>
              <a:buFont typeface="Wingdings" panose="05000000000000000000" pitchFamily="2" charset="2"/>
              <a:buNone/>
            </a:pPr>
            <a:r>
              <a:rPr lang="en-US" altLang="en-US" sz="2000" dirty="0"/>
              <a:t>					AND</a:t>
            </a:r>
            <a:endParaRPr lang="en-US" altLang="en-US" sz="2000" dirty="0"/>
          </a:p>
          <a:p>
            <a:pPr marL="609600" indent="-609600" eaLnBrk="1" hangingPunct="1">
              <a:lnSpc>
                <a:spcPct val="105000"/>
              </a:lnSpc>
            </a:pPr>
            <a:r>
              <a:rPr lang="en-US" altLang="en-US" sz="2000" dirty="0">
                <a:solidFill>
                  <a:srgbClr val="FF0000"/>
                </a:solidFill>
              </a:rPr>
              <a:t>External factors like availability of :</a:t>
            </a:r>
            <a:endParaRPr lang="en-US" altLang="en-US" sz="2000" dirty="0">
              <a:solidFill>
                <a:srgbClr val="FF0000"/>
              </a:solidFill>
            </a:endParaRPr>
          </a:p>
          <a:p>
            <a:pPr marL="1154430" lvl="1" indent="-533400" eaLnBrk="1" hangingPunct="1">
              <a:lnSpc>
                <a:spcPct val="105000"/>
              </a:lnSpc>
              <a:buFont typeface="Wingdings" panose="05000000000000000000" pitchFamily="2" charset="2"/>
              <a:buAutoNum type="arabicPeriod"/>
            </a:pPr>
            <a:r>
              <a:rPr lang="en-US" altLang="en-US" sz="2000" dirty="0"/>
              <a:t>Skills</a:t>
            </a:r>
            <a:endParaRPr lang="en-US" altLang="en-US" sz="2000" dirty="0"/>
          </a:p>
          <a:p>
            <a:pPr marL="1154430" lvl="1" indent="-533400" eaLnBrk="1" hangingPunct="1">
              <a:lnSpc>
                <a:spcPct val="105000"/>
              </a:lnSpc>
              <a:buFont typeface="Wingdings" panose="05000000000000000000" pitchFamily="2" charset="2"/>
              <a:buAutoNum type="arabicPeriod"/>
            </a:pPr>
            <a:r>
              <a:rPr lang="en-US" altLang="en-US" sz="2000" dirty="0"/>
              <a:t>Support </a:t>
            </a:r>
            <a:endParaRPr lang="en-US" altLang="en-US" sz="2000" dirty="0"/>
          </a:p>
          <a:p>
            <a:pPr marL="1154430" lvl="1" indent="-533400" eaLnBrk="1" hangingPunct="1">
              <a:lnSpc>
                <a:spcPct val="105000"/>
              </a:lnSpc>
              <a:buFont typeface="Wingdings" panose="05000000000000000000" pitchFamily="2" charset="2"/>
              <a:buAutoNum type="arabicPeriod"/>
            </a:pPr>
            <a:r>
              <a:rPr lang="en-US" altLang="en-US" sz="2000" dirty="0"/>
              <a:t>Training </a:t>
            </a:r>
            <a:endParaRPr lang="en-US" altLang="en-US" sz="2000" dirty="0"/>
          </a:p>
          <a:p>
            <a:pPr marL="1154430" lvl="1" indent="-533400" eaLnBrk="1" hangingPunct="1">
              <a:lnSpc>
                <a:spcPct val="105000"/>
              </a:lnSpc>
              <a:buFont typeface="Wingdings" panose="05000000000000000000" pitchFamily="2" charset="2"/>
              <a:buAutoNum type="arabicPeriod"/>
            </a:pPr>
            <a:r>
              <a:rPr lang="en-US" altLang="en-US" sz="2000" dirty="0"/>
              <a:t>User Constraints </a:t>
            </a:r>
            <a:r>
              <a:rPr lang="en-US" altLang="en-US" sz="2000" dirty="0" err="1"/>
              <a:t>etc</a:t>
            </a:r>
            <a:r>
              <a:rPr lang="en-US" altLang="en-US" sz="2000" dirty="0"/>
              <a:t>….</a:t>
            </a:r>
            <a:endParaRPr lang="en-US" alt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2"/>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35F0DC39-3F99-4B47-9A8A-3D11111522D1}" type="slidenum">
              <a:rPr lang="en-US">
                <a:solidFill>
                  <a:srgbClr val="FF99FF"/>
                </a:solidFill>
              </a:rPr>
            </a:fld>
            <a:endParaRPr lang="en-US">
              <a:solidFill>
                <a:srgbClr val="FF99FF"/>
              </a:solidFill>
            </a:endParaRPr>
          </a:p>
        </p:txBody>
      </p:sp>
      <p:sp>
        <p:nvSpPr>
          <p:cNvPr id="21507" name="Rectangle 2"/>
          <p:cNvSpPr>
            <a:spLocks noGrp="1" noChangeArrowheads="1"/>
          </p:cNvSpPr>
          <p:nvPr>
            <p:ph type="title"/>
          </p:nvPr>
        </p:nvSpPr>
        <p:spPr>
          <a:xfrm>
            <a:off x="0" y="44450"/>
            <a:ext cx="9109075" cy="936625"/>
          </a:xfrm>
        </p:spPr>
        <p:txBody>
          <a:bodyPr/>
          <a:lstStyle/>
          <a:p>
            <a:pPr eaLnBrk="1" hangingPunct="1"/>
            <a:r>
              <a:rPr lang="en-US" sz="3600" b="1" dirty="0">
                <a:solidFill>
                  <a:srgbClr val="FF0000"/>
                </a:solidFill>
              </a:rPr>
              <a:t>Programming Languages – How used?</a:t>
            </a:r>
            <a:endParaRPr lang="en-US" sz="3600" b="1" dirty="0">
              <a:solidFill>
                <a:srgbClr val="FF0000"/>
              </a:solidFill>
            </a:endParaRPr>
          </a:p>
        </p:txBody>
      </p:sp>
      <p:sp>
        <p:nvSpPr>
          <p:cNvPr id="30723" name="Rectangle 3"/>
          <p:cNvSpPr>
            <a:spLocks noChangeArrowheads="1"/>
          </p:cNvSpPr>
          <p:nvPr/>
        </p:nvSpPr>
        <p:spPr bwMode="auto">
          <a:xfrm>
            <a:off x="4808538" y="1433513"/>
            <a:ext cx="2209800" cy="685800"/>
          </a:xfrm>
          <a:prstGeom prst="rect">
            <a:avLst/>
          </a:prstGeom>
          <a:solidFill>
            <a:schemeClr val="accent1"/>
          </a:solidFill>
          <a:ln w="9525" algn="ctr">
            <a:solidFill>
              <a:schemeClr val="tx1"/>
            </a:solidFill>
            <a:miter lim="800000"/>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spcBef>
                <a:spcPct val="0"/>
              </a:spcBef>
              <a:buClrTx/>
              <a:buFontTx/>
              <a:buNone/>
            </a:pPr>
            <a:r>
              <a:rPr lang="en-US" sz="2400">
                <a:solidFill>
                  <a:srgbClr val="FFFFCC"/>
                </a:solidFill>
                <a:latin typeface="Arial" panose="020B0704020202020204" pitchFamily="34" charset="0"/>
              </a:rPr>
              <a:t>Preprocessor</a:t>
            </a:r>
            <a:endParaRPr lang="en-US" sz="2400">
              <a:solidFill>
                <a:srgbClr val="FFFFCC"/>
              </a:solidFill>
              <a:latin typeface="Arial" panose="020B0704020202020204" pitchFamily="34" charset="0"/>
            </a:endParaRPr>
          </a:p>
        </p:txBody>
      </p:sp>
      <p:sp>
        <p:nvSpPr>
          <p:cNvPr id="30724" name="Rectangle 4"/>
          <p:cNvSpPr>
            <a:spLocks noChangeArrowheads="1"/>
          </p:cNvSpPr>
          <p:nvPr/>
        </p:nvSpPr>
        <p:spPr bwMode="auto">
          <a:xfrm>
            <a:off x="4808538" y="2652713"/>
            <a:ext cx="2209800" cy="685800"/>
          </a:xfrm>
          <a:prstGeom prst="rect">
            <a:avLst/>
          </a:prstGeom>
          <a:solidFill>
            <a:schemeClr val="accent1"/>
          </a:solidFill>
          <a:ln w="9525">
            <a:solidFill>
              <a:schemeClr val="tx1"/>
            </a:solidFill>
            <a:miter lim="800000"/>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spcBef>
                <a:spcPct val="0"/>
              </a:spcBef>
              <a:buClrTx/>
              <a:buFontTx/>
              <a:buNone/>
            </a:pPr>
            <a:r>
              <a:rPr lang="en-US" sz="2400">
                <a:solidFill>
                  <a:srgbClr val="FFFFCC"/>
                </a:solidFill>
                <a:latin typeface="Arial" panose="020B0704020202020204" pitchFamily="34" charset="0"/>
              </a:rPr>
              <a:t>Compiler</a:t>
            </a:r>
            <a:endParaRPr lang="en-US" sz="2400">
              <a:solidFill>
                <a:srgbClr val="FFFFCC"/>
              </a:solidFill>
              <a:latin typeface="Arial" panose="020B0704020202020204" pitchFamily="34" charset="0"/>
            </a:endParaRPr>
          </a:p>
        </p:txBody>
      </p:sp>
      <p:sp>
        <p:nvSpPr>
          <p:cNvPr id="30725" name="Rectangle 5"/>
          <p:cNvSpPr>
            <a:spLocks noChangeArrowheads="1"/>
          </p:cNvSpPr>
          <p:nvPr/>
        </p:nvSpPr>
        <p:spPr bwMode="auto">
          <a:xfrm>
            <a:off x="4808538" y="3948113"/>
            <a:ext cx="2209800" cy="685800"/>
          </a:xfrm>
          <a:prstGeom prst="rect">
            <a:avLst/>
          </a:prstGeom>
          <a:solidFill>
            <a:schemeClr val="accent1"/>
          </a:solidFill>
          <a:ln w="9525">
            <a:solidFill>
              <a:schemeClr val="tx1"/>
            </a:solidFill>
            <a:miter lim="800000"/>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spcBef>
                <a:spcPct val="0"/>
              </a:spcBef>
              <a:buClrTx/>
              <a:buFontTx/>
              <a:buNone/>
            </a:pPr>
            <a:r>
              <a:rPr lang="en-US" sz="2400">
                <a:solidFill>
                  <a:srgbClr val="FFFFCC"/>
                </a:solidFill>
                <a:latin typeface="Arial" panose="020B0704020202020204" pitchFamily="34" charset="0"/>
              </a:rPr>
              <a:t>Assembler</a:t>
            </a:r>
            <a:endParaRPr lang="en-US" sz="2400">
              <a:solidFill>
                <a:srgbClr val="FFFFCC"/>
              </a:solidFill>
              <a:latin typeface="Arial" panose="020B0704020202020204" pitchFamily="34" charset="0"/>
            </a:endParaRPr>
          </a:p>
        </p:txBody>
      </p:sp>
      <p:sp>
        <p:nvSpPr>
          <p:cNvPr id="30726" name="Rectangle 6"/>
          <p:cNvSpPr>
            <a:spLocks noChangeArrowheads="1"/>
          </p:cNvSpPr>
          <p:nvPr/>
        </p:nvSpPr>
        <p:spPr bwMode="auto">
          <a:xfrm>
            <a:off x="4427538" y="5243513"/>
            <a:ext cx="2735262" cy="685800"/>
          </a:xfrm>
          <a:prstGeom prst="rect">
            <a:avLst/>
          </a:prstGeom>
          <a:solidFill>
            <a:schemeClr val="accent1"/>
          </a:solidFill>
          <a:ln w="9525">
            <a:solidFill>
              <a:schemeClr val="tx1"/>
            </a:solidFill>
            <a:miter lim="800000"/>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spcBef>
                <a:spcPct val="0"/>
              </a:spcBef>
              <a:buClrTx/>
              <a:buFontTx/>
              <a:buNone/>
            </a:pPr>
            <a:r>
              <a:rPr lang="en-US" sz="2400">
                <a:solidFill>
                  <a:srgbClr val="FFFFCC"/>
                </a:solidFill>
                <a:latin typeface="Arial" panose="020B0704020202020204" pitchFamily="34" charset="0"/>
              </a:rPr>
              <a:t>Loader/link editor</a:t>
            </a:r>
            <a:endParaRPr lang="en-US" sz="2400">
              <a:solidFill>
                <a:srgbClr val="FFFFCC"/>
              </a:solidFill>
              <a:latin typeface="Arial" panose="020B0704020202020204" pitchFamily="34" charset="0"/>
            </a:endParaRPr>
          </a:p>
        </p:txBody>
      </p:sp>
      <p:sp>
        <p:nvSpPr>
          <p:cNvPr id="30727" name="Line 7"/>
          <p:cNvSpPr>
            <a:spLocks noChangeShapeType="1"/>
          </p:cNvSpPr>
          <p:nvPr/>
        </p:nvSpPr>
        <p:spPr bwMode="auto">
          <a:xfrm>
            <a:off x="5848350" y="1052513"/>
            <a:ext cx="0" cy="381000"/>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28" name="Line 8"/>
          <p:cNvSpPr>
            <a:spLocks noChangeShapeType="1"/>
          </p:cNvSpPr>
          <p:nvPr/>
        </p:nvSpPr>
        <p:spPr bwMode="auto">
          <a:xfrm>
            <a:off x="5848350" y="2119313"/>
            <a:ext cx="0" cy="533400"/>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29" name="Line 9"/>
          <p:cNvSpPr>
            <a:spLocks noChangeShapeType="1"/>
          </p:cNvSpPr>
          <p:nvPr/>
        </p:nvSpPr>
        <p:spPr bwMode="auto">
          <a:xfrm>
            <a:off x="5875338" y="3338513"/>
            <a:ext cx="0" cy="609600"/>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30" name="Line 10"/>
          <p:cNvSpPr>
            <a:spLocks noChangeShapeType="1"/>
          </p:cNvSpPr>
          <p:nvPr/>
        </p:nvSpPr>
        <p:spPr bwMode="auto">
          <a:xfrm>
            <a:off x="5875338" y="4633913"/>
            <a:ext cx="0" cy="609600"/>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31" name="Line 11"/>
          <p:cNvSpPr>
            <a:spLocks noChangeShapeType="1"/>
          </p:cNvSpPr>
          <p:nvPr/>
        </p:nvSpPr>
        <p:spPr bwMode="auto">
          <a:xfrm flipH="1">
            <a:off x="5867400" y="5929313"/>
            <a:ext cx="7938" cy="379412"/>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32" name="Text Box 12"/>
          <p:cNvSpPr txBox="1">
            <a:spLocks noChangeArrowheads="1"/>
          </p:cNvSpPr>
          <p:nvPr/>
        </p:nvSpPr>
        <p:spPr bwMode="auto">
          <a:xfrm>
            <a:off x="3779838" y="955675"/>
            <a:ext cx="1943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50000"/>
              </a:spcBef>
              <a:buClrTx/>
              <a:buFontTx/>
              <a:buNone/>
            </a:pPr>
            <a:r>
              <a:rPr lang="en-US" sz="2400">
                <a:latin typeface="Arial" panose="020B0704020202020204" pitchFamily="34" charset="0"/>
              </a:rPr>
              <a:t>Source code</a:t>
            </a:r>
            <a:endParaRPr lang="en-US" sz="2400">
              <a:latin typeface="Arial" panose="020B0704020202020204" pitchFamily="34" charset="0"/>
            </a:endParaRPr>
          </a:p>
        </p:txBody>
      </p:sp>
      <p:sp>
        <p:nvSpPr>
          <p:cNvPr id="30733" name="Text Box 13"/>
          <p:cNvSpPr txBox="1">
            <a:spLocks noChangeArrowheads="1"/>
          </p:cNvSpPr>
          <p:nvPr/>
        </p:nvSpPr>
        <p:spPr bwMode="auto">
          <a:xfrm>
            <a:off x="3230563" y="2133600"/>
            <a:ext cx="2420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50000"/>
              </a:spcBef>
              <a:buClrTx/>
              <a:buFontTx/>
              <a:buNone/>
            </a:pPr>
            <a:r>
              <a:rPr lang="en-US" sz="2400">
                <a:latin typeface="Arial" panose="020B0704020202020204" pitchFamily="34" charset="0"/>
              </a:rPr>
              <a:t>Source program</a:t>
            </a:r>
            <a:endParaRPr lang="en-US" sz="2400">
              <a:latin typeface="Arial" panose="020B0704020202020204" pitchFamily="34" charset="0"/>
            </a:endParaRPr>
          </a:p>
        </p:txBody>
      </p:sp>
      <p:sp>
        <p:nvSpPr>
          <p:cNvPr id="30734" name="Text Box 14"/>
          <p:cNvSpPr txBox="1">
            <a:spLocks noChangeArrowheads="1"/>
          </p:cNvSpPr>
          <p:nvPr/>
        </p:nvSpPr>
        <p:spPr bwMode="auto">
          <a:xfrm>
            <a:off x="2022475" y="3490913"/>
            <a:ext cx="3700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50000"/>
              </a:spcBef>
              <a:buClrTx/>
              <a:buFontTx/>
              <a:buNone/>
            </a:pPr>
            <a:r>
              <a:rPr lang="en-US" sz="2400">
                <a:latin typeface="Arial" panose="020B0704020202020204" pitchFamily="34" charset="0"/>
              </a:rPr>
              <a:t>Target assembly program</a:t>
            </a:r>
            <a:endParaRPr lang="en-US" sz="2400">
              <a:latin typeface="Arial" panose="020B0704020202020204" pitchFamily="34" charset="0"/>
            </a:endParaRPr>
          </a:p>
        </p:txBody>
      </p:sp>
      <p:sp>
        <p:nvSpPr>
          <p:cNvPr id="30735" name="Text Box 15"/>
          <p:cNvSpPr txBox="1">
            <a:spLocks noChangeArrowheads="1"/>
          </p:cNvSpPr>
          <p:nvPr/>
        </p:nvSpPr>
        <p:spPr bwMode="auto">
          <a:xfrm>
            <a:off x="1835150" y="4797425"/>
            <a:ext cx="388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50000"/>
              </a:spcBef>
              <a:buClrTx/>
              <a:buFontTx/>
              <a:buNone/>
            </a:pPr>
            <a:r>
              <a:rPr lang="en-US" sz="2400">
                <a:latin typeface="Arial" panose="020B0704020202020204" pitchFamily="34" charset="0"/>
              </a:rPr>
              <a:t>Relocatable machine code</a:t>
            </a:r>
            <a:endParaRPr lang="en-US" sz="2400">
              <a:latin typeface="Arial" panose="020B0704020202020204" pitchFamily="34" charset="0"/>
            </a:endParaRPr>
          </a:p>
        </p:txBody>
      </p:sp>
      <p:sp>
        <p:nvSpPr>
          <p:cNvPr id="30736" name="Text Box 16"/>
          <p:cNvSpPr txBox="1">
            <a:spLocks noChangeArrowheads="1"/>
          </p:cNvSpPr>
          <p:nvPr/>
        </p:nvSpPr>
        <p:spPr bwMode="auto">
          <a:xfrm>
            <a:off x="3851275" y="6308725"/>
            <a:ext cx="3960813" cy="519113"/>
          </a:xfrm>
          <a:prstGeom prst="rect">
            <a:avLst/>
          </a:prstGeom>
          <a:solidFill>
            <a:srgbClr val="33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50000"/>
              </a:spcBef>
              <a:buClrTx/>
              <a:buFontTx/>
              <a:buNone/>
            </a:pPr>
            <a:r>
              <a:rPr lang="en-US" sz="2800">
                <a:solidFill>
                  <a:srgbClr val="FFFF00"/>
                </a:solidFill>
                <a:latin typeface="Arial" panose="020B0704020202020204" pitchFamily="34" charset="0"/>
              </a:rPr>
              <a:t>Absolute machine code</a:t>
            </a:r>
            <a:endParaRPr lang="en-US" sz="2800">
              <a:solidFill>
                <a:srgbClr val="FFFF00"/>
              </a:solidFill>
              <a:latin typeface="Arial" panose="020B0704020202020204" pitchFamily="34" charset="0"/>
            </a:endParaRPr>
          </a:p>
        </p:txBody>
      </p:sp>
      <p:sp>
        <p:nvSpPr>
          <p:cNvPr id="30737" name="Text Box 17"/>
          <p:cNvSpPr txBox="1">
            <a:spLocks noChangeArrowheads="1"/>
          </p:cNvSpPr>
          <p:nvPr/>
        </p:nvSpPr>
        <p:spPr bwMode="auto">
          <a:xfrm>
            <a:off x="7371162" y="4868863"/>
            <a:ext cx="1339850" cy="82994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spcBef>
                <a:spcPct val="0"/>
              </a:spcBef>
              <a:buClrTx/>
              <a:buFontTx/>
              <a:buNone/>
            </a:pPr>
            <a:r>
              <a:rPr lang="en-US" sz="1600" b="1" dirty="0">
                <a:solidFill>
                  <a:srgbClr val="1F15A7"/>
                </a:solidFill>
                <a:latin typeface="+mj-lt"/>
              </a:rPr>
              <a:t>Library, </a:t>
            </a:r>
            <a:endParaRPr lang="en-US" sz="1600" b="1" dirty="0">
              <a:solidFill>
                <a:srgbClr val="1F15A7"/>
              </a:solidFill>
              <a:latin typeface="+mj-lt"/>
            </a:endParaRPr>
          </a:p>
          <a:p>
            <a:pPr algn="ctr" eaLnBrk="1" hangingPunct="1">
              <a:spcBef>
                <a:spcPct val="0"/>
              </a:spcBef>
              <a:buClrTx/>
              <a:buFontTx/>
              <a:buNone/>
            </a:pPr>
            <a:r>
              <a:rPr lang="en-US" sz="1600" b="1" dirty="0" err="1">
                <a:solidFill>
                  <a:srgbClr val="1F15A7"/>
                </a:solidFill>
                <a:latin typeface="+mj-lt"/>
              </a:rPr>
              <a:t>Relocatable</a:t>
            </a:r>
            <a:endParaRPr lang="en-US" sz="1600" b="1" dirty="0">
              <a:solidFill>
                <a:srgbClr val="1F15A7"/>
              </a:solidFill>
              <a:latin typeface="+mj-lt"/>
            </a:endParaRPr>
          </a:p>
          <a:p>
            <a:pPr algn="ctr" eaLnBrk="1" hangingPunct="1">
              <a:spcBef>
                <a:spcPct val="0"/>
              </a:spcBef>
              <a:buClrTx/>
              <a:buFontTx/>
              <a:buNone/>
            </a:pPr>
            <a:r>
              <a:rPr lang="en-US" sz="1600" b="1" dirty="0">
                <a:solidFill>
                  <a:srgbClr val="1F15A7"/>
                </a:solidFill>
                <a:latin typeface="+mj-lt"/>
              </a:rPr>
              <a:t>Object Files</a:t>
            </a:r>
            <a:endParaRPr lang="en-US" sz="1600" b="1" dirty="0">
              <a:solidFill>
                <a:srgbClr val="1F15A7"/>
              </a:solidFill>
              <a:latin typeface="+mj-lt"/>
            </a:endParaRPr>
          </a:p>
        </p:txBody>
      </p:sp>
      <p:sp>
        <p:nvSpPr>
          <p:cNvPr id="30738" name="Text Box 18"/>
          <p:cNvSpPr txBox="1">
            <a:spLocks noChangeArrowheads="1"/>
          </p:cNvSpPr>
          <p:nvPr/>
        </p:nvSpPr>
        <p:spPr bwMode="auto">
          <a:xfrm>
            <a:off x="107504" y="1433513"/>
            <a:ext cx="2756346" cy="737235"/>
          </a:xfrm>
          <a:prstGeom prst="rect">
            <a:avLst/>
          </a:prstGeom>
          <a:noFill/>
          <a:ln w="952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marL="228600" indent="-228600"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lnSpc>
                <a:spcPct val="70000"/>
              </a:lnSpc>
              <a:buFont typeface="Wingdings" panose="05000000000000000000" pitchFamily="2" charset="2"/>
              <a:buNone/>
            </a:pPr>
            <a:r>
              <a:rPr lang="en-US" b="1" dirty="0">
                <a:solidFill>
                  <a:srgbClr val="FF0000"/>
                </a:solidFill>
                <a:latin typeface="+mj-lt"/>
              </a:rPr>
              <a:t>The  Process  </a:t>
            </a:r>
            <a:endParaRPr lang="en-US" b="1" dirty="0">
              <a:solidFill>
                <a:srgbClr val="FF0000"/>
              </a:solidFill>
              <a:latin typeface="+mj-lt"/>
            </a:endParaRPr>
          </a:p>
          <a:p>
            <a:pPr algn="ctr" eaLnBrk="1" hangingPunct="1">
              <a:lnSpc>
                <a:spcPct val="70000"/>
              </a:lnSpc>
              <a:buFont typeface="Wingdings" panose="05000000000000000000" pitchFamily="2" charset="2"/>
              <a:buNone/>
            </a:pPr>
            <a:r>
              <a:rPr lang="en-US" b="1" dirty="0">
                <a:solidFill>
                  <a:srgbClr val="FF0000"/>
                </a:solidFill>
                <a:latin typeface="+mj-lt"/>
              </a:rPr>
              <a:t>of  Program </a:t>
            </a:r>
            <a:endParaRPr lang="en-US" b="1" dirty="0">
              <a:solidFill>
                <a:srgbClr val="FF0000"/>
              </a:solidFill>
              <a:latin typeface="+mj-lt"/>
            </a:endParaRPr>
          </a:p>
          <a:p>
            <a:pPr algn="ctr" eaLnBrk="1" hangingPunct="1">
              <a:lnSpc>
                <a:spcPct val="70000"/>
              </a:lnSpc>
              <a:buFont typeface="Wingdings" panose="05000000000000000000" pitchFamily="2" charset="2"/>
              <a:buNone/>
            </a:pPr>
            <a:r>
              <a:rPr lang="en-US" b="1" dirty="0">
                <a:solidFill>
                  <a:srgbClr val="FF0000"/>
                </a:solidFill>
                <a:latin typeface="+mj-lt"/>
              </a:rPr>
              <a:t>Development</a:t>
            </a:r>
            <a:endParaRPr lang="en-US" b="1" dirty="0">
              <a:solidFill>
                <a:srgbClr val="FF0000"/>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30727"/>
                                        </p:tgtEl>
                                        <p:attrNameLst>
                                          <p:attrName>style.visibility</p:attrName>
                                        </p:attrNameLst>
                                      </p:cBhvr>
                                      <p:to>
                                        <p:strVal val="visible"/>
                                      </p:to>
                                    </p:set>
                                    <p:animEffect transition="in" filter="wipe(up)">
                                      <p:cBhvr>
                                        <p:cTn id="15" dur="500"/>
                                        <p:tgtEl>
                                          <p:spTgt spid="30727"/>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307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0733"/>
                                        </p:tgtEl>
                                        <p:attrNameLst>
                                          <p:attrName>style.visibility</p:attrName>
                                        </p:attrNameLst>
                                      </p:cBhvr>
                                      <p:to>
                                        <p:strVal val="visible"/>
                                      </p:to>
                                    </p:set>
                                    <p:animEffect transition="in" filter="dissolve">
                                      <p:cBhvr>
                                        <p:cTn id="23" dur="500"/>
                                        <p:tgtEl>
                                          <p:spTgt spid="3073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0728"/>
                                        </p:tgtEl>
                                        <p:attrNameLst>
                                          <p:attrName>style.visibility</p:attrName>
                                        </p:attrNameLst>
                                      </p:cBhvr>
                                      <p:to>
                                        <p:strVal val="visible"/>
                                      </p:to>
                                    </p:set>
                                    <p:animEffect transition="in" filter="wipe(up)">
                                      <p:cBhvr>
                                        <p:cTn id="28" dur="500"/>
                                        <p:tgtEl>
                                          <p:spTgt spid="30728"/>
                                        </p:tgtEl>
                                      </p:cBhvr>
                                    </p:animEffec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30724">
                                            <p:bg/>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30734"/>
                                        </p:tgtEl>
                                        <p:attrNameLst>
                                          <p:attrName>style.visibility</p:attrName>
                                        </p:attrNameLst>
                                      </p:cBhvr>
                                      <p:to>
                                        <p:strVal val="visible"/>
                                      </p:to>
                                    </p:set>
                                    <p:animEffect transition="in" filter="dissolve">
                                      <p:cBhvr>
                                        <p:cTn id="38" dur="500"/>
                                        <p:tgtEl>
                                          <p:spTgt spid="3073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30729"/>
                                        </p:tgtEl>
                                        <p:attrNameLst>
                                          <p:attrName>style.visibility</p:attrName>
                                        </p:attrNameLst>
                                      </p:cBhvr>
                                      <p:to>
                                        <p:strVal val="visible"/>
                                      </p:to>
                                    </p:set>
                                    <p:animEffect transition="in" filter="wipe(up)">
                                      <p:cBhvr>
                                        <p:cTn id="43" dur="500"/>
                                        <p:tgtEl>
                                          <p:spTgt spid="30729"/>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307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30735"/>
                                        </p:tgtEl>
                                        <p:attrNameLst>
                                          <p:attrName>style.visibility</p:attrName>
                                        </p:attrNameLst>
                                      </p:cBhvr>
                                      <p:to>
                                        <p:strVal val="visible"/>
                                      </p:to>
                                    </p:set>
                                    <p:animEffect transition="in" filter="dissolve">
                                      <p:cBhvr>
                                        <p:cTn id="51" dur="500"/>
                                        <p:tgtEl>
                                          <p:spTgt spid="3073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30730"/>
                                        </p:tgtEl>
                                        <p:attrNameLst>
                                          <p:attrName>style.visibility</p:attrName>
                                        </p:attrNameLst>
                                      </p:cBhvr>
                                      <p:to>
                                        <p:strVal val="visible"/>
                                      </p:to>
                                    </p:set>
                                    <p:animEffect transition="in" filter="wipe(up)">
                                      <p:cBhvr>
                                        <p:cTn id="56" dur="500"/>
                                        <p:tgtEl>
                                          <p:spTgt spid="30730"/>
                                        </p:tgtEl>
                                      </p:cBhvr>
                                    </p:animEffect>
                                  </p:childTnLst>
                                </p:cTn>
                              </p:par>
                            </p:childTnLst>
                          </p:cTn>
                        </p:par>
                        <p:par>
                          <p:cTn id="57" fill="hold">
                            <p:stCondLst>
                              <p:cond delay="500"/>
                            </p:stCondLst>
                            <p:childTnLst>
                              <p:par>
                                <p:cTn id="58" presetID="1" presetClass="entr" presetSubtype="0" fill="hold" grpId="0" nodeType="afterEffect">
                                  <p:stCondLst>
                                    <p:cond delay="0"/>
                                  </p:stCondLst>
                                  <p:childTnLst>
                                    <p:set>
                                      <p:cBhvr>
                                        <p:cTn id="59" dur="1" fill="hold">
                                          <p:stCondLst>
                                            <p:cond delay="0"/>
                                          </p:stCondLst>
                                        </p:cTn>
                                        <p:tgtEl>
                                          <p:spTgt spid="3072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55" presetClass="entr" presetSubtype="0" fill="hold" grpId="0" nodeType="clickEffect">
                                  <p:stCondLst>
                                    <p:cond delay="0"/>
                                  </p:stCondLst>
                                  <p:childTnLst>
                                    <p:set>
                                      <p:cBhvr>
                                        <p:cTn id="63" dur="1" fill="hold">
                                          <p:stCondLst>
                                            <p:cond delay="0"/>
                                          </p:stCondLst>
                                        </p:cTn>
                                        <p:tgtEl>
                                          <p:spTgt spid="30737"/>
                                        </p:tgtEl>
                                        <p:attrNameLst>
                                          <p:attrName>style.visibility</p:attrName>
                                        </p:attrNameLst>
                                      </p:cBhvr>
                                      <p:to>
                                        <p:strVal val="visible"/>
                                      </p:to>
                                    </p:set>
                                    <p:anim calcmode="lin" valueType="num">
                                      <p:cBhvr>
                                        <p:cTn id="64" dur="1000" fill="hold"/>
                                        <p:tgtEl>
                                          <p:spTgt spid="30737"/>
                                        </p:tgtEl>
                                        <p:attrNameLst>
                                          <p:attrName>ppt_w</p:attrName>
                                        </p:attrNameLst>
                                      </p:cBhvr>
                                      <p:tavLst>
                                        <p:tav tm="0">
                                          <p:val>
                                            <p:strVal val="#ppt_w*0.70"/>
                                          </p:val>
                                        </p:tav>
                                        <p:tav tm="100000">
                                          <p:val>
                                            <p:strVal val="#ppt_w"/>
                                          </p:val>
                                        </p:tav>
                                      </p:tavLst>
                                    </p:anim>
                                    <p:anim calcmode="lin" valueType="num">
                                      <p:cBhvr>
                                        <p:cTn id="65" dur="1000" fill="hold"/>
                                        <p:tgtEl>
                                          <p:spTgt spid="30737"/>
                                        </p:tgtEl>
                                        <p:attrNameLst>
                                          <p:attrName>ppt_h</p:attrName>
                                        </p:attrNameLst>
                                      </p:cBhvr>
                                      <p:tavLst>
                                        <p:tav tm="0">
                                          <p:val>
                                            <p:strVal val="#ppt_h"/>
                                          </p:val>
                                        </p:tav>
                                        <p:tav tm="100000">
                                          <p:val>
                                            <p:strVal val="#ppt_h"/>
                                          </p:val>
                                        </p:tav>
                                      </p:tavLst>
                                    </p:anim>
                                    <p:animEffect transition="in" filter="fade">
                                      <p:cBhvr>
                                        <p:cTn id="66" dur="1000"/>
                                        <p:tgtEl>
                                          <p:spTgt spid="30737"/>
                                        </p:tgtEl>
                                      </p:cBhvr>
                                    </p:animEffect>
                                  </p:childTnLst>
                                </p:cTn>
                              </p:par>
                            </p:childTnLst>
                          </p:cTn>
                        </p:par>
                        <p:par>
                          <p:cTn id="67" fill="hold">
                            <p:stCondLst>
                              <p:cond delay="1000"/>
                            </p:stCondLst>
                            <p:childTnLst>
                              <p:par>
                                <p:cTn id="68" presetID="22" presetClass="entr" presetSubtype="1" fill="hold" grpId="0" nodeType="afterEffect">
                                  <p:stCondLst>
                                    <p:cond delay="0"/>
                                  </p:stCondLst>
                                  <p:childTnLst>
                                    <p:set>
                                      <p:cBhvr>
                                        <p:cTn id="69" dur="1" fill="hold">
                                          <p:stCondLst>
                                            <p:cond delay="0"/>
                                          </p:stCondLst>
                                        </p:cTn>
                                        <p:tgtEl>
                                          <p:spTgt spid="30731"/>
                                        </p:tgtEl>
                                        <p:attrNameLst>
                                          <p:attrName>style.visibility</p:attrName>
                                        </p:attrNameLst>
                                      </p:cBhvr>
                                      <p:to>
                                        <p:strVal val="visible"/>
                                      </p:to>
                                    </p:set>
                                    <p:animEffect transition="in" filter="wipe(up)">
                                      <p:cBhvr>
                                        <p:cTn id="70" dur="500"/>
                                        <p:tgtEl>
                                          <p:spTgt spid="30731"/>
                                        </p:tgtEl>
                                      </p:cBhvr>
                                    </p:animEffect>
                                  </p:childTnLst>
                                </p:cTn>
                              </p:par>
                            </p:childTnLst>
                          </p:cTn>
                        </p:par>
                        <p:par>
                          <p:cTn id="71" fill="hold">
                            <p:stCondLst>
                              <p:cond delay="1500"/>
                            </p:stCondLst>
                            <p:childTnLst>
                              <p:par>
                                <p:cTn id="72" presetID="9" presetClass="entr" presetSubtype="0" fill="hold" grpId="0" nodeType="afterEffect">
                                  <p:stCondLst>
                                    <p:cond delay="0"/>
                                  </p:stCondLst>
                                  <p:childTnLst>
                                    <p:set>
                                      <p:cBhvr>
                                        <p:cTn id="73" dur="1" fill="hold">
                                          <p:stCondLst>
                                            <p:cond delay="0"/>
                                          </p:stCondLst>
                                        </p:cTn>
                                        <p:tgtEl>
                                          <p:spTgt spid="30736"/>
                                        </p:tgtEl>
                                        <p:attrNameLst>
                                          <p:attrName>style.visibility</p:attrName>
                                        </p:attrNameLst>
                                      </p:cBhvr>
                                      <p:to>
                                        <p:strVal val="visible"/>
                                      </p:to>
                                    </p:set>
                                    <p:animEffect transition="in" filter="dissolve">
                                      <p:cBhvr>
                                        <p:cTn id="74" dur="500"/>
                                        <p:tgtEl>
                                          <p:spTgt spid="30736"/>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mph" presetSubtype="2" fill="hold" nodeType="clickEffect">
                                  <p:stCondLst>
                                    <p:cond delay="0"/>
                                  </p:stCondLst>
                                  <p:childTnLst>
                                    <p:animClr clrSpc="rgb" dir="cw">
                                      <p:cBhvr>
                                        <p:cTn id="78" dur="1000" fill="hold"/>
                                        <p:tgtEl>
                                          <p:spTgt spid="30724"/>
                                        </p:tgtEl>
                                        <p:attrNameLst>
                                          <p:attrName>fillcolor</p:attrName>
                                        </p:attrNameLst>
                                      </p:cBhvr>
                                      <p:to>
                                        <a:srgbClr val="66FF66"/>
                                      </p:to>
                                    </p:animClr>
                                    <p:set>
                                      <p:cBhvr>
                                        <p:cTn id="79" dur="1000" fill="hold"/>
                                        <p:tgtEl>
                                          <p:spTgt spid="30724"/>
                                        </p:tgtEl>
                                        <p:attrNameLst>
                                          <p:attrName>fill.type</p:attrName>
                                        </p:attrNameLst>
                                      </p:cBhvr>
                                      <p:to>
                                        <p:strVal val="solid"/>
                                      </p:to>
                                    </p:set>
                                    <p:set>
                                      <p:cBhvr>
                                        <p:cTn id="80" dur="1000" fill="hold"/>
                                        <p:tgtEl>
                                          <p:spTgt spid="30724"/>
                                        </p:tgtEl>
                                        <p:attrNameLst>
                                          <p:attrName>fill.on</p:attrName>
                                        </p:attrNameLst>
                                      </p:cBhvr>
                                      <p:to>
                                        <p:strVal val="true"/>
                                      </p:to>
                                    </p:set>
                                  </p:childTnLst>
                                </p:cTn>
                              </p:par>
                              <p:par>
                                <p:cTn id="81" presetID="3" presetClass="emph" presetSubtype="2" fill="hold" nodeType="withEffect">
                                  <p:stCondLst>
                                    <p:cond delay="0"/>
                                  </p:stCondLst>
                                  <p:childTnLst>
                                    <p:animClr clrSpc="rgb" dir="cw">
                                      <p:cBhvr override="childStyle">
                                        <p:cTn id="82" dur="1000" fill="hold"/>
                                        <p:tgtEl>
                                          <p:spTgt spid="30724">
                                            <p:txEl>
                                              <p:pRg st="0" end="0"/>
                                            </p:txEl>
                                          </p:spTgt>
                                        </p:tgtEl>
                                        <p:attrNameLst>
                                          <p:attrName>style.color</p:attrName>
                                        </p:attrNameLst>
                                      </p:cBhvr>
                                      <p:to>
                                        <a:srgbClr val="000086"/>
                                      </p:to>
                                    </p:animClr>
                                  </p:childTnLst>
                                </p:cTn>
                              </p:par>
                              <p:par>
                                <p:cTn id="83" presetID="5" presetClass="emph" presetSubtype="1" nodeType="withEffect">
                                  <p:stCondLst>
                                    <p:cond delay="0"/>
                                  </p:stCondLst>
                                  <p:childTnLst>
                                    <p:set>
                                      <p:cBhvr override="childStyle">
                                        <p:cTn id="84" dur="indefinite"/>
                                        <p:tgtEl>
                                          <p:spTgt spid="30724">
                                            <p:txEl>
                                              <p:pRg st="0" end="0"/>
                                            </p:txEl>
                                          </p:spTgt>
                                        </p:tgtEl>
                                        <p:attrNameLst>
                                          <p:attrName>style.fontStyle</p:attrName>
                                        </p:attrNameLst>
                                      </p:cBhvr>
                                      <p:to>
                                        <p:strVal val="normal"/>
                                      </p:to>
                                    </p:set>
                                    <p:set>
                                      <p:cBhvr override="childStyle">
                                        <p:cTn id="85" dur="indefinite"/>
                                        <p:tgtEl>
                                          <p:spTgt spid="30724">
                                            <p:txEl>
                                              <p:pRg st="0" end="0"/>
                                            </p:txEl>
                                          </p:spTgt>
                                        </p:tgtEl>
                                        <p:attrNameLst>
                                          <p:attrName>style.fontWeight</p:attrName>
                                        </p:attrNameLst>
                                      </p:cBhvr>
                                      <p:to>
                                        <p:strVal val="bold"/>
                                      </p:to>
                                    </p:set>
                                    <p:set>
                                      <p:cBhvr override="childStyle">
                                        <p:cTn id="86" dur="indefinite"/>
                                        <p:tgtEl>
                                          <p:spTgt spid="30724">
                                            <p:txEl>
                                              <p:pRg st="0" end="0"/>
                                            </p:txEl>
                                          </p:spTgt>
                                        </p:tgtEl>
                                        <p:attrNameLst>
                                          <p:attrName>style.textDecorationUnderline</p:attrName>
                                        </p:attrNameLst>
                                      </p:cBhvr>
                                      <p:to>
                                        <p:strVal val="false"/>
                                      </p:to>
                                    </p:set>
                                  </p:childTnLst>
                                </p:cTn>
                              </p:par>
                              <p:par>
                                <p:cTn id="87" presetID="4" presetClass="emph" presetSubtype="2" fill="hold" nodeType="withEffect">
                                  <p:stCondLst>
                                    <p:cond delay="0"/>
                                  </p:stCondLst>
                                  <p:childTnLst>
                                    <p:anim to="1.5" calcmode="lin" valueType="num">
                                      <p:cBhvr override="childStyle">
                                        <p:cTn id="88" dur="1000" fill="hold"/>
                                        <p:tgtEl>
                                          <p:spTgt spid="30724">
                                            <p:txEl>
                                              <p:pRg st="0" end="0"/>
                                            </p:txEl>
                                          </p:spTgt>
                                        </p:tgtEl>
                                        <p:attrNameLst>
                                          <p:attrName>style.fontSize</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animBg="1"/>
      <p:bldP spid="30724" grpId="0" animBg="1" build="allAtOnce"/>
      <p:bldP spid="30725" grpId="0" animBg="1"/>
      <p:bldP spid="30726" grpId="0" animBg="1"/>
      <p:bldP spid="30727" grpId="0" animBg="1"/>
      <p:bldP spid="30728" grpId="0" animBg="1"/>
      <p:bldP spid="30729" grpId="0" animBg="1"/>
      <p:bldP spid="30730" grpId="0" animBg="1"/>
      <p:bldP spid="30731" grpId="0" animBg="1"/>
      <p:bldP spid="30732" grpId="0"/>
      <p:bldP spid="30733" grpId="0"/>
      <p:bldP spid="30734" grpId="0"/>
      <p:bldP spid="30735" grpId="0"/>
      <p:bldP spid="30736" grpId="0" animBg="1"/>
      <p:bldP spid="30737" grpId="0" bldLvl="0" animBg="1"/>
      <p:bldP spid="30738"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C492D8B7-0ECA-46D9-8DCC-900AA5F16AC8}" type="slidenum">
              <a:rPr lang="en-US" altLang="en-US">
                <a:solidFill>
                  <a:srgbClr val="FF99FF"/>
                </a:solidFill>
              </a:rPr>
            </a:fld>
            <a:endParaRPr lang="en-US" altLang="en-US">
              <a:solidFill>
                <a:srgbClr val="FF99FF"/>
              </a:solidFill>
            </a:endParaRPr>
          </a:p>
        </p:txBody>
      </p:sp>
      <p:sp>
        <p:nvSpPr>
          <p:cNvPr id="22531" name="Rectangle 2"/>
          <p:cNvSpPr>
            <a:spLocks noGrp="1" noChangeArrowheads="1"/>
          </p:cNvSpPr>
          <p:nvPr>
            <p:ph type="title"/>
          </p:nvPr>
        </p:nvSpPr>
        <p:spPr>
          <a:xfrm>
            <a:off x="457200" y="274955"/>
            <a:ext cx="5090795" cy="723900"/>
          </a:xfrm>
        </p:spPr>
        <p:txBody>
          <a:bodyPr/>
          <a:lstStyle/>
          <a:p>
            <a:pPr eaLnBrk="1" hangingPunct="1"/>
            <a:r>
              <a:rPr lang="en-US" altLang="en-US" sz="3200" b="1" dirty="0">
                <a:solidFill>
                  <a:srgbClr val="FF0000"/>
                </a:solidFill>
              </a:rPr>
              <a:t>The Compiler</a:t>
            </a:r>
            <a:endParaRPr lang="en-US" altLang="en-US" sz="3200" b="1" dirty="0">
              <a:solidFill>
                <a:srgbClr val="FF0000"/>
              </a:solidFill>
            </a:endParaRPr>
          </a:p>
        </p:txBody>
      </p:sp>
      <p:sp>
        <p:nvSpPr>
          <p:cNvPr id="31747" name="Rectangle 3"/>
          <p:cNvSpPr>
            <a:spLocks noGrp="1" noChangeArrowheads="1"/>
          </p:cNvSpPr>
          <p:nvPr>
            <p:ph type="body" idx="1"/>
          </p:nvPr>
        </p:nvSpPr>
        <p:spPr>
          <a:xfrm>
            <a:off x="179387" y="1844824"/>
            <a:ext cx="8785225" cy="1009799"/>
          </a:xfrm>
        </p:spPr>
        <p:txBody>
          <a:bodyPr/>
          <a:lstStyle/>
          <a:p>
            <a:pPr marL="0" indent="0" eaLnBrk="1" hangingPunct="1">
              <a:buNone/>
            </a:pPr>
            <a:r>
              <a:rPr lang="en-US" altLang="en-US" sz="2000" dirty="0"/>
              <a:t>A program that translates the code written according to a language   specs, to the code executable on the target platform</a:t>
            </a:r>
            <a:endParaRPr lang="en-US" altLang="en-US" sz="2000" dirty="0"/>
          </a:p>
        </p:txBody>
      </p:sp>
      <p:pic>
        <p:nvPicPr>
          <p:cNvPr id="3174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8130" y="2853055"/>
            <a:ext cx="6233160" cy="2668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Rectangle 6"/>
          <p:cNvSpPr>
            <a:spLocks noChangeArrowheads="1"/>
          </p:cNvSpPr>
          <p:nvPr/>
        </p:nvSpPr>
        <p:spPr bwMode="auto">
          <a:xfrm>
            <a:off x="107950" y="5300663"/>
            <a:ext cx="9036050" cy="132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96875" indent="-396875"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Char char="n"/>
            </a:pPr>
            <a:endParaRPr lang="en-US" altLang="en-US"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31749"/>
                                        </p:tgtEl>
                                        <p:attrNameLst>
                                          <p:attrName>style.visibility</p:attrName>
                                        </p:attrNameLst>
                                      </p:cBhvr>
                                      <p:to>
                                        <p:strVal val="visible"/>
                                      </p:to>
                                    </p:set>
                                    <p:animEffect transition="in" filter="wipe(up)">
                                      <p:cBhvr>
                                        <p:cTn id="11" dur="500"/>
                                        <p:tgtEl>
                                          <p:spTgt spid="3174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nodePh="1">
                                  <p:stCondLst>
                                    <p:cond delay="0"/>
                                  </p:stCondLst>
                                  <p:endCondLst>
                                    <p:cond evt="begin" delay="0">
                                      <p:tn val="14"/>
                                    </p:cond>
                                  </p:endCondLst>
                                  <p:childTnLst>
                                    <p:set>
                                      <p:cBhvr>
                                        <p:cTn id="15" dur="1" fill="hold">
                                          <p:stCondLst>
                                            <p:cond delay="0"/>
                                          </p:stCondLst>
                                        </p:cTn>
                                        <p:tgtEl>
                                          <p:spTgt spid="3175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P spid="31750"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E944EF0F-582D-4842-ABD3-6BA5CDEF67BB}" type="slidenum">
              <a:rPr lang="en-US" altLang="en-US">
                <a:solidFill>
                  <a:srgbClr val="FF99FF"/>
                </a:solidFill>
              </a:rPr>
            </a:fld>
            <a:endParaRPr lang="en-US" altLang="en-US">
              <a:solidFill>
                <a:srgbClr val="FF99FF"/>
              </a:solidFill>
            </a:endParaRPr>
          </a:p>
        </p:txBody>
      </p:sp>
      <p:sp>
        <p:nvSpPr>
          <p:cNvPr id="23555" name="Rectangle 2"/>
          <p:cNvSpPr>
            <a:spLocks noGrp="1" noChangeArrowheads="1"/>
          </p:cNvSpPr>
          <p:nvPr>
            <p:ph type="title"/>
          </p:nvPr>
        </p:nvSpPr>
        <p:spPr>
          <a:xfrm>
            <a:off x="457200" y="274955"/>
            <a:ext cx="5137785" cy="669290"/>
          </a:xfrm>
        </p:spPr>
        <p:txBody>
          <a:bodyPr/>
          <a:lstStyle/>
          <a:p>
            <a:pPr eaLnBrk="1" hangingPunct="1"/>
            <a:r>
              <a:rPr lang="en-US" altLang="en-US" sz="3200" b="1" dirty="0">
                <a:solidFill>
                  <a:srgbClr val="FF0000"/>
                </a:solidFill>
              </a:rPr>
              <a:t>The Compiler</a:t>
            </a:r>
            <a:endParaRPr lang="en-US" altLang="en-US" sz="3200" b="1" dirty="0">
              <a:solidFill>
                <a:srgbClr val="FF0000"/>
              </a:solidFill>
            </a:endParaRPr>
          </a:p>
        </p:txBody>
      </p:sp>
      <p:sp>
        <p:nvSpPr>
          <p:cNvPr id="32771" name="Rectangle 3"/>
          <p:cNvSpPr>
            <a:spLocks noGrp="1" noChangeArrowheads="1"/>
          </p:cNvSpPr>
          <p:nvPr>
            <p:ph type="body" idx="1"/>
          </p:nvPr>
        </p:nvSpPr>
        <p:spPr>
          <a:xfrm>
            <a:off x="539750" y="1417638"/>
            <a:ext cx="8280400" cy="5035550"/>
          </a:xfrm>
        </p:spPr>
        <p:txBody>
          <a:bodyPr/>
          <a:lstStyle/>
          <a:p>
            <a:pPr marL="685800" indent="-685800" eaLnBrk="1" hangingPunct="1">
              <a:lnSpc>
                <a:spcPct val="150000"/>
              </a:lnSpc>
            </a:pPr>
            <a:r>
              <a:rPr lang="en-US" altLang="en-US" sz="2800" dirty="0">
                <a:solidFill>
                  <a:srgbClr val="FF0000"/>
                </a:solidFill>
              </a:rPr>
              <a:t>Does three main tasks:</a:t>
            </a:r>
            <a:endParaRPr lang="en-US" altLang="en-US" sz="2800" dirty="0">
              <a:solidFill>
                <a:srgbClr val="FF0000"/>
              </a:solidFill>
            </a:endParaRPr>
          </a:p>
          <a:p>
            <a:pPr marL="1619250" lvl="1" indent="-533400" eaLnBrk="1" hangingPunct="1">
              <a:lnSpc>
                <a:spcPct val="150000"/>
              </a:lnSpc>
              <a:buFontTx/>
              <a:buAutoNum type="arabicPeriod"/>
            </a:pPr>
            <a:r>
              <a:rPr lang="en-US" altLang="en-US" sz="2800" b="1" dirty="0">
                <a:solidFill>
                  <a:srgbClr val="1F15A7"/>
                </a:solidFill>
              </a:rPr>
              <a:t>TRANSLATION</a:t>
            </a:r>
            <a:endParaRPr lang="en-US" altLang="en-US" sz="2800" b="1" dirty="0">
              <a:solidFill>
                <a:srgbClr val="1F15A7"/>
              </a:solidFill>
            </a:endParaRPr>
          </a:p>
          <a:p>
            <a:pPr marL="1619250" lvl="1" indent="-533400" eaLnBrk="1" hangingPunct="1">
              <a:lnSpc>
                <a:spcPct val="150000"/>
              </a:lnSpc>
              <a:buFontTx/>
              <a:buAutoNum type="arabicPeriod"/>
            </a:pPr>
            <a:r>
              <a:rPr lang="en-US" altLang="en-US" sz="2800" b="1" dirty="0">
                <a:solidFill>
                  <a:srgbClr val="1F15A7"/>
                </a:solidFill>
              </a:rPr>
              <a:t>VALIDATION </a:t>
            </a:r>
            <a:endParaRPr lang="en-US" altLang="en-US" sz="2800" b="1" dirty="0">
              <a:solidFill>
                <a:srgbClr val="1F15A7"/>
              </a:solidFill>
              <a:latin typeface="Times New Roman" panose="02020603050405020304" pitchFamily="18" charset="0"/>
              <a:cs typeface="Times New Roman" panose="02020603050405020304" pitchFamily="18" charset="0"/>
            </a:endParaRPr>
          </a:p>
          <a:p>
            <a:pPr marL="1619250" lvl="1" indent="-533400" eaLnBrk="1" hangingPunct="1">
              <a:lnSpc>
                <a:spcPct val="150000"/>
              </a:lnSpc>
              <a:buFontTx/>
              <a:buAutoNum type="arabicPeriod"/>
            </a:pPr>
            <a:r>
              <a:rPr lang="en-US" altLang="en-US" sz="2800" b="1" dirty="0">
                <a:solidFill>
                  <a:srgbClr val="1F15A7"/>
                </a:solidFill>
              </a:rPr>
              <a:t>OPTIMIZATION</a:t>
            </a:r>
            <a:endParaRPr lang="en-US" altLang="en-US" sz="2800" b="1" dirty="0">
              <a:solidFill>
                <a:srgbClr val="1F15A7"/>
              </a:solidFill>
            </a:endParaRPr>
          </a:p>
          <a:p>
            <a:pPr marL="685800" indent="-685800" algn="ctr" eaLnBrk="1" hangingPunct="1">
              <a:buFont typeface="Wingdings" panose="05000000000000000000" pitchFamily="2" charset="2"/>
              <a:buAutoNum type="arabicPeriod"/>
            </a:pPr>
            <a:endParaRPr lang="en-US"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27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27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2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ldLvl="2" autoUpdateAnimBg="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7DE3374B-C601-4A4E-819F-5C24E42EA7E4}" type="slidenum">
              <a:rPr lang="en-US" altLang="en-US">
                <a:solidFill>
                  <a:srgbClr val="FF99FF"/>
                </a:solidFill>
              </a:rPr>
            </a:fld>
            <a:endParaRPr lang="en-US" altLang="en-US">
              <a:solidFill>
                <a:srgbClr val="FF99FF"/>
              </a:solidFill>
            </a:endParaRPr>
          </a:p>
        </p:txBody>
      </p:sp>
      <p:sp>
        <p:nvSpPr>
          <p:cNvPr id="24579" name="Rectangle 2"/>
          <p:cNvSpPr>
            <a:spLocks noGrp="1" noChangeArrowheads="1"/>
          </p:cNvSpPr>
          <p:nvPr>
            <p:ph type="title"/>
          </p:nvPr>
        </p:nvSpPr>
        <p:spPr>
          <a:xfrm>
            <a:off x="35560" y="332740"/>
            <a:ext cx="7850505" cy="609600"/>
          </a:xfrm>
        </p:spPr>
        <p:txBody>
          <a:bodyPr/>
          <a:lstStyle/>
          <a:p>
            <a:pPr eaLnBrk="1" hangingPunct="1"/>
            <a:r>
              <a:rPr lang="en-US" altLang="en-US" sz="2800" b="1" dirty="0">
                <a:solidFill>
                  <a:srgbClr val="FF0000"/>
                </a:solidFill>
              </a:rPr>
              <a:t>The Compiler job 1 – TRANSLATION </a:t>
            </a:r>
            <a:endParaRPr lang="en-US" altLang="en-US" sz="2800" b="1" dirty="0">
              <a:solidFill>
                <a:srgbClr val="FF0000"/>
              </a:solidFill>
            </a:endParaRPr>
          </a:p>
        </p:txBody>
      </p:sp>
      <p:sp>
        <p:nvSpPr>
          <p:cNvPr id="24580" name="Rectangle 3"/>
          <p:cNvSpPr>
            <a:spLocks noGrp="1" noChangeArrowheads="1"/>
          </p:cNvSpPr>
          <p:nvPr>
            <p:ph type="body" idx="1"/>
          </p:nvPr>
        </p:nvSpPr>
        <p:spPr>
          <a:xfrm>
            <a:off x="35497" y="3269679"/>
            <a:ext cx="9108504" cy="3455987"/>
          </a:xfrm>
        </p:spPr>
        <p:txBody>
          <a:bodyPr/>
          <a:lstStyle/>
          <a:p>
            <a:pPr eaLnBrk="1" hangingPunct="1"/>
            <a:r>
              <a:rPr lang="en-US" altLang="en-US" sz="2000" dirty="0"/>
              <a:t>Must ensure that Source program and target program are </a:t>
            </a:r>
            <a:r>
              <a:rPr lang="en-US" altLang="en-US" sz="2000" i="1" dirty="0"/>
              <a:t>equivalent</a:t>
            </a:r>
            <a:endParaRPr lang="en-US" altLang="en-US" sz="2000" i="1" dirty="0"/>
          </a:p>
          <a:p>
            <a:pPr eaLnBrk="1" hangingPunct="1"/>
            <a:r>
              <a:rPr lang="en-US" altLang="en-US" sz="2000" i="1" dirty="0"/>
              <a:t>Compile time: </a:t>
            </a:r>
            <a:r>
              <a:rPr lang="en-US" altLang="en-US" sz="2000" dirty="0"/>
              <a:t>when the compiler program runs</a:t>
            </a:r>
            <a:endParaRPr lang="en-US" altLang="en-US" sz="2000" dirty="0"/>
          </a:p>
          <a:p>
            <a:pPr eaLnBrk="1" hangingPunct="1"/>
            <a:r>
              <a:rPr lang="en-US" altLang="en-US" sz="2000" i="1" dirty="0"/>
              <a:t>Run time: </a:t>
            </a:r>
            <a:r>
              <a:rPr lang="en-US" altLang="en-US" sz="2000" dirty="0"/>
              <a:t>when the target program runs</a:t>
            </a:r>
            <a:endParaRPr lang="en-US" altLang="en-US" sz="2000" dirty="0"/>
          </a:p>
          <a:p>
            <a:pPr eaLnBrk="1" hangingPunct="1"/>
            <a:r>
              <a:rPr lang="en-US" altLang="en-US" sz="2000" dirty="0"/>
              <a:t>The programming language in which the compiler is implemented is  the </a:t>
            </a:r>
            <a:r>
              <a:rPr lang="en-US" altLang="en-US" sz="2000" i="1" dirty="0"/>
              <a:t>implementation language</a:t>
            </a:r>
            <a:endParaRPr lang="en-US" altLang="en-US" sz="2000" dirty="0"/>
          </a:p>
        </p:txBody>
      </p:sp>
      <p:pic>
        <p:nvPicPr>
          <p:cNvPr id="2458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9225" y="1700530"/>
            <a:ext cx="6554470" cy="1414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36E4D99F-7207-47F6-A8DA-BCB7C3E258AA}" type="slidenum">
              <a:rPr lang="en-US" altLang="en-US">
                <a:solidFill>
                  <a:srgbClr val="FF99FF"/>
                </a:solidFill>
              </a:rPr>
            </a:fld>
            <a:endParaRPr lang="en-US" altLang="en-US">
              <a:solidFill>
                <a:srgbClr val="FF99FF"/>
              </a:solidFill>
            </a:endParaRPr>
          </a:p>
        </p:txBody>
      </p:sp>
      <p:sp>
        <p:nvSpPr>
          <p:cNvPr id="25603" name="Rectangle 2"/>
          <p:cNvSpPr>
            <a:spLocks noGrp="1" noChangeArrowheads="1"/>
          </p:cNvSpPr>
          <p:nvPr>
            <p:ph type="title"/>
          </p:nvPr>
        </p:nvSpPr>
        <p:spPr>
          <a:xfrm>
            <a:off x="0" y="405130"/>
            <a:ext cx="8229600" cy="504190"/>
          </a:xfrm>
        </p:spPr>
        <p:txBody>
          <a:bodyPr/>
          <a:lstStyle/>
          <a:p>
            <a:pPr eaLnBrk="1" hangingPunct="1"/>
            <a:r>
              <a:rPr lang="en-US" altLang="en-US" sz="3200" b="1" dirty="0">
                <a:solidFill>
                  <a:srgbClr val="FF0000"/>
                </a:solidFill>
              </a:rPr>
              <a:t>The Compiler job 2 – VALIDATION</a:t>
            </a:r>
            <a:endParaRPr lang="en-US" altLang="en-US" sz="3200" b="1" dirty="0">
              <a:solidFill>
                <a:srgbClr val="FF0000"/>
              </a:solidFill>
            </a:endParaRPr>
          </a:p>
        </p:txBody>
      </p:sp>
      <p:sp>
        <p:nvSpPr>
          <p:cNvPr id="25604" name="Rectangle 3"/>
          <p:cNvSpPr>
            <a:spLocks noGrp="1" noChangeArrowheads="1"/>
          </p:cNvSpPr>
          <p:nvPr>
            <p:ph type="body" idx="1"/>
          </p:nvPr>
        </p:nvSpPr>
        <p:spPr>
          <a:xfrm>
            <a:off x="251520" y="1556792"/>
            <a:ext cx="8785225" cy="4464497"/>
          </a:xfrm>
        </p:spPr>
        <p:txBody>
          <a:bodyPr/>
          <a:lstStyle/>
          <a:p>
            <a:pPr marL="457200" indent="-457200" eaLnBrk="1" hangingPunct="1">
              <a:lnSpc>
                <a:spcPct val="200000"/>
              </a:lnSpc>
            </a:pPr>
            <a:r>
              <a:rPr lang="en-US" altLang="en-US" sz="2400" dirty="0"/>
              <a:t>Rejects programs that have errors in them</a:t>
            </a:r>
            <a:endParaRPr lang="en-US" altLang="en-US" sz="2400" dirty="0"/>
          </a:p>
          <a:p>
            <a:pPr marL="457200" indent="-457200" eaLnBrk="1" hangingPunct="1">
              <a:lnSpc>
                <a:spcPct val="200000"/>
              </a:lnSpc>
            </a:pPr>
            <a:r>
              <a:rPr lang="en-US" altLang="en-US" sz="2400" dirty="0"/>
              <a:t>What sort of error may be detected by a compiler?</a:t>
            </a:r>
            <a:endParaRPr lang="en-US" altLang="en-US" sz="2400" dirty="0"/>
          </a:p>
          <a:p>
            <a:pPr marL="857250" lvl="1" indent="-457200" eaLnBrk="1" hangingPunct="1">
              <a:lnSpc>
                <a:spcPct val="200000"/>
              </a:lnSpc>
              <a:buFont typeface="Wingdings" panose="05000000000000000000" pitchFamily="2" charset="2"/>
              <a:buAutoNum type="arabicPeriod"/>
            </a:pPr>
            <a:r>
              <a:rPr lang="en-US" altLang="en-US" sz="2000" b="1" i="1" dirty="0">
                <a:solidFill>
                  <a:srgbClr val="FF0000"/>
                </a:solidFill>
              </a:rPr>
              <a:t>Static checks </a:t>
            </a:r>
            <a:r>
              <a:rPr lang="en-US" altLang="en-US" sz="2000" b="1" dirty="0">
                <a:solidFill>
                  <a:srgbClr val="FF0000"/>
                </a:solidFill>
              </a:rPr>
              <a:t>occur at compile time.</a:t>
            </a:r>
            <a:endParaRPr lang="en-US" altLang="en-US" sz="2000" b="1" dirty="0">
              <a:solidFill>
                <a:srgbClr val="FF0000"/>
              </a:solidFill>
            </a:endParaRPr>
          </a:p>
          <a:p>
            <a:pPr marL="857250" lvl="1" indent="-457200" eaLnBrk="1" hangingPunct="1">
              <a:lnSpc>
                <a:spcPct val="200000"/>
              </a:lnSpc>
              <a:buFont typeface="Wingdings" panose="05000000000000000000" pitchFamily="2" charset="2"/>
              <a:buAutoNum type="arabicPeriod"/>
            </a:pPr>
            <a:r>
              <a:rPr lang="en-US" altLang="en-US" sz="2000" b="1" i="1" dirty="0">
                <a:solidFill>
                  <a:srgbClr val="FF0000"/>
                </a:solidFill>
              </a:rPr>
              <a:t>Dynamic checks </a:t>
            </a:r>
            <a:r>
              <a:rPr lang="en-US" altLang="en-US" sz="2000" b="1" dirty="0">
                <a:solidFill>
                  <a:srgbClr val="FF0000"/>
                </a:solidFill>
              </a:rPr>
              <a:t>occur at run time.</a:t>
            </a:r>
            <a:endParaRPr lang="en-US" altLang="en-US" sz="2000" b="1" dirty="0">
              <a:solidFill>
                <a:srgbClr val="FF0000"/>
              </a:solidFill>
            </a:endParaRPr>
          </a:p>
          <a:p>
            <a:pPr marL="457200" indent="-457200" eaLnBrk="1" hangingPunct="1">
              <a:lnSpc>
                <a:spcPct val="120000"/>
              </a:lnSpc>
            </a:pPr>
            <a:r>
              <a:rPr lang="en-US" altLang="en-US" sz="2400" dirty="0"/>
              <a:t>A compiler cannot detect whether a program will produce the     output that the programmer expects.</a:t>
            </a:r>
            <a:endParaRPr lang="en-US" alt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B8DD6FEB-88A1-431E-9207-516CA7982287}" type="slidenum">
              <a:rPr lang="en-US" altLang="en-US">
                <a:solidFill>
                  <a:srgbClr val="FF99FF"/>
                </a:solidFill>
              </a:rPr>
            </a:fld>
            <a:endParaRPr lang="en-US" altLang="en-US">
              <a:solidFill>
                <a:srgbClr val="FF99FF"/>
              </a:solidFill>
            </a:endParaRPr>
          </a:p>
        </p:txBody>
      </p:sp>
      <p:sp>
        <p:nvSpPr>
          <p:cNvPr id="26627" name="Rectangle 2"/>
          <p:cNvSpPr>
            <a:spLocks noGrp="1" noChangeArrowheads="1"/>
          </p:cNvSpPr>
          <p:nvPr>
            <p:ph type="title"/>
          </p:nvPr>
        </p:nvSpPr>
        <p:spPr>
          <a:xfrm>
            <a:off x="0" y="627380"/>
            <a:ext cx="8229600" cy="206375"/>
          </a:xfrm>
        </p:spPr>
        <p:txBody>
          <a:bodyPr/>
          <a:lstStyle/>
          <a:p>
            <a:pPr eaLnBrk="1" hangingPunct="1"/>
            <a:r>
              <a:rPr lang="en-US" altLang="en-US" sz="2800" b="1" dirty="0">
                <a:solidFill>
                  <a:srgbClr val="FF0000"/>
                </a:solidFill>
              </a:rPr>
              <a:t>The Compiler job 3 – OPTIMIZATION</a:t>
            </a:r>
            <a:endParaRPr lang="en-US" altLang="en-US" sz="2800" b="1" dirty="0">
              <a:solidFill>
                <a:srgbClr val="FF0000"/>
              </a:solidFill>
            </a:endParaRPr>
          </a:p>
        </p:txBody>
      </p:sp>
      <p:sp>
        <p:nvSpPr>
          <p:cNvPr id="26628" name="Rectangle 3"/>
          <p:cNvSpPr>
            <a:spLocks noGrp="1" noChangeArrowheads="1"/>
          </p:cNvSpPr>
          <p:nvPr>
            <p:ph type="body" idx="1"/>
          </p:nvPr>
        </p:nvSpPr>
        <p:spPr>
          <a:xfrm>
            <a:off x="179387" y="1628800"/>
            <a:ext cx="8785225" cy="4249142"/>
          </a:xfrm>
        </p:spPr>
        <p:txBody>
          <a:bodyPr/>
          <a:lstStyle/>
          <a:p>
            <a:pPr marL="609600" indent="-609600" eaLnBrk="1" hangingPunct="1">
              <a:lnSpc>
                <a:spcPct val="90000"/>
              </a:lnSpc>
            </a:pPr>
            <a:r>
              <a:rPr lang="en-US" altLang="en-US" sz="2400" dirty="0"/>
              <a:t>Tries to produce as good a target program as it can</a:t>
            </a:r>
            <a:endParaRPr lang="en-US" altLang="en-US" sz="2400" dirty="0"/>
          </a:p>
          <a:p>
            <a:pPr marL="609600" indent="-609600" eaLnBrk="1" hangingPunct="1">
              <a:lnSpc>
                <a:spcPct val="90000"/>
              </a:lnSpc>
            </a:pPr>
            <a:r>
              <a:rPr lang="en-US" altLang="en-US" sz="2400" dirty="0"/>
              <a:t>Criterion for goodness could be</a:t>
            </a:r>
            <a:endParaRPr lang="en-US" altLang="en-US" sz="2400" dirty="0"/>
          </a:p>
          <a:p>
            <a:pPr marL="1409700" lvl="2" indent="-609600" eaLnBrk="1" hangingPunct="1">
              <a:lnSpc>
                <a:spcPct val="90000"/>
              </a:lnSpc>
              <a:buFont typeface="Wingdings" panose="05000000000000000000" pitchFamily="2" charset="2"/>
              <a:buAutoNum type="arabicPeriod"/>
            </a:pPr>
            <a:r>
              <a:rPr lang="en-US" altLang="en-US" sz="2400" dirty="0">
                <a:solidFill>
                  <a:srgbClr val="FF0000"/>
                </a:solidFill>
              </a:rPr>
              <a:t>How </a:t>
            </a:r>
            <a:r>
              <a:rPr lang="en-US" altLang="en-US" sz="2400" i="1" dirty="0">
                <a:solidFill>
                  <a:srgbClr val="FF0000"/>
                </a:solidFill>
              </a:rPr>
              <a:t>fast </a:t>
            </a:r>
            <a:r>
              <a:rPr lang="en-US" altLang="en-US" sz="2400" dirty="0">
                <a:solidFill>
                  <a:srgbClr val="FF0000"/>
                </a:solidFill>
              </a:rPr>
              <a:t>the target program runs(most common)</a:t>
            </a:r>
            <a:endParaRPr lang="en-US" altLang="en-US" sz="2400" dirty="0">
              <a:solidFill>
                <a:srgbClr val="FF0000"/>
              </a:solidFill>
            </a:endParaRPr>
          </a:p>
          <a:p>
            <a:pPr marL="1409700" lvl="2" indent="-609600" algn="ctr" eaLnBrk="1" hangingPunct="1">
              <a:lnSpc>
                <a:spcPct val="90000"/>
              </a:lnSpc>
              <a:buNone/>
            </a:pPr>
            <a:r>
              <a:rPr lang="en-US" altLang="en-US" sz="2400" dirty="0"/>
              <a:t>OR</a:t>
            </a:r>
            <a:endParaRPr lang="en-US" altLang="en-US" sz="2400" dirty="0"/>
          </a:p>
          <a:p>
            <a:pPr marL="1409700" lvl="2" indent="-609600" eaLnBrk="1" hangingPunct="1">
              <a:lnSpc>
                <a:spcPct val="90000"/>
              </a:lnSpc>
              <a:buFont typeface="Wingdings" panose="05000000000000000000" pitchFamily="2" charset="2"/>
              <a:buAutoNum type="arabicPeriod" startAt="2"/>
            </a:pPr>
            <a:r>
              <a:rPr lang="en-US" altLang="en-US" sz="2400" dirty="0">
                <a:solidFill>
                  <a:srgbClr val="FF0000"/>
                </a:solidFill>
              </a:rPr>
              <a:t>Consumption of </a:t>
            </a:r>
            <a:r>
              <a:rPr lang="en-US" altLang="en-US" sz="2400" i="1" dirty="0">
                <a:solidFill>
                  <a:srgbClr val="FF0000"/>
                </a:solidFill>
              </a:rPr>
              <a:t>power </a:t>
            </a:r>
            <a:r>
              <a:rPr lang="en-US" altLang="en-US" sz="2400" dirty="0">
                <a:solidFill>
                  <a:srgbClr val="FF0000"/>
                </a:solidFill>
              </a:rPr>
              <a:t>and/or </a:t>
            </a:r>
            <a:r>
              <a:rPr lang="en-US" altLang="en-US" sz="2400" i="1" dirty="0">
                <a:solidFill>
                  <a:srgbClr val="FF0000"/>
                </a:solidFill>
              </a:rPr>
              <a:t>memory</a:t>
            </a:r>
            <a:endParaRPr lang="en-US" altLang="en-US" sz="2400" i="1" dirty="0">
              <a:solidFill>
                <a:srgbClr val="FF0000"/>
              </a:solidFill>
            </a:endParaRPr>
          </a:p>
          <a:p>
            <a:pPr marL="609600" indent="-609600" eaLnBrk="1" hangingPunct="1">
              <a:lnSpc>
                <a:spcPct val="90000"/>
              </a:lnSpc>
            </a:pPr>
            <a:r>
              <a:rPr lang="en-US" altLang="en-US" sz="2400" dirty="0"/>
              <a:t>Differences among compilers depends on </a:t>
            </a:r>
            <a:endParaRPr lang="en-US" altLang="en-US" sz="2400" dirty="0"/>
          </a:p>
          <a:p>
            <a:pPr marL="609600" indent="-609600" eaLnBrk="1" hangingPunct="1">
              <a:lnSpc>
                <a:spcPct val="90000"/>
              </a:lnSpc>
            </a:pPr>
            <a:r>
              <a:rPr lang="en-US" altLang="en-US" sz="2400" dirty="0"/>
              <a:t>Their source and target languages,  </a:t>
            </a:r>
            <a:endParaRPr lang="en-US" altLang="en-US" sz="2400" dirty="0"/>
          </a:p>
          <a:p>
            <a:pPr marL="0" indent="0" eaLnBrk="1" hangingPunct="1">
              <a:lnSpc>
                <a:spcPct val="90000"/>
              </a:lnSpc>
              <a:buNone/>
            </a:pPr>
            <a:r>
              <a:rPr lang="en-US" altLang="en-US" sz="2400" dirty="0"/>
              <a:t>                                  as well as </a:t>
            </a:r>
            <a:endParaRPr lang="en-US" altLang="en-US" sz="2400" dirty="0"/>
          </a:p>
          <a:p>
            <a:pPr marL="609600" indent="-609600" eaLnBrk="1" hangingPunct="1">
              <a:lnSpc>
                <a:spcPct val="90000"/>
              </a:lnSpc>
            </a:pPr>
            <a:r>
              <a:rPr lang="en-US" altLang="en-US" sz="2400" dirty="0"/>
              <a:t>on the relative importance of these three jobs</a:t>
            </a:r>
            <a:endParaRPr lang="en-US"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6CE159FA-51A1-41C6-8BF4-B5E5C07C8416}" type="slidenum">
              <a:rPr lang="en-US" altLang="en-US">
                <a:solidFill>
                  <a:srgbClr val="FF99FF"/>
                </a:solidFill>
              </a:rPr>
            </a:fld>
            <a:endParaRPr lang="en-US" altLang="en-US">
              <a:solidFill>
                <a:srgbClr val="FF99FF"/>
              </a:solidFill>
            </a:endParaRPr>
          </a:p>
        </p:txBody>
      </p:sp>
      <p:sp>
        <p:nvSpPr>
          <p:cNvPr id="27651" name="Rectangle 2"/>
          <p:cNvSpPr>
            <a:spLocks noGrp="1" noChangeArrowheads="1"/>
          </p:cNvSpPr>
          <p:nvPr>
            <p:ph type="title"/>
          </p:nvPr>
        </p:nvSpPr>
        <p:spPr>
          <a:xfrm>
            <a:off x="457200" y="274638"/>
            <a:ext cx="8229600" cy="562074"/>
          </a:xfrm>
        </p:spPr>
        <p:txBody>
          <a:bodyPr/>
          <a:lstStyle/>
          <a:p>
            <a:pPr eaLnBrk="1" hangingPunct="1"/>
            <a:r>
              <a:rPr lang="en-US" altLang="en-US" sz="2800" b="1" dirty="0">
                <a:solidFill>
                  <a:srgbClr val="FF0000"/>
                </a:solidFill>
              </a:rPr>
              <a:t>The Compiler</a:t>
            </a:r>
            <a:endParaRPr lang="en-US" altLang="en-US" sz="2800" b="1" dirty="0">
              <a:solidFill>
                <a:srgbClr val="FF0000"/>
              </a:solidFill>
            </a:endParaRPr>
          </a:p>
        </p:txBody>
      </p:sp>
      <p:sp>
        <p:nvSpPr>
          <p:cNvPr id="36867" name="Rectangle 3"/>
          <p:cNvSpPr>
            <a:spLocks noGrp="1" noChangeArrowheads="1"/>
          </p:cNvSpPr>
          <p:nvPr>
            <p:ph type="body" idx="1"/>
          </p:nvPr>
        </p:nvSpPr>
        <p:spPr>
          <a:xfrm>
            <a:off x="488950" y="1470124"/>
            <a:ext cx="8280400" cy="4321150"/>
          </a:xfrm>
        </p:spPr>
        <p:txBody>
          <a:bodyPr/>
          <a:lstStyle/>
          <a:p>
            <a:pPr marL="609600" indent="-609600" eaLnBrk="1" hangingPunct="1">
              <a:lnSpc>
                <a:spcPct val="90000"/>
              </a:lnSpc>
            </a:pPr>
            <a:r>
              <a:rPr lang="en-US" altLang="en-US" sz="2400" dirty="0">
                <a:solidFill>
                  <a:srgbClr val="FF0000"/>
                </a:solidFill>
              </a:rPr>
              <a:t>Does 3 Main tasks:</a:t>
            </a:r>
            <a:endParaRPr lang="en-US" altLang="en-US" sz="2400" dirty="0">
              <a:solidFill>
                <a:srgbClr val="FF0000"/>
              </a:solidFill>
            </a:endParaRPr>
          </a:p>
          <a:p>
            <a:pPr marL="609600" indent="-609600" eaLnBrk="1" hangingPunct="1">
              <a:lnSpc>
                <a:spcPct val="30000"/>
              </a:lnSpc>
            </a:pPr>
            <a:endParaRPr lang="en-US" altLang="en-US" sz="2400" dirty="0"/>
          </a:p>
          <a:p>
            <a:pPr marL="1409700" lvl="2" indent="-609600" eaLnBrk="1" hangingPunct="1">
              <a:lnSpc>
                <a:spcPct val="110000"/>
              </a:lnSpc>
              <a:buFont typeface="Wingdings" panose="05000000000000000000" pitchFamily="2" charset="2"/>
              <a:buAutoNum type="arabicPeriod"/>
            </a:pPr>
            <a:r>
              <a:rPr lang="en-US" altLang="en-US" dirty="0"/>
              <a:t>TRANSLATION</a:t>
            </a:r>
            <a:endParaRPr lang="en-US" altLang="en-US" dirty="0"/>
          </a:p>
          <a:p>
            <a:pPr marL="1409700" lvl="2" indent="-609600" eaLnBrk="1" hangingPunct="1">
              <a:lnSpc>
                <a:spcPct val="110000"/>
              </a:lnSpc>
              <a:buFont typeface="Wingdings" panose="05000000000000000000" pitchFamily="2" charset="2"/>
              <a:buAutoNum type="arabicPeriod"/>
            </a:pPr>
            <a:r>
              <a:rPr lang="en-US" altLang="en-US" dirty="0"/>
              <a:t>VALIDATION </a:t>
            </a:r>
            <a:endParaRPr lang="en-US" altLang="en-US" dirty="0"/>
          </a:p>
          <a:p>
            <a:pPr marL="1409700" lvl="2" indent="-609600" eaLnBrk="1" hangingPunct="1">
              <a:lnSpc>
                <a:spcPct val="110000"/>
              </a:lnSpc>
              <a:buFont typeface="Wingdings" panose="05000000000000000000" pitchFamily="2" charset="2"/>
              <a:buAutoNum type="arabicPeriod"/>
            </a:pPr>
            <a:r>
              <a:rPr lang="en-US" altLang="en-US" dirty="0"/>
              <a:t>OPTIMIZATION</a:t>
            </a:r>
            <a:endParaRPr lang="en-US" altLang="en-US" dirty="0"/>
          </a:p>
          <a:p>
            <a:pPr marL="609600" indent="-609600" algn="ctr" eaLnBrk="1" hangingPunct="1">
              <a:lnSpc>
                <a:spcPct val="90000"/>
              </a:lnSpc>
              <a:buFont typeface="Wingdings" panose="05000000000000000000" pitchFamily="2" charset="2"/>
              <a:buAutoNum type="arabicPeriod"/>
            </a:pPr>
            <a:endParaRPr lang="en-US" altLang="en-US" sz="2400" dirty="0"/>
          </a:p>
          <a:p>
            <a:pPr marL="609600" indent="-609600" eaLnBrk="1" hangingPunct="1">
              <a:lnSpc>
                <a:spcPct val="90000"/>
              </a:lnSpc>
            </a:pPr>
            <a:r>
              <a:rPr lang="en-US" altLang="en-US" sz="2400" b="1" dirty="0">
                <a:solidFill>
                  <a:srgbClr val="FF0000"/>
                </a:solidFill>
              </a:rPr>
              <a:t>These 3 main Tasks can be further expanded to:</a:t>
            </a:r>
            <a:endParaRPr lang="en-US" altLang="en-US" sz="2400" b="1" dirty="0">
              <a:solidFill>
                <a:srgbClr val="FF0000"/>
              </a:solidFill>
            </a:endParaRPr>
          </a:p>
          <a:p>
            <a:pPr marL="609600" indent="-609600" eaLnBrk="1" hangingPunct="1">
              <a:lnSpc>
                <a:spcPct val="90000"/>
              </a:lnSpc>
              <a:buFont typeface="Wingdings" panose="05000000000000000000" pitchFamily="2" charset="2"/>
              <a:buNone/>
            </a:pPr>
            <a:r>
              <a:rPr lang="en-US" altLang="en-US" sz="2400" b="1" dirty="0">
                <a:solidFill>
                  <a:srgbClr val="FF0000"/>
                </a:solidFill>
              </a:rPr>
              <a:t>			     Twelve major Activities </a:t>
            </a:r>
            <a:endParaRPr lang="en-US" altLang="en-US" sz="2400" b="1" dirty="0">
              <a:solidFill>
                <a:srgbClr val="FF0000"/>
              </a:solidFill>
            </a:endParaRPr>
          </a:p>
          <a:p>
            <a:pPr marL="609600" indent="-609600" eaLnBrk="1" hangingPunct="1">
              <a:lnSpc>
                <a:spcPct val="90000"/>
              </a:lnSpc>
              <a:buFont typeface="Wingdings" panose="05000000000000000000" pitchFamily="2" charset="2"/>
              <a:buNone/>
            </a:pPr>
            <a:r>
              <a:rPr lang="en-US" altLang="en-US" sz="2400" b="1" dirty="0">
                <a:solidFill>
                  <a:srgbClr val="FF0000"/>
                </a:solidFill>
              </a:rPr>
              <a:t>					or  </a:t>
            </a:r>
            <a:endParaRPr lang="en-US" altLang="en-US" sz="2400" b="1" dirty="0">
              <a:solidFill>
                <a:srgbClr val="FF0000"/>
              </a:solidFill>
            </a:endParaRPr>
          </a:p>
          <a:p>
            <a:pPr marL="609600" indent="-609600" algn="ctr" eaLnBrk="1" hangingPunct="1">
              <a:lnSpc>
                <a:spcPct val="90000"/>
              </a:lnSpc>
              <a:buFont typeface="Wingdings" panose="05000000000000000000" pitchFamily="2" charset="2"/>
              <a:buNone/>
            </a:pPr>
            <a:r>
              <a:rPr lang="en-US" altLang="en-US" sz="2400" b="1" dirty="0">
                <a:solidFill>
                  <a:srgbClr val="FF0000"/>
                </a:solidFill>
              </a:rPr>
              <a:t>Twelve Phases of Compilation Process</a:t>
            </a:r>
            <a:endParaRPr lang="en-US" altLang="en-US" sz="2400" b="1" dirty="0">
              <a:solidFill>
                <a:srgbClr val="FF0000"/>
              </a:solidFill>
            </a:endParaRPr>
          </a:p>
          <a:p>
            <a:pPr marL="609600" indent="-609600" eaLnBrk="1" hangingPunct="1">
              <a:lnSpc>
                <a:spcPct val="30000"/>
              </a:lnSpc>
            </a:pP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86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86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867">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86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867">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68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B517AA45-B33A-41D3-A3CA-1890AC920B0D}" type="slidenum">
              <a:rPr lang="en-US">
                <a:solidFill>
                  <a:srgbClr val="FF99FF"/>
                </a:solidFill>
              </a:rPr>
            </a:fld>
            <a:endParaRPr lang="en-US">
              <a:solidFill>
                <a:srgbClr val="FF99FF"/>
              </a:solidFill>
            </a:endParaRPr>
          </a:p>
        </p:txBody>
      </p:sp>
      <p:sp>
        <p:nvSpPr>
          <p:cNvPr id="28675" name="Rectangle 2"/>
          <p:cNvSpPr>
            <a:spLocks noGrp="1" noChangeArrowheads="1"/>
          </p:cNvSpPr>
          <p:nvPr>
            <p:ph type="title"/>
          </p:nvPr>
        </p:nvSpPr>
        <p:spPr>
          <a:xfrm>
            <a:off x="107881" y="333033"/>
            <a:ext cx="8229600" cy="633412"/>
          </a:xfrm>
        </p:spPr>
        <p:txBody>
          <a:bodyPr/>
          <a:lstStyle/>
          <a:p>
            <a:pPr eaLnBrk="1" hangingPunct="1"/>
            <a:r>
              <a:rPr lang="en-US" sz="2800" dirty="0">
                <a:solidFill>
                  <a:srgbClr val="FF0000"/>
                </a:solidFill>
              </a:rPr>
              <a:t>Phases of a Compilation</a:t>
            </a:r>
            <a:endParaRPr lang="en-US" sz="2800" dirty="0">
              <a:solidFill>
                <a:srgbClr val="FF0000"/>
              </a:solidFill>
            </a:endParaRPr>
          </a:p>
        </p:txBody>
      </p:sp>
      <p:sp>
        <p:nvSpPr>
          <p:cNvPr id="37891" name="Rectangle 3"/>
          <p:cNvSpPr>
            <a:spLocks noGrp="1" noChangeArrowheads="1"/>
          </p:cNvSpPr>
          <p:nvPr>
            <p:ph type="body" idx="1"/>
          </p:nvPr>
        </p:nvSpPr>
        <p:spPr>
          <a:xfrm>
            <a:off x="179388" y="1357298"/>
            <a:ext cx="8964612" cy="1000132"/>
          </a:xfrm>
        </p:spPr>
        <p:txBody>
          <a:bodyPr/>
          <a:lstStyle/>
          <a:p>
            <a:pPr eaLnBrk="1" hangingPunct="1"/>
            <a:r>
              <a:rPr lang="en-US" sz="2000" b="1" dirty="0">
                <a:solidFill>
                  <a:srgbClr val="1F15A7"/>
                </a:solidFill>
              </a:rPr>
              <a:t>Phases describe major activities that happen in a compilation Process &amp; the sequence in which it  happens</a:t>
            </a:r>
            <a:endParaRPr lang="en-US" sz="2000" b="1" dirty="0">
              <a:solidFill>
                <a:srgbClr val="1F15A7"/>
              </a:solidFill>
            </a:endParaRPr>
          </a:p>
          <a:p>
            <a:pPr eaLnBrk="1" hangingPunct="1"/>
            <a:r>
              <a:rPr lang="en-US" sz="2000" dirty="0">
                <a:solidFill>
                  <a:srgbClr val="FF0000"/>
                </a:solidFill>
              </a:rPr>
              <a:t>The Twelve major activities are:</a:t>
            </a:r>
            <a:endParaRPr lang="en-US" sz="2000" dirty="0">
              <a:solidFill>
                <a:srgbClr val="FF0000"/>
              </a:solidFill>
            </a:endParaRPr>
          </a:p>
          <a:p>
            <a:pPr eaLnBrk="1" hangingPunct="1"/>
            <a:endParaRPr lang="en-US" sz="2000" dirty="0"/>
          </a:p>
        </p:txBody>
      </p:sp>
      <p:sp>
        <p:nvSpPr>
          <p:cNvPr id="37892" name="Rectangle 4"/>
          <p:cNvSpPr>
            <a:spLocks noChangeArrowheads="1"/>
          </p:cNvSpPr>
          <p:nvPr/>
        </p:nvSpPr>
        <p:spPr bwMode="auto">
          <a:xfrm>
            <a:off x="457200" y="2708910"/>
            <a:ext cx="388747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lnSpc>
                <a:spcPct val="110000"/>
              </a:lnSpc>
              <a:buFont typeface="Wingdings" panose="05000000000000000000" pitchFamily="2" charset="2"/>
              <a:buAutoNum type="arabicPeriod"/>
            </a:pPr>
            <a:r>
              <a:rPr lang="en-US" sz="2400" dirty="0" err="1">
                <a:solidFill>
                  <a:srgbClr val="1F15A7"/>
                </a:solidFill>
              </a:rPr>
              <a:t>Lex</a:t>
            </a:r>
            <a:endParaRPr lang="en-US" sz="2400" dirty="0">
              <a:solidFill>
                <a:srgbClr val="1F15A7"/>
              </a:solidFill>
            </a:endParaRPr>
          </a:p>
          <a:p>
            <a:pPr eaLnBrk="1" hangingPunct="1">
              <a:lnSpc>
                <a:spcPct val="110000"/>
              </a:lnSpc>
              <a:buFont typeface="Wingdings" panose="05000000000000000000" pitchFamily="2" charset="2"/>
              <a:buAutoNum type="arabicPeriod"/>
            </a:pPr>
            <a:r>
              <a:rPr lang="en-US" sz="2400" dirty="0">
                <a:solidFill>
                  <a:srgbClr val="1F15A7"/>
                </a:solidFill>
              </a:rPr>
              <a:t>Parse</a:t>
            </a:r>
            <a:endParaRPr lang="en-US" sz="2400" dirty="0">
              <a:solidFill>
                <a:srgbClr val="1F15A7"/>
              </a:solidFill>
            </a:endParaRPr>
          </a:p>
          <a:p>
            <a:pPr eaLnBrk="1" hangingPunct="1">
              <a:lnSpc>
                <a:spcPct val="110000"/>
              </a:lnSpc>
              <a:buFont typeface="Wingdings" panose="05000000000000000000" pitchFamily="2" charset="2"/>
              <a:buAutoNum type="arabicPeriod"/>
            </a:pPr>
            <a:r>
              <a:rPr lang="en-US" sz="2400" dirty="0">
                <a:solidFill>
                  <a:srgbClr val="1F15A7"/>
                </a:solidFill>
              </a:rPr>
              <a:t>Semantic Actions</a:t>
            </a:r>
            <a:endParaRPr lang="en-US" sz="2400" dirty="0">
              <a:solidFill>
                <a:srgbClr val="1F15A7"/>
              </a:solidFill>
            </a:endParaRPr>
          </a:p>
          <a:p>
            <a:pPr eaLnBrk="1" hangingPunct="1">
              <a:lnSpc>
                <a:spcPct val="110000"/>
              </a:lnSpc>
              <a:buFont typeface="Wingdings" panose="05000000000000000000" pitchFamily="2" charset="2"/>
              <a:buAutoNum type="arabicPeriod"/>
            </a:pPr>
            <a:r>
              <a:rPr lang="en-US" sz="2400" dirty="0">
                <a:solidFill>
                  <a:srgbClr val="1F15A7"/>
                </a:solidFill>
              </a:rPr>
              <a:t>Semantic Analysis</a:t>
            </a:r>
            <a:endParaRPr lang="en-US" sz="2400" dirty="0">
              <a:solidFill>
                <a:srgbClr val="1F15A7"/>
              </a:solidFill>
            </a:endParaRPr>
          </a:p>
          <a:p>
            <a:pPr eaLnBrk="1" hangingPunct="1">
              <a:lnSpc>
                <a:spcPct val="110000"/>
              </a:lnSpc>
              <a:buFont typeface="Wingdings" panose="05000000000000000000" pitchFamily="2" charset="2"/>
              <a:buAutoNum type="arabicPeriod"/>
            </a:pPr>
            <a:r>
              <a:rPr lang="en-US" sz="2400" dirty="0">
                <a:solidFill>
                  <a:srgbClr val="1F15A7"/>
                </a:solidFill>
              </a:rPr>
              <a:t>Frame layout</a:t>
            </a:r>
            <a:endParaRPr lang="en-US" sz="2400" dirty="0">
              <a:solidFill>
                <a:srgbClr val="1F15A7"/>
              </a:solidFill>
            </a:endParaRPr>
          </a:p>
          <a:p>
            <a:pPr eaLnBrk="1" hangingPunct="1">
              <a:lnSpc>
                <a:spcPct val="110000"/>
              </a:lnSpc>
              <a:buFont typeface="Wingdings" panose="05000000000000000000" pitchFamily="2" charset="2"/>
              <a:buAutoNum type="arabicPeriod"/>
            </a:pPr>
            <a:r>
              <a:rPr lang="en-US" sz="2400" dirty="0">
                <a:solidFill>
                  <a:srgbClr val="1F15A7"/>
                </a:solidFill>
              </a:rPr>
              <a:t>Translate</a:t>
            </a:r>
            <a:endParaRPr lang="en-US" sz="2400" dirty="0">
              <a:solidFill>
                <a:srgbClr val="1F15A7"/>
              </a:solidFill>
            </a:endParaRPr>
          </a:p>
        </p:txBody>
      </p:sp>
      <p:sp>
        <p:nvSpPr>
          <p:cNvPr id="37893" name="Rectangle 5"/>
          <p:cNvSpPr>
            <a:spLocks noChangeArrowheads="1"/>
          </p:cNvSpPr>
          <p:nvPr/>
        </p:nvSpPr>
        <p:spPr bwMode="auto">
          <a:xfrm>
            <a:off x="4499928" y="2637289"/>
            <a:ext cx="4392612" cy="3599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lnSpc>
                <a:spcPct val="110000"/>
              </a:lnSpc>
              <a:buFont typeface="Wingdings" panose="05000000000000000000" pitchFamily="2" charset="2"/>
              <a:buAutoNum type="arabicPeriod" startAt="7"/>
            </a:pPr>
            <a:r>
              <a:rPr lang="en-US" sz="2400" dirty="0" err="1">
                <a:solidFill>
                  <a:srgbClr val="FF0000"/>
                </a:solidFill>
              </a:rPr>
              <a:t>Canonicalize</a:t>
            </a:r>
            <a:r>
              <a:rPr lang="en-US" sz="2400" dirty="0">
                <a:solidFill>
                  <a:srgbClr val="FF0000"/>
                </a:solidFill>
              </a:rPr>
              <a:t> </a:t>
            </a:r>
            <a:endParaRPr lang="en-US" sz="2400" dirty="0">
              <a:solidFill>
                <a:srgbClr val="FF0000"/>
              </a:solidFill>
            </a:endParaRPr>
          </a:p>
          <a:p>
            <a:pPr eaLnBrk="1" hangingPunct="1">
              <a:lnSpc>
                <a:spcPct val="110000"/>
              </a:lnSpc>
              <a:buFont typeface="Wingdings" panose="05000000000000000000" pitchFamily="2" charset="2"/>
              <a:buAutoNum type="arabicPeriod" startAt="7"/>
            </a:pPr>
            <a:r>
              <a:rPr lang="en-US" sz="2400" dirty="0">
                <a:solidFill>
                  <a:srgbClr val="FF0000"/>
                </a:solidFill>
              </a:rPr>
              <a:t>Instruction Selection</a:t>
            </a:r>
            <a:endParaRPr lang="en-US" sz="2400" dirty="0">
              <a:solidFill>
                <a:srgbClr val="FF0000"/>
              </a:solidFill>
            </a:endParaRPr>
          </a:p>
          <a:p>
            <a:pPr eaLnBrk="1" hangingPunct="1">
              <a:lnSpc>
                <a:spcPct val="110000"/>
              </a:lnSpc>
              <a:buFont typeface="Wingdings" panose="05000000000000000000" pitchFamily="2" charset="2"/>
              <a:buAutoNum type="arabicPeriod" startAt="7"/>
            </a:pPr>
            <a:r>
              <a:rPr lang="en-US" sz="2400" dirty="0">
                <a:solidFill>
                  <a:srgbClr val="FF0000"/>
                </a:solidFill>
              </a:rPr>
              <a:t>Control Flow Analysis</a:t>
            </a:r>
            <a:endParaRPr lang="en-US" sz="2400" dirty="0">
              <a:solidFill>
                <a:srgbClr val="FF0000"/>
              </a:solidFill>
            </a:endParaRPr>
          </a:p>
          <a:p>
            <a:pPr eaLnBrk="1" hangingPunct="1">
              <a:lnSpc>
                <a:spcPct val="110000"/>
              </a:lnSpc>
              <a:buFont typeface="Wingdings" panose="05000000000000000000" pitchFamily="2" charset="2"/>
              <a:buAutoNum type="arabicPeriod" startAt="7"/>
            </a:pPr>
            <a:r>
              <a:rPr lang="en-US" sz="2400" dirty="0">
                <a:solidFill>
                  <a:srgbClr val="FF0000"/>
                </a:solidFill>
              </a:rPr>
              <a:t>Data Flow Analysis</a:t>
            </a:r>
            <a:endParaRPr lang="en-US" sz="2400" dirty="0">
              <a:solidFill>
                <a:srgbClr val="FF0000"/>
              </a:solidFill>
            </a:endParaRPr>
          </a:p>
          <a:p>
            <a:pPr eaLnBrk="1" hangingPunct="1">
              <a:lnSpc>
                <a:spcPct val="110000"/>
              </a:lnSpc>
              <a:buFont typeface="Wingdings" panose="05000000000000000000" pitchFamily="2" charset="2"/>
              <a:buAutoNum type="arabicPeriod" startAt="7"/>
            </a:pPr>
            <a:r>
              <a:rPr lang="en-US" sz="2400" dirty="0">
                <a:solidFill>
                  <a:srgbClr val="FF0000"/>
                </a:solidFill>
              </a:rPr>
              <a:t>Register Allocation</a:t>
            </a:r>
            <a:endParaRPr lang="en-US" sz="2400" dirty="0">
              <a:solidFill>
                <a:srgbClr val="FF0000"/>
              </a:solidFill>
            </a:endParaRPr>
          </a:p>
          <a:p>
            <a:pPr eaLnBrk="1" hangingPunct="1">
              <a:buFont typeface="Wingdings" panose="05000000000000000000" pitchFamily="2" charset="2"/>
              <a:buAutoNum type="arabicPeriod" startAt="7"/>
            </a:pPr>
            <a:r>
              <a:rPr lang="en-US" sz="2400" dirty="0">
                <a:solidFill>
                  <a:srgbClr val="FF0000"/>
                </a:solidFill>
              </a:rPr>
              <a:t>Code Gen</a:t>
            </a:r>
            <a:endParaRPr 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1000"/>
                                  </p:stCondLst>
                                  <p:childTnLst>
                                    <p:set>
                                      <p:cBhvr>
                                        <p:cTn id="13" dur="1" fill="hold">
                                          <p:stCondLst>
                                            <p:cond delay="0"/>
                                          </p:stCondLst>
                                        </p:cTn>
                                        <p:tgtEl>
                                          <p:spTgt spid="37892">
                                            <p:txEl>
                                              <p:pRg st="0" end="0"/>
                                            </p:txEl>
                                          </p:spTgt>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nodeType="afterEffect">
                                  <p:stCondLst>
                                    <p:cond delay="1000"/>
                                  </p:stCondLst>
                                  <p:childTnLst>
                                    <p:set>
                                      <p:cBhvr>
                                        <p:cTn id="16" dur="1" fill="hold">
                                          <p:stCondLst>
                                            <p:cond delay="0"/>
                                          </p:stCondLst>
                                        </p:cTn>
                                        <p:tgtEl>
                                          <p:spTgt spid="37892">
                                            <p:txEl>
                                              <p:pRg st="1" end="1"/>
                                            </p:txEl>
                                          </p:spTgt>
                                        </p:tgtEl>
                                        <p:attrNameLst>
                                          <p:attrName>style.visibility</p:attrName>
                                        </p:attrNameLst>
                                      </p:cBhvr>
                                      <p:to>
                                        <p:strVal val="visible"/>
                                      </p:to>
                                    </p:set>
                                  </p:childTnLst>
                                </p:cTn>
                              </p:par>
                            </p:childTnLst>
                          </p:cTn>
                        </p:par>
                        <p:par>
                          <p:cTn id="17" fill="hold">
                            <p:stCondLst>
                              <p:cond delay="2000"/>
                            </p:stCondLst>
                            <p:childTnLst>
                              <p:par>
                                <p:cTn id="18" presetID="1" presetClass="entr" presetSubtype="0" fill="hold" nodeType="afterEffect">
                                  <p:stCondLst>
                                    <p:cond delay="1000"/>
                                  </p:stCondLst>
                                  <p:childTnLst>
                                    <p:set>
                                      <p:cBhvr>
                                        <p:cTn id="19" dur="1" fill="hold">
                                          <p:stCondLst>
                                            <p:cond delay="0"/>
                                          </p:stCondLst>
                                        </p:cTn>
                                        <p:tgtEl>
                                          <p:spTgt spid="37892">
                                            <p:txEl>
                                              <p:pRg st="2" end="2"/>
                                            </p:txEl>
                                          </p:spTgt>
                                        </p:tgtEl>
                                        <p:attrNameLst>
                                          <p:attrName>style.visibility</p:attrName>
                                        </p:attrNameLst>
                                      </p:cBhvr>
                                      <p:to>
                                        <p:strVal val="visible"/>
                                      </p:to>
                                    </p:set>
                                  </p:childTnLst>
                                </p:cTn>
                              </p:par>
                            </p:childTnLst>
                          </p:cTn>
                        </p:par>
                        <p:par>
                          <p:cTn id="20" fill="hold">
                            <p:stCondLst>
                              <p:cond delay="3000"/>
                            </p:stCondLst>
                            <p:childTnLst>
                              <p:par>
                                <p:cTn id="21" presetID="1" presetClass="entr" presetSubtype="0" fill="hold" nodeType="afterEffect">
                                  <p:stCondLst>
                                    <p:cond delay="1000"/>
                                  </p:stCondLst>
                                  <p:childTnLst>
                                    <p:set>
                                      <p:cBhvr>
                                        <p:cTn id="22" dur="1" fill="hold">
                                          <p:stCondLst>
                                            <p:cond delay="0"/>
                                          </p:stCondLst>
                                        </p:cTn>
                                        <p:tgtEl>
                                          <p:spTgt spid="37892">
                                            <p:txEl>
                                              <p:pRg st="3" end="3"/>
                                            </p:txEl>
                                          </p:spTgt>
                                        </p:tgtEl>
                                        <p:attrNameLst>
                                          <p:attrName>style.visibility</p:attrName>
                                        </p:attrNameLst>
                                      </p:cBhvr>
                                      <p:to>
                                        <p:strVal val="visible"/>
                                      </p:to>
                                    </p:set>
                                  </p:childTnLst>
                                </p:cTn>
                              </p:par>
                            </p:childTnLst>
                          </p:cTn>
                        </p:par>
                        <p:par>
                          <p:cTn id="23" fill="hold">
                            <p:stCondLst>
                              <p:cond delay="4000"/>
                            </p:stCondLst>
                            <p:childTnLst>
                              <p:par>
                                <p:cTn id="24" presetID="1" presetClass="entr" presetSubtype="0" fill="hold" nodeType="afterEffect">
                                  <p:stCondLst>
                                    <p:cond delay="1000"/>
                                  </p:stCondLst>
                                  <p:childTnLst>
                                    <p:set>
                                      <p:cBhvr>
                                        <p:cTn id="25" dur="1" fill="hold">
                                          <p:stCondLst>
                                            <p:cond delay="0"/>
                                          </p:stCondLst>
                                        </p:cTn>
                                        <p:tgtEl>
                                          <p:spTgt spid="37892">
                                            <p:txEl>
                                              <p:pRg st="4" end="4"/>
                                            </p:txEl>
                                          </p:spTgt>
                                        </p:tgtEl>
                                        <p:attrNameLst>
                                          <p:attrName>style.visibility</p:attrName>
                                        </p:attrNameLst>
                                      </p:cBhvr>
                                      <p:to>
                                        <p:strVal val="visible"/>
                                      </p:to>
                                    </p:set>
                                  </p:childTnLst>
                                </p:cTn>
                              </p:par>
                            </p:childTnLst>
                          </p:cTn>
                        </p:par>
                        <p:par>
                          <p:cTn id="26" fill="hold">
                            <p:stCondLst>
                              <p:cond delay="5000"/>
                            </p:stCondLst>
                            <p:childTnLst>
                              <p:par>
                                <p:cTn id="27" presetID="1" presetClass="entr" presetSubtype="0" fill="hold" nodeType="afterEffect">
                                  <p:stCondLst>
                                    <p:cond delay="1000"/>
                                  </p:stCondLst>
                                  <p:childTnLst>
                                    <p:set>
                                      <p:cBhvr>
                                        <p:cTn id="28" dur="1" fill="hold">
                                          <p:stCondLst>
                                            <p:cond delay="0"/>
                                          </p:stCondLst>
                                        </p:cTn>
                                        <p:tgtEl>
                                          <p:spTgt spid="37892">
                                            <p:txEl>
                                              <p:pRg st="5" end="5"/>
                                            </p:txEl>
                                          </p:spTgt>
                                        </p:tgtEl>
                                        <p:attrNameLst>
                                          <p:attrName>style.visibility</p:attrName>
                                        </p:attrNameLst>
                                      </p:cBhvr>
                                      <p:to>
                                        <p:strVal val="visible"/>
                                      </p:to>
                                    </p:set>
                                  </p:childTnLst>
                                </p:cTn>
                              </p:par>
                            </p:childTnLst>
                          </p:cTn>
                        </p:par>
                        <p:par>
                          <p:cTn id="29" fill="hold">
                            <p:stCondLst>
                              <p:cond delay="6000"/>
                            </p:stCondLst>
                            <p:childTnLst>
                              <p:par>
                                <p:cTn id="30" presetID="1" presetClass="entr" presetSubtype="0" fill="hold" nodeType="afterEffect">
                                  <p:stCondLst>
                                    <p:cond delay="1000"/>
                                  </p:stCondLst>
                                  <p:childTnLst>
                                    <p:set>
                                      <p:cBhvr>
                                        <p:cTn id="31" dur="1" fill="hold">
                                          <p:stCondLst>
                                            <p:cond delay="0"/>
                                          </p:stCondLst>
                                        </p:cTn>
                                        <p:tgtEl>
                                          <p:spTgt spid="37893">
                                            <p:txEl>
                                              <p:pRg st="0" end="0"/>
                                            </p:txEl>
                                          </p:spTgt>
                                        </p:tgtEl>
                                        <p:attrNameLst>
                                          <p:attrName>style.visibility</p:attrName>
                                        </p:attrNameLst>
                                      </p:cBhvr>
                                      <p:to>
                                        <p:strVal val="visible"/>
                                      </p:to>
                                    </p:set>
                                  </p:childTnLst>
                                </p:cTn>
                              </p:par>
                            </p:childTnLst>
                          </p:cTn>
                        </p:par>
                        <p:par>
                          <p:cTn id="32" fill="hold">
                            <p:stCondLst>
                              <p:cond delay="7000"/>
                            </p:stCondLst>
                            <p:childTnLst>
                              <p:par>
                                <p:cTn id="33" presetID="1" presetClass="entr" presetSubtype="0" fill="hold" nodeType="afterEffect">
                                  <p:stCondLst>
                                    <p:cond delay="1000"/>
                                  </p:stCondLst>
                                  <p:childTnLst>
                                    <p:set>
                                      <p:cBhvr>
                                        <p:cTn id="34" dur="1" fill="hold">
                                          <p:stCondLst>
                                            <p:cond delay="0"/>
                                          </p:stCondLst>
                                        </p:cTn>
                                        <p:tgtEl>
                                          <p:spTgt spid="37893">
                                            <p:txEl>
                                              <p:pRg st="1" end="1"/>
                                            </p:txEl>
                                          </p:spTgt>
                                        </p:tgtEl>
                                        <p:attrNameLst>
                                          <p:attrName>style.visibility</p:attrName>
                                        </p:attrNameLst>
                                      </p:cBhvr>
                                      <p:to>
                                        <p:strVal val="visible"/>
                                      </p:to>
                                    </p:set>
                                  </p:childTnLst>
                                </p:cTn>
                              </p:par>
                            </p:childTnLst>
                          </p:cTn>
                        </p:par>
                        <p:par>
                          <p:cTn id="35" fill="hold">
                            <p:stCondLst>
                              <p:cond delay="8000"/>
                            </p:stCondLst>
                            <p:childTnLst>
                              <p:par>
                                <p:cTn id="36" presetID="1" presetClass="entr" presetSubtype="0" fill="hold" nodeType="afterEffect">
                                  <p:stCondLst>
                                    <p:cond delay="1000"/>
                                  </p:stCondLst>
                                  <p:childTnLst>
                                    <p:set>
                                      <p:cBhvr>
                                        <p:cTn id="37" dur="1" fill="hold">
                                          <p:stCondLst>
                                            <p:cond delay="0"/>
                                          </p:stCondLst>
                                        </p:cTn>
                                        <p:tgtEl>
                                          <p:spTgt spid="37893">
                                            <p:txEl>
                                              <p:pRg st="2" end="2"/>
                                            </p:txEl>
                                          </p:spTgt>
                                        </p:tgtEl>
                                        <p:attrNameLst>
                                          <p:attrName>style.visibility</p:attrName>
                                        </p:attrNameLst>
                                      </p:cBhvr>
                                      <p:to>
                                        <p:strVal val="visible"/>
                                      </p:to>
                                    </p:set>
                                  </p:childTnLst>
                                </p:cTn>
                              </p:par>
                            </p:childTnLst>
                          </p:cTn>
                        </p:par>
                        <p:par>
                          <p:cTn id="38" fill="hold">
                            <p:stCondLst>
                              <p:cond delay="9000"/>
                            </p:stCondLst>
                            <p:childTnLst>
                              <p:par>
                                <p:cTn id="39" presetID="1" presetClass="entr" presetSubtype="0" fill="hold" nodeType="afterEffect">
                                  <p:stCondLst>
                                    <p:cond delay="1000"/>
                                  </p:stCondLst>
                                  <p:childTnLst>
                                    <p:set>
                                      <p:cBhvr>
                                        <p:cTn id="40" dur="1" fill="hold">
                                          <p:stCondLst>
                                            <p:cond delay="0"/>
                                          </p:stCondLst>
                                        </p:cTn>
                                        <p:tgtEl>
                                          <p:spTgt spid="37893">
                                            <p:txEl>
                                              <p:pRg st="3" end="3"/>
                                            </p:txEl>
                                          </p:spTgt>
                                        </p:tgtEl>
                                        <p:attrNameLst>
                                          <p:attrName>style.visibility</p:attrName>
                                        </p:attrNameLst>
                                      </p:cBhvr>
                                      <p:to>
                                        <p:strVal val="visible"/>
                                      </p:to>
                                    </p:set>
                                  </p:childTnLst>
                                </p:cTn>
                              </p:par>
                            </p:childTnLst>
                          </p:cTn>
                        </p:par>
                        <p:par>
                          <p:cTn id="41" fill="hold">
                            <p:stCondLst>
                              <p:cond delay="10000"/>
                            </p:stCondLst>
                            <p:childTnLst>
                              <p:par>
                                <p:cTn id="42" presetID="1" presetClass="entr" presetSubtype="0" fill="hold" nodeType="afterEffect">
                                  <p:stCondLst>
                                    <p:cond delay="1000"/>
                                  </p:stCondLst>
                                  <p:childTnLst>
                                    <p:set>
                                      <p:cBhvr>
                                        <p:cTn id="43" dur="1" fill="hold">
                                          <p:stCondLst>
                                            <p:cond delay="0"/>
                                          </p:stCondLst>
                                        </p:cTn>
                                        <p:tgtEl>
                                          <p:spTgt spid="37893">
                                            <p:txEl>
                                              <p:pRg st="4" end="4"/>
                                            </p:txEl>
                                          </p:spTgt>
                                        </p:tgtEl>
                                        <p:attrNameLst>
                                          <p:attrName>style.visibility</p:attrName>
                                        </p:attrNameLst>
                                      </p:cBhvr>
                                      <p:to>
                                        <p:strVal val="visible"/>
                                      </p:to>
                                    </p:set>
                                  </p:childTnLst>
                                </p:cTn>
                              </p:par>
                            </p:childTnLst>
                          </p:cTn>
                        </p:par>
                        <p:par>
                          <p:cTn id="44" fill="hold">
                            <p:stCondLst>
                              <p:cond delay="11000"/>
                            </p:stCondLst>
                            <p:childTnLst>
                              <p:par>
                                <p:cTn id="45" presetID="1" presetClass="entr" presetSubtype="0" fill="hold" nodeType="afterEffect">
                                  <p:stCondLst>
                                    <p:cond delay="1000"/>
                                  </p:stCondLst>
                                  <p:childTnLst>
                                    <p:set>
                                      <p:cBhvr>
                                        <p:cTn id="46" dur="1" fill="hold">
                                          <p:stCondLst>
                                            <p:cond delay="0"/>
                                          </p:stCondLst>
                                        </p:cTn>
                                        <p:tgtEl>
                                          <p:spTgt spid="3789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D17C1186-044A-49FC-A499-24492311E348}" type="slidenum">
              <a:rPr lang="en-US">
                <a:solidFill>
                  <a:srgbClr val="FF99FF"/>
                </a:solidFill>
              </a:rPr>
            </a:fld>
            <a:endParaRPr lang="en-US">
              <a:solidFill>
                <a:srgbClr val="FF99FF"/>
              </a:solidFill>
            </a:endParaRPr>
          </a:p>
        </p:txBody>
      </p:sp>
      <p:sp>
        <p:nvSpPr>
          <p:cNvPr id="29699" name="Rectangle 2"/>
          <p:cNvSpPr>
            <a:spLocks noGrp="1" noChangeArrowheads="1"/>
          </p:cNvSpPr>
          <p:nvPr>
            <p:ph type="title"/>
          </p:nvPr>
        </p:nvSpPr>
        <p:spPr>
          <a:xfrm>
            <a:off x="457200" y="0"/>
            <a:ext cx="8229600" cy="763588"/>
          </a:xfrm>
        </p:spPr>
        <p:txBody>
          <a:bodyPr/>
          <a:lstStyle/>
          <a:p>
            <a:pPr eaLnBrk="1" hangingPunct="1"/>
            <a:r>
              <a:rPr lang="en-US" sz="3600" b="1" dirty="0">
                <a:solidFill>
                  <a:srgbClr val="FF0000"/>
                </a:solidFill>
              </a:rPr>
              <a:t>Phases of Compilation </a:t>
            </a:r>
            <a:endParaRPr lang="en-US" sz="3600" b="1" dirty="0">
              <a:solidFill>
                <a:srgbClr val="FF0000"/>
              </a:solidFill>
            </a:endParaRPr>
          </a:p>
        </p:txBody>
      </p:sp>
      <p:sp>
        <p:nvSpPr>
          <p:cNvPr id="38915" name="Rectangle 3"/>
          <p:cNvSpPr>
            <a:spLocks noGrp="1" noChangeArrowheads="1"/>
          </p:cNvSpPr>
          <p:nvPr>
            <p:ph type="body" idx="1"/>
          </p:nvPr>
        </p:nvSpPr>
        <p:spPr>
          <a:xfrm>
            <a:off x="142844" y="1241425"/>
            <a:ext cx="2519362" cy="5616575"/>
          </a:xfrm>
        </p:spPr>
        <p:txBody>
          <a:bodyPr/>
          <a:lstStyle/>
          <a:p>
            <a:pPr marL="351155" indent="-351155" eaLnBrk="1" hangingPunct="1">
              <a:lnSpc>
                <a:spcPct val="115000"/>
              </a:lnSpc>
              <a:buFont typeface="Wingdings" panose="05000000000000000000" pitchFamily="2" charset="2"/>
              <a:buAutoNum type="arabicPeriod"/>
            </a:pPr>
            <a:r>
              <a:rPr lang="en-US" sz="2800" b="1" dirty="0" err="1">
                <a:solidFill>
                  <a:srgbClr val="FF0000"/>
                </a:solidFill>
              </a:rPr>
              <a:t>Lex</a:t>
            </a:r>
            <a:endParaRPr lang="en-US" sz="2800" b="1" dirty="0">
              <a:solidFill>
                <a:srgbClr val="FF0000"/>
              </a:solidFill>
            </a:endParaRPr>
          </a:p>
          <a:p>
            <a:pPr marL="351155" indent="-351155" eaLnBrk="1" hangingPunct="1">
              <a:lnSpc>
                <a:spcPct val="115000"/>
              </a:lnSpc>
              <a:buFont typeface="Wingdings" panose="05000000000000000000" pitchFamily="2" charset="2"/>
              <a:buAutoNum type="arabicPeriod"/>
            </a:pPr>
            <a:r>
              <a:rPr lang="en-US" sz="2800" b="1" dirty="0">
                <a:solidFill>
                  <a:srgbClr val="FF0000"/>
                </a:solidFill>
              </a:rPr>
              <a:t>Parse</a:t>
            </a:r>
            <a:endParaRPr lang="en-US" sz="2800" b="1" dirty="0">
              <a:solidFill>
                <a:srgbClr val="FF0000"/>
              </a:solidFill>
            </a:endParaRPr>
          </a:p>
          <a:p>
            <a:pPr marL="351155" indent="-351155" eaLnBrk="1" hangingPunct="1">
              <a:lnSpc>
                <a:spcPct val="120000"/>
              </a:lnSpc>
              <a:buFont typeface="Wingdings" panose="05000000000000000000" pitchFamily="2" charset="2"/>
              <a:buAutoNum type="arabicPeriod"/>
            </a:pPr>
            <a:r>
              <a:rPr lang="en-US" sz="2800" b="1" dirty="0">
                <a:solidFill>
                  <a:srgbClr val="FF0000"/>
                </a:solidFill>
              </a:rPr>
              <a:t>Semantic       Actions</a:t>
            </a:r>
            <a:endParaRPr lang="en-US" sz="2800" b="1" dirty="0">
              <a:solidFill>
                <a:srgbClr val="FF0000"/>
              </a:solidFill>
            </a:endParaRPr>
          </a:p>
          <a:p>
            <a:pPr marL="351155" indent="-351155" eaLnBrk="1" hangingPunct="1">
              <a:lnSpc>
                <a:spcPct val="120000"/>
              </a:lnSpc>
              <a:buFont typeface="Wingdings" panose="05000000000000000000" pitchFamily="2" charset="2"/>
              <a:buAutoNum type="arabicPeriod"/>
            </a:pPr>
            <a:r>
              <a:rPr lang="en-US" sz="2800" b="1" dirty="0">
                <a:solidFill>
                  <a:srgbClr val="FF0000"/>
                </a:solidFill>
              </a:rPr>
              <a:t>Semantic      Analysis</a:t>
            </a:r>
            <a:endParaRPr lang="en-US" sz="2800" b="1" dirty="0">
              <a:solidFill>
                <a:srgbClr val="FF0000"/>
              </a:solidFill>
            </a:endParaRPr>
          </a:p>
          <a:p>
            <a:pPr marL="351155" indent="-351155" eaLnBrk="1" hangingPunct="1">
              <a:lnSpc>
                <a:spcPct val="120000"/>
              </a:lnSpc>
              <a:buFont typeface="Wingdings" panose="05000000000000000000" pitchFamily="2" charset="2"/>
              <a:buAutoNum type="arabicPeriod"/>
            </a:pPr>
            <a:r>
              <a:rPr lang="en-US" sz="2800" b="1" dirty="0">
                <a:solidFill>
                  <a:srgbClr val="FF0000"/>
                </a:solidFill>
              </a:rPr>
              <a:t>Framing</a:t>
            </a:r>
            <a:endParaRPr lang="en-US" sz="2800" b="1" dirty="0">
              <a:solidFill>
                <a:srgbClr val="FF0000"/>
              </a:solidFill>
            </a:endParaRPr>
          </a:p>
          <a:p>
            <a:pPr marL="351155" indent="-351155" eaLnBrk="1" hangingPunct="1">
              <a:lnSpc>
                <a:spcPct val="120000"/>
              </a:lnSpc>
              <a:buFont typeface="Wingdings" panose="05000000000000000000" pitchFamily="2" charset="2"/>
              <a:buAutoNum type="arabicPeriod"/>
            </a:pPr>
            <a:r>
              <a:rPr lang="en-US" sz="2800" b="1" dirty="0">
                <a:solidFill>
                  <a:srgbClr val="FF0000"/>
                </a:solidFill>
              </a:rPr>
              <a:t>Translate</a:t>
            </a:r>
            <a:endParaRPr lang="en-US" b="1" dirty="0">
              <a:solidFill>
                <a:srgbClr val="FF0000"/>
              </a:solidFill>
            </a:endParaRPr>
          </a:p>
          <a:p>
            <a:pPr marL="351155" indent="-351155" eaLnBrk="1" hangingPunct="1">
              <a:lnSpc>
                <a:spcPct val="90000"/>
              </a:lnSpc>
              <a:buFont typeface="Wingdings" panose="05000000000000000000" pitchFamily="2" charset="2"/>
              <a:buNone/>
            </a:pPr>
            <a:endParaRPr lang="en-US" dirty="0"/>
          </a:p>
        </p:txBody>
      </p:sp>
      <p:sp>
        <p:nvSpPr>
          <p:cNvPr id="38916" name="Rectangle 4"/>
          <p:cNvSpPr>
            <a:spLocks noChangeArrowheads="1"/>
          </p:cNvSpPr>
          <p:nvPr/>
        </p:nvSpPr>
        <p:spPr bwMode="auto">
          <a:xfrm>
            <a:off x="2509837" y="1285860"/>
            <a:ext cx="6634163" cy="590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41325" indent="-441325"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lnSpc>
                <a:spcPct val="110000"/>
              </a:lnSpc>
              <a:buFont typeface="Wingdings" panose="05000000000000000000" pitchFamily="2" charset="2"/>
              <a:buChar char="F"/>
            </a:pPr>
            <a:r>
              <a:rPr lang="en-US" sz="2800" b="1" dirty="0">
                <a:solidFill>
                  <a:srgbClr val="1F15A7"/>
                </a:solidFill>
              </a:rPr>
              <a:t>Break the source into words or tokens</a:t>
            </a:r>
            <a:endParaRPr lang="en-US" sz="2800" b="1" dirty="0">
              <a:solidFill>
                <a:srgbClr val="1F15A7"/>
              </a:solidFill>
            </a:endParaRPr>
          </a:p>
          <a:p>
            <a:pPr eaLnBrk="1" hangingPunct="1">
              <a:lnSpc>
                <a:spcPct val="110000"/>
              </a:lnSpc>
              <a:buFont typeface="Wingdings" panose="05000000000000000000" pitchFamily="2" charset="2"/>
              <a:buChar char="F"/>
            </a:pPr>
            <a:r>
              <a:rPr lang="en-US" sz="2800" b="1" dirty="0">
                <a:solidFill>
                  <a:srgbClr val="1F15A7"/>
                </a:solidFill>
              </a:rPr>
              <a:t>Analyze the phrase structure of the program</a:t>
            </a:r>
            <a:endParaRPr lang="en-US" sz="2800" b="1" dirty="0">
              <a:solidFill>
                <a:srgbClr val="1F15A7"/>
              </a:solidFill>
            </a:endParaRPr>
          </a:p>
          <a:p>
            <a:pPr eaLnBrk="1" hangingPunct="1">
              <a:lnSpc>
                <a:spcPct val="130000"/>
              </a:lnSpc>
              <a:buFont typeface="Wingdings" panose="05000000000000000000" pitchFamily="2" charset="2"/>
              <a:buChar char="F"/>
            </a:pPr>
            <a:r>
              <a:rPr lang="en-US" sz="2800" b="1" dirty="0">
                <a:solidFill>
                  <a:srgbClr val="1F15A7"/>
                </a:solidFill>
              </a:rPr>
              <a:t>Build a piece of abstract syntax tree corresponding to each phrase</a:t>
            </a:r>
            <a:endParaRPr lang="en-US" sz="2800" b="1" dirty="0">
              <a:solidFill>
                <a:srgbClr val="1F15A7"/>
              </a:solidFill>
            </a:endParaRPr>
          </a:p>
          <a:p>
            <a:pPr eaLnBrk="1" hangingPunct="1">
              <a:lnSpc>
                <a:spcPct val="130000"/>
              </a:lnSpc>
              <a:buFont typeface="Wingdings" panose="05000000000000000000" pitchFamily="2" charset="2"/>
              <a:buChar char="F"/>
            </a:pPr>
            <a:r>
              <a:rPr lang="en-US" sz="2800" b="1" dirty="0">
                <a:solidFill>
                  <a:srgbClr val="1F15A7"/>
                </a:solidFill>
              </a:rPr>
              <a:t>Check phrase meanings, use of variables with definition</a:t>
            </a:r>
            <a:endParaRPr lang="en-US" sz="2800" b="1" dirty="0">
              <a:solidFill>
                <a:srgbClr val="1F15A7"/>
              </a:solidFill>
            </a:endParaRPr>
          </a:p>
          <a:p>
            <a:pPr eaLnBrk="1" hangingPunct="1">
              <a:lnSpc>
                <a:spcPct val="130000"/>
              </a:lnSpc>
              <a:buFont typeface="Wingdings" panose="05000000000000000000" pitchFamily="2" charset="2"/>
              <a:buChar char="F"/>
            </a:pPr>
            <a:r>
              <a:rPr lang="en-US" sz="2800" b="1" dirty="0">
                <a:solidFill>
                  <a:srgbClr val="1F15A7"/>
                </a:solidFill>
              </a:rPr>
              <a:t>Place variables, parameters in a frame</a:t>
            </a:r>
            <a:endParaRPr lang="en-US" sz="2800" b="1" dirty="0">
              <a:solidFill>
                <a:srgbClr val="1F15A7"/>
              </a:solidFill>
            </a:endParaRPr>
          </a:p>
          <a:p>
            <a:pPr eaLnBrk="1" hangingPunct="1">
              <a:lnSpc>
                <a:spcPct val="110000"/>
              </a:lnSpc>
              <a:buFont typeface="Wingdings" panose="05000000000000000000" pitchFamily="2" charset="2"/>
              <a:buChar char="F"/>
            </a:pPr>
            <a:r>
              <a:rPr lang="en-US" sz="2800" b="1" dirty="0">
                <a:solidFill>
                  <a:srgbClr val="1F15A7"/>
                </a:solidFill>
              </a:rPr>
              <a:t>Produce Intermediate Representation  trees - language &amp; m/c independent</a:t>
            </a:r>
            <a:endParaRPr lang="en-US" sz="2800" b="1" dirty="0">
              <a:solidFill>
                <a:srgbClr val="1F15A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38916">
                                            <p:txEl>
                                              <p:pRg st="0" end="0"/>
                                            </p:txEl>
                                          </p:spTgt>
                                        </p:tgtEl>
                                        <p:attrNameLst>
                                          <p:attrName>style.visibility</p:attrName>
                                        </p:attrNameLst>
                                      </p:cBhvr>
                                      <p:to>
                                        <p:strVal val="visible"/>
                                      </p:to>
                                    </p:set>
                                    <p:animEffect transition="in" filter="dissolve">
                                      <p:cBhvr>
                                        <p:cTn id="11" dur="500"/>
                                        <p:tgtEl>
                                          <p:spTgt spid="38916">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8916">
                                            <p:txEl>
                                              <p:pRg st="1" end="1"/>
                                            </p:txEl>
                                          </p:spTgt>
                                        </p:tgtEl>
                                        <p:attrNameLst>
                                          <p:attrName>style.visibility</p:attrName>
                                        </p:attrNameLst>
                                      </p:cBhvr>
                                      <p:to>
                                        <p:strVal val="visible"/>
                                      </p:to>
                                    </p:set>
                                    <p:animEffect transition="in" filter="dissolve">
                                      <p:cBhvr>
                                        <p:cTn id="20" dur="500"/>
                                        <p:tgtEl>
                                          <p:spTgt spid="3891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8916">
                                            <p:txEl>
                                              <p:pRg st="2" end="2"/>
                                            </p:txEl>
                                          </p:spTgt>
                                        </p:tgtEl>
                                        <p:attrNameLst>
                                          <p:attrName>style.visibility</p:attrName>
                                        </p:attrNameLst>
                                      </p:cBhvr>
                                      <p:to>
                                        <p:strVal val="visible"/>
                                      </p:to>
                                    </p:set>
                                    <p:animEffect transition="in" filter="dissolve">
                                      <p:cBhvr>
                                        <p:cTn id="29" dur="500"/>
                                        <p:tgtEl>
                                          <p:spTgt spid="38916">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38916">
                                            <p:txEl>
                                              <p:pRg st="3" end="3"/>
                                            </p:txEl>
                                          </p:spTgt>
                                        </p:tgtEl>
                                        <p:attrNameLst>
                                          <p:attrName>style.visibility</p:attrName>
                                        </p:attrNameLst>
                                      </p:cBhvr>
                                      <p:to>
                                        <p:strVal val="visible"/>
                                      </p:to>
                                    </p:set>
                                    <p:animEffect transition="in" filter="dissolve">
                                      <p:cBhvr>
                                        <p:cTn id="38" dur="500"/>
                                        <p:tgtEl>
                                          <p:spTgt spid="38916">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38916">
                                            <p:txEl>
                                              <p:pRg st="4" end="4"/>
                                            </p:txEl>
                                          </p:spTgt>
                                        </p:tgtEl>
                                        <p:attrNameLst>
                                          <p:attrName>style.visibility</p:attrName>
                                        </p:attrNameLst>
                                      </p:cBhvr>
                                      <p:to>
                                        <p:strVal val="visible"/>
                                      </p:to>
                                    </p:set>
                                    <p:animEffect transition="in" filter="dissolve">
                                      <p:cBhvr>
                                        <p:cTn id="43" dur="500"/>
                                        <p:tgtEl>
                                          <p:spTgt spid="38916">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38916">
                                            <p:txEl>
                                              <p:pRg st="5" end="5"/>
                                            </p:txEl>
                                          </p:spTgt>
                                        </p:tgtEl>
                                        <p:attrNameLst>
                                          <p:attrName>style.visibility</p:attrName>
                                        </p:attrNameLst>
                                      </p:cBhvr>
                                      <p:to>
                                        <p:strVal val="visible"/>
                                      </p:to>
                                    </p:set>
                                    <p:animEffect transition="in" filter="dissolve">
                                      <p:cBhvr>
                                        <p:cTn id="56" dur="500"/>
                                        <p:tgtEl>
                                          <p:spTgt spid="389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P spid="38916" grpId="0" bldLvl="2" autoUpdateAnimBg="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1905BFE2-F26C-480F-88FE-3768ED67D2EE}" type="slidenum">
              <a:rPr lang="en-US">
                <a:solidFill>
                  <a:srgbClr val="FF99FF"/>
                </a:solidFill>
              </a:rPr>
            </a:fld>
            <a:endParaRPr lang="en-US">
              <a:solidFill>
                <a:srgbClr val="FF99FF"/>
              </a:solidFill>
            </a:endParaRPr>
          </a:p>
        </p:txBody>
      </p:sp>
      <p:sp>
        <p:nvSpPr>
          <p:cNvPr id="39939" name="Rectangle 3"/>
          <p:cNvSpPr>
            <a:spLocks noGrp="1" noChangeArrowheads="1"/>
          </p:cNvSpPr>
          <p:nvPr>
            <p:ph type="body" idx="1"/>
          </p:nvPr>
        </p:nvSpPr>
        <p:spPr>
          <a:xfrm>
            <a:off x="251520" y="1571612"/>
            <a:ext cx="3059113" cy="7042794"/>
          </a:xfrm>
        </p:spPr>
        <p:txBody>
          <a:bodyPr/>
          <a:lstStyle/>
          <a:p>
            <a:pPr marL="351155" indent="-351155" eaLnBrk="1" hangingPunct="1">
              <a:lnSpc>
                <a:spcPct val="75000"/>
              </a:lnSpc>
              <a:buFont typeface="Wingdings" panose="05000000000000000000" pitchFamily="2" charset="2"/>
              <a:buAutoNum type="arabicPeriod" startAt="7"/>
            </a:pPr>
            <a:r>
              <a:rPr lang="en-US" sz="2400" b="1" dirty="0" err="1">
                <a:solidFill>
                  <a:srgbClr val="FF0000"/>
                </a:solidFill>
              </a:rPr>
              <a:t>Canonicalize</a:t>
            </a:r>
            <a:endParaRPr lang="en-US" sz="2400" b="1" dirty="0">
              <a:solidFill>
                <a:srgbClr val="FF0000"/>
              </a:solidFill>
            </a:endParaRPr>
          </a:p>
          <a:p>
            <a:pPr marL="351155" indent="-351155" eaLnBrk="1" hangingPunct="1">
              <a:lnSpc>
                <a:spcPct val="95000"/>
              </a:lnSpc>
              <a:buFont typeface="Wingdings" panose="05000000000000000000" pitchFamily="2" charset="2"/>
              <a:buAutoNum type="arabicPeriod" startAt="8"/>
            </a:pPr>
            <a:r>
              <a:rPr lang="en-US" sz="2400" b="1" dirty="0">
                <a:solidFill>
                  <a:srgbClr val="FF0000"/>
                </a:solidFill>
              </a:rPr>
              <a:t>Instruction               Selection</a:t>
            </a:r>
            <a:endParaRPr lang="en-US" sz="2400" b="1" dirty="0">
              <a:solidFill>
                <a:srgbClr val="FF0000"/>
              </a:solidFill>
            </a:endParaRPr>
          </a:p>
          <a:p>
            <a:pPr marL="351155" indent="-351155" eaLnBrk="1" hangingPunct="1">
              <a:buSzPct val="90000"/>
              <a:buFontTx/>
              <a:buAutoNum type="arabicPeriod" startAt="9"/>
            </a:pPr>
            <a:r>
              <a:rPr lang="en-US" sz="2400" b="1" dirty="0">
                <a:solidFill>
                  <a:srgbClr val="FF0000"/>
                </a:solidFill>
              </a:rPr>
              <a:t>Control  flow             analysis</a:t>
            </a:r>
            <a:endParaRPr lang="en-US" sz="2400" b="1" dirty="0">
              <a:solidFill>
                <a:srgbClr val="FF0000"/>
              </a:solidFill>
            </a:endParaRPr>
          </a:p>
          <a:p>
            <a:pPr marL="351155" indent="-351155" eaLnBrk="1" hangingPunct="1">
              <a:buSzPct val="90000"/>
              <a:buFontTx/>
              <a:buAutoNum type="arabicPeriod" startAt="9"/>
            </a:pPr>
            <a:r>
              <a:rPr lang="en-US" sz="2400" b="1" dirty="0">
                <a:solidFill>
                  <a:srgbClr val="FF0000"/>
                </a:solidFill>
              </a:rPr>
              <a:t>Data flow                 Analysis</a:t>
            </a:r>
            <a:endParaRPr lang="en-US" sz="2400" b="1" dirty="0">
              <a:solidFill>
                <a:srgbClr val="FF0000"/>
              </a:solidFill>
            </a:endParaRPr>
          </a:p>
          <a:p>
            <a:pPr marL="351155" indent="-351155" eaLnBrk="1" hangingPunct="1">
              <a:buSzPct val="90000"/>
              <a:buFontTx/>
              <a:buAutoNum type="arabicPeriod" startAt="9"/>
            </a:pPr>
            <a:r>
              <a:rPr lang="en-US" sz="2400" b="1" dirty="0">
                <a:solidFill>
                  <a:srgbClr val="FF0000"/>
                </a:solidFill>
              </a:rPr>
              <a:t>Register                     Allocation</a:t>
            </a:r>
            <a:endParaRPr lang="en-US" sz="2400" b="1" dirty="0">
              <a:solidFill>
                <a:srgbClr val="FF0000"/>
              </a:solidFill>
            </a:endParaRPr>
          </a:p>
          <a:p>
            <a:pPr marL="351155" indent="-351155" eaLnBrk="1" hangingPunct="1">
              <a:buSzPct val="90000"/>
              <a:buFontTx/>
              <a:buAutoNum type="arabicPeriod" startAt="9"/>
            </a:pPr>
            <a:r>
              <a:rPr lang="en-US" sz="2400" b="1" dirty="0">
                <a:solidFill>
                  <a:srgbClr val="FF0000"/>
                </a:solidFill>
              </a:rPr>
              <a:t>Code Gen</a:t>
            </a:r>
            <a:endParaRPr lang="en-US" b="1" dirty="0">
              <a:solidFill>
                <a:srgbClr val="FF0000"/>
              </a:solidFill>
            </a:endParaRPr>
          </a:p>
        </p:txBody>
      </p:sp>
      <p:sp>
        <p:nvSpPr>
          <p:cNvPr id="39940" name="Rectangle 4"/>
          <p:cNvSpPr>
            <a:spLocks noChangeArrowheads="1"/>
          </p:cNvSpPr>
          <p:nvPr/>
        </p:nvSpPr>
        <p:spPr bwMode="auto">
          <a:xfrm>
            <a:off x="2876599" y="1571612"/>
            <a:ext cx="6267401" cy="7416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41325" indent="-441325"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lnSpc>
                <a:spcPct val="95000"/>
              </a:lnSpc>
              <a:buFont typeface="Wingdings" panose="05000000000000000000" pitchFamily="2" charset="2"/>
              <a:buChar char="F"/>
            </a:pPr>
            <a:r>
              <a:rPr lang="en-US" sz="2400" b="1" dirty="0">
                <a:solidFill>
                  <a:srgbClr val="202282"/>
                </a:solidFill>
              </a:rPr>
              <a:t>Remove side effects and clean-up conditional branches</a:t>
            </a:r>
            <a:endParaRPr lang="en-US" sz="2400" b="1" dirty="0">
              <a:solidFill>
                <a:srgbClr val="202282"/>
              </a:solidFill>
            </a:endParaRPr>
          </a:p>
          <a:p>
            <a:pPr eaLnBrk="1" hangingPunct="1">
              <a:lnSpc>
                <a:spcPct val="95000"/>
              </a:lnSpc>
              <a:buFont typeface="Wingdings" panose="05000000000000000000" pitchFamily="2" charset="2"/>
              <a:buChar char="F"/>
            </a:pPr>
            <a:r>
              <a:rPr lang="en-US" sz="2400" b="1" dirty="0">
                <a:solidFill>
                  <a:srgbClr val="202282"/>
                </a:solidFill>
              </a:rPr>
              <a:t>Group IR tree into lumps that correspond to the actions of the Target Machine</a:t>
            </a:r>
            <a:endParaRPr lang="en-US" sz="2400" b="1" dirty="0">
              <a:solidFill>
                <a:srgbClr val="202282"/>
              </a:solidFill>
            </a:endParaRPr>
          </a:p>
          <a:p>
            <a:pPr eaLnBrk="1" hangingPunct="1">
              <a:lnSpc>
                <a:spcPct val="95000"/>
              </a:lnSpc>
              <a:buFont typeface="Wingdings" panose="05000000000000000000" pitchFamily="2" charset="2"/>
              <a:buChar char="F"/>
            </a:pPr>
            <a:r>
              <a:rPr lang="en-US" sz="2400" b="1" dirty="0">
                <a:solidFill>
                  <a:srgbClr val="202282"/>
                </a:solidFill>
              </a:rPr>
              <a:t>Analyze sequence of instructions into flow graph with all possible control flows</a:t>
            </a:r>
            <a:endParaRPr lang="en-US" sz="2400" b="1" dirty="0">
              <a:solidFill>
                <a:srgbClr val="202282"/>
              </a:solidFill>
            </a:endParaRPr>
          </a:p>
          <a:p>
            <a:pPr eaLnBrk="1" hangingPunct="1">
              <a:lnSpc>
                <a:spcPct val="95000"/>
              </a:lnSpc>
              <a:buFont typeface="Wingdings" panose="05000000000000000000" pitchFamily="2" charset="2"/>
              <a:buChar char="F"/>
            </a:pPr>
            <a:r>
              <a:rPr lang="en-US" sz="2400" b="1" dirty="0">
                <a:solidFill>
                  <a:srgbClr val="202282"/>
                </a:solidFill>
              </a:rPr>
              <a:t>Live-ness analysis calculates the places where variable holds a still-needed value</a:t>
            </a:r>
            <a:endParaRPr lang="en-US" sz="2400" b="1" dirty="0">
              <a:solidFill>
                <a:srgbClr val="202282"/>
              </a:solidFill>
            </a:endParaRPr>
          </a:p>
          <a:p>
            <a:pPr eaLnBrk="1" hangingPunct="1">
              <a:lnSpc>
                <a:spcPct val="95000"/>
              </a:lnSpc>
              <a:buFont typeface="Wingdings" panose="05000000000000000000" pitchFamily="2" charset="2"/>
              <a:buChar char="F"/>
            </a:pPr>
            <a:r>
              <a:rPr lang="en-US" sz="2400" b="1" dirty="0">
                <a:solidFill>
                  <a:srgbClr val="202282"/>
                </a:solidFill>
              </a:rPr>
              <a:t>Register to hold the variable &amp; temporary values Concept register sharing.</a:t>
            </a:r>
            <a:endParaRPr lang="en-US" sz="2400" b="1" dirty="0">
              <a:solidFill>
                <a:srgbClr val="202282"/>
              </a:solidFill>
            </a:endParaRPr>
          </a:p>
          <a:p>
            <a:pPr eaLnBrk="1" hangingPunct="1">
              <a:lnSpc>
                <a:spcPct val="95000"/>
              </a:lnSpc>
              <a:buFont typeface="Wingdings" panose="05000000000000000000" pitchFamily="2" charset="2"/>
              <a:buChar char="F"/>
            </a:pPr>
            <a:r>
              <a:rPr lang="en-US" sz="2400" b="1" dirty="0">
                <a:solidFill>
                  <a:srgbClr val="202282"/>
                </a:solidFill>
              </a:rPr>
              <a:t>Generate Final Machine Code </a:t>
            </a:r>
            <a:endParaRPr lang="en-US" sz="2400" b="1" dirty="0">
              <a:solidFill>
                <a:srgbClr val="20228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39940">
                                            <p:txEl>
                                              <p:pRg st="0" end="0"/>
                                            </p:txEl>
                                          </p:spTgt>
                                        </p:tgtEl>
                                        <p:attrNameLst>
                                          <p:attrName>style.visibility</p:attrName>
                                        </p:attrNameLst>
                                      </p:cBhvr>
                                      <p:to>
                                        <p:strVal val="visible"/>
                                      </p:to>
                                    </p:set>
                                    <p:animEffect transition="in" filter="dissolve">
                                      <p:cBhvr>
                                        <p:cTn id="11" dur="500"/>
                                        <p:tgtEl>
                                          <p:spTgt spid="39940">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9940">
                                            <p:txEl>
                                              <p:pRg st="1" end="1"/>
                                            </p:txEl>
                                          </p:spTgt>
                                        </p:tgtEl>
                                        <p:attrNameLst>
                                          <p:attrName>style.visibility</p:attrName>
                                        </p:attrNameLst>
                                      </p:cBhvr>
                                      <p:to>
                                        <p:strVal val="visible"/>
                                      </p:to>
                                    </p:set>
                                    <p:animEffect transition="in" filter="dissolve">
                                      <p:cBhvr>
                                        <p:cTn id="20" dur="500"/>
                                        <p:tgtEl>
                                          <p:spTgt spid="39940">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939">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9940">
                                            <p:txEl>
                                              <p:pRg st="2" end="2"/>
                                            </p:txEl>
                                          </p:spTgt>
                                        </p:tgtEl>
                                        <p:attrNameLst>
                                          <p:attrName>style.visibility</p:attrName>
                                        </p:attrNameLst>
                                      </p:cBhvr>
                                      <p:to>
                                        <p:strVal val="visible"/>
                                      </p:to>
                                    </p:set>
                                    <p:animEffect transition="in" filter="dissolve">
                                      <p:cBhvr>
                                        <p:cTn id="29" dur="500"/>
                                        <p:tgtEl>
                                          <p:spTgt spid="39940">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9939">
                                            <p:txEl>
                                              <p:pRg st="3" end="3"/>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39940">
                                            <p:txEl>
                                              <p:pRg st="3" end="3"/>
                                            </p:txEl>
                                          </p:spTgt>
                                        </p:tgtEl>
                                        <p:attrNameLst>
                                          <p:attrName>style.visibility</p:attrName>
                                        </p:attrNameLst>
                                      </p:cBhvr>
                                      <p:to>
                                        <p:strVal val="visible"/>
                                      </p:to>
                                    </p:set>
                                    <p:animEffect transition="in" filter="dissolve">
                                      <p:cBhvr>
                                        <p:cTn id="38" dur="500"/>
                                        <p:tgtEl>
                                          <p:spTgt spid="39940">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939">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9940">
                                            <p:txEl>
                                              <p:pRg st="4" end="4"/>
                                            </p:txEl>
                                          </p:spTgt>
                                        </p:tgtEl>
                                        <p:attrNameLst>
                                          <p:attrName>style.visibility</p:attrName>
                                        </p:attrNameLst>
                                      </p:cBhvr>
                                      <p:to>
                                        <p:strVal val="visible"/>
                                      </p:to>
                                    </p:set>
                                    <p:animEffect transition="in" filter="dissolve">
                                      <p:cBhvr>
                                        <p:cTn id="47" dur="500"/>
                                        <p:tgtEl>
                                          <p:spTgt spid="39940">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9939">
                                            <p:txEl>
                                              <p:pRg st="5" end="5"/>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39940">
                                            <p:txEl>
                                              <p:pRg st="5" end="5"/>
                                            </p:txEl>
                                          </p:spTgt>
                                        </p:tgtEl>
                                        <p:attrNameLst>
                                          <p:attrName>style.visibility</p:attrName>
                                        </p:attrNameLst>
                                      </p:cBhvr>
                                      <p:to>
                                        <p:strVal val="visible"/>
                                      </p:to>
                                    </p:set>
                                    <p:animEffect transition="in" filter="dissolve">
                                      <p:cBhvr>
                                        <p:cTn id="56" dur="500"/>
                                        <p:tgtEl>
                                          <p:spTgt spid="3994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39940" grpId="0" bldLvl="2" autoUpdateAnimBg="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D2B99F32-54F1-4D8B-A566-944472AE75AA}" type="slidenum">
              <a:rPr lang="en-US" altLang="en-US">
                <a:solidFill>
                  <a:srgbClr val="FF99FF"/>
                </a:solidFill>
              </a:rPr>
            </a:fld>
            <a:endParaRPr lang="en-US" altLang="en-US">
              <a:solidFill>
                <a:srgbClr val="FF99FF"/>
              </a:solidFill>
            </a:endParaRPr>
          </a:p>
        </p:txBody>
      </p:sp>
      <p:sp>
        <p:nvSpPr>
          <p:cNvPr id="33795" name="Rectangle 2"/>
          <p:cNvSpPr>
            <a:spLocks noGrp="1" noChangeArrowheads="1"/>
          </p:cNvSpPr>
          <p:nvPr>
            <p:ph type="title"/>
          </p:nvPr>
        </p:nvSpPr>
        <p:spPr>
          <a:xfrm>
            <a:off x="251520" y="0"/>
            <a:ext cx="7850188" cy="863600"/>
          </a:xfrm>
        </p:spPr>
        <p:txBody>
          <a:bodyPr/>
          <a:lstStyle/>
          <a:p>
            <a:pPr eaLnBrk="1" hangingPunct="1"/>
            <a:r>
              <a:rPr lang="en-US" altLang="en-US" sz="4000" b="1" dirty="0">
                <a:solidFill>
                  <a:srgbClr val="FF0000"/>
                </a:solidFill>
              </a:rPr>
              <a:t>Structure of a Compiler</a:t>
            </a:r>
            <a:endParaRPr lang="en-US" altLang="en-US" sz="4000" b="1" dirty="0">
              <a:solidFill>
                <a:srgbClr val="FF0000"/>
              </a:solidFill>
            </a:endParaRPr>
          </a:p>
        </p:txBody>
      </p:sp>
      <p:sp>
        <p:nvSpPr>
          <p:cNvPr id="43011" name="Rectangle 3"/>
          <p:cNvSpPr>
            <a:spLocks noGrp="1" noChangeArrowheads="1"/>
          </p:cNvSpPr>
          <p:nvPr>
            <p:ph type="body" idx="1"/>
          </p:nvPr>
        </p:nvSpPr>
        <p:spPr>
          <a:xfrm>
            <a:off x="107504" y="1397235"/>
            <a:ext cx="8785225" cy="4389219"/>
          </a:xfrm>
        </p:spPr>
        <p:txBody>
          <a:bodyPr/>
          <a:lstStyle/>
          <a:p>
            <a:pPr eaLnBrk="1" hangingPunct="1">
              <a:lnSpc>
                <a:spcPct val="95000"/>
              </a:lnSpc>
            </a:pPr>
            <a:r>
              <a:rPr lang="en-US" altLang="en-US" sz="2400" dirty="0">
                <a:solidFill>
                  <a:srgbClr val="1F15A7"/>
                </a:solidFill>
              </a:rPr>
              <a:t>The phases ( Activities) of Compilation are carried out by:</a:t>
            </a:r>
            <a:endParaRPr lang="en-US" altLang="en-US" sz="2400" dirty="0">
              <a:solidFill>
                <a:srgbClr val="1F15A7"/>
              </a:solidFill>
            </a:endParaRPr>
          </a:p>
          <a:p>
            <a:pPr algn="ctr" eaLnBrk="1" hangingPunct="1">
              <a:lnSpc>
                <a:spcPct val="95000"/>
              </a:lnSpc>
              <a:buFont typeface="Wingdings" panose="05000000000000000000" pitchFamily="2" charset="2"/>
              <a:buNone/>
            </a:pPr>
            <a:r>
              <a:rPr lang="en-US" altLang="en-US" sz="2400" dirty="0">
                <a:solidFill>
                  <a:srgbClr val="008000"/>
                </a:solidFill>
              </a:rPr>
              <a:t>Different Modules of a Compiler</a:t>
            </a:r>
            <a:r>
              <a:rPr lang="en-US" altLang="en-US" sz="2400" dirty="0">
                <a:solidFill>
                  <a:srgbClr val="0000CC"/>
                </a:solidFill>
              </a:rPr>
              <a:t>.</a:t>
            </a:r>
            <a:endParaRPr lang="en-US" altLang="en-US" sz="2400" dirty="0">
              <a:solidFill>
                <a:srgbClr val="0000CC"/>
              </a:solidFill>
            </a:endParaRPr>
          </a:p>
          <a:p>
            <a:pPr eaLnBrk="1" hangingPunct="1">
              <a:lnSpc>
                <a:spcPct val="95000"/>
              </a:lnSpc>
            </a:pPr>
            <a:r>
              <a:rPr lang="en-US" altLang="en-US" sz="2400" dirty="0"/>
              <a:t>These Modules may need to scan the source code multiple times   ( Known as Passes) to complete all the twelve phases of                   compilation</a:t>
            </a:r>
            <a:endParaRPr lang="en-US" altLang="en-US" sz="2400" dirty="0"/>
          </a:p>
          <a:p>
            <a:pPr eaLnBrk="1" hangingPunct="1">
              <a:lnSpc>
                <a:spcPct val="95000"/>
              </a:lnSpc>
            </a:pPr>
            <a:r>
              <a:rPr lang="en-US" altLang="en-US" sz="2400" dirty="0"/>
              <a:t>This, they do in two parts known as:</a:t>
            </a:r>
            <a:endParaRPr lang="en-US" altLang="en-US" sz="2400" dirty="0"/>
          </a:p>
          <a:p>
            <a:pPr lvl="3" eaLnBrk="1" hangingPunct="1">
              <a:lnSpc>
                <a:spcPct val="95000"/>
              </a:lnSpc>
            </a:pPr>
            <a:r>
              <a:rPr lang="en-US" altLang="en-US" sz="2400" dirty="0">
                <a:solidFill>
                  <a:srgbClr val="993366"/>
                </a:solidFill>
              </a:rPr>
              <a:t>1. </a:t>
            </a:r>
            <a:r>
              <a:rPr lang="en-US" altLang="en-US" sz="2400" dirty="0">
                <a:solidFill>
                  <a:srgbClr val="0066FF"/>
                </a:solidFill>
              </a:rPr>
              <a:t>ANALYSIS Part  </a:t>
            </a:r>
            <a:r>
              <a:rPr lang="en-US" altLang="en-US" sz="2400" dirty="0">
                <a:solidFill>
                  <a:srgbClr val="993366"/>
                </a:solidFill>
              </a:rPr>
              <a:t>&amp;</a:t>
            </a:r>
            <a:endParaRPr lang="en-US" altLang="en-US" sz="2400" dirty="0"/>
          </a:p>
          <a:p>
            <a:pPr lvl="3" eaLnBrk="1" hangingPunct="1">
              <a:lnSpc>
                <a:spcPct val="95000"/>
              </a:lnSpc>
            </a:pPr>
            <a:r>
              <a:rPr lang="en-US" altLang="en-US" sz="2400" dirty="0">
                <a:solidFill>
                  <a:srgbClr val="808000"/>
                </a:solidFill>
              </a:rPr>
              <a:t>2. </a:t>
            </a:r>
            <a:r>
              <a:rPr lang="en-US" altLang="en-US" sz="2400" dirty="0">
                <a:solidFill>
                  <a:srgbClr val="FF6600"/>
                </a:solidFill>
              </a:rPr>
              <a:t>SYNTHESIS Part</a:t>
            </a:r>
            <a:endParaRPr lang="en-US" altLang="en-US" sz="2400" dirty="0">
              <a:solidFill>
                <a:srgbClr val="FF6600"/>
              </a:solidFill>
            </a:endParaRPr>
          </a:p>
          <a:p>
            <a:pPr eaLnBrk="1" hangingPunct="1">
              <a:lnSpc>
                <a:spcPct val="95000"/>
              </a:lnSpc>
            </a:pPr>
            <a:r>
              <a:rPr lang="en-US" altLang="en-US" sz="2400" dirty="0">
                <a:solidFill>
                  <a:srgbClr val="1F15A7"/>
                </a:solidFill>
              </a:rPr>
              <a:t>The structure &amp; functioning of these modules in one or several      pass(</a:t>
            </a:r>
            <a:r>
              <a:rPr lang="en-US" altLang="en-US" sz="2400" dirty="0" err="1">
                <a:solidFill>
                  <a:srgbClr val="1F15A7"/>
                </a:solidFill>
              </a:rPr>
              <a:t>es</a:t>
            </a:r>
            <a:r>
              <a:rPr lang="en-US" altLang="en-US" sz="2400" dirty="0">
                <a:solidFill>
                  <a:srgbClr val="1F15A7"/>
                </a:solidFill>
              </a:rPr>
              <a:t>) defines the</a:t>
            </a:r>
            <a:r>
              <a:rPr lang="en-US" sz="2400" dirty="0">
                <a:solidFill>
                  <a:srgbClr val="1F15A7"/>
                </a:solidFill>
              </a:rPr>
              <a:t> Architecture of Compiler  </a:t>
            </a:r>
            <a:endParaRPr lang="en-US" altLang="en-US" sz="2400" dirty="0">
              <a:solidFill>
                <a:srgbClr val="1F15A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011">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301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0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2"/>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623D5638-E6F2-44B4-AECB-310FBB0610EA}" type="slidenum">
              <a:rPr lang="en-US" altLang="en-US">
                <a:solidFill>
                  <a:srgbClr val="FF99FF"/>
                </a:solidFill>
              </a:rPr>
            </a:fld>
            <a:endParaRPr lang="en-US" altLang="en-US">
              <a:solidFill>
                <a:srgbClr val="FF99FF"/>
              </a:solidFill>
            </a:endParaRPr>
          </a:p>
        </p:txBody>
      </p:sp>
      <p:sp>
        <p:nvSpPr>
          <p:cNvPr id="34819" name="Rectangle 2"/>
          <p:cNvSpPr>
            <a:spLocks noGrp="1" noChangeArrowheads="1"/>
          </p:cNvSpPr>
          <p:nvPr>
            <p:ph type="title"/>
          </p:nvPr>
        </p:nvSpPr>
        <p:spPr>
          <a:xfrm>
            <a:off x="428596" y="0"/>
            <a:ext cx="8229600" cy="1143000"/>
          </a:xfrm>
        </p:spPr>
        <p:txBody>
          <a:bodyPr/>
          <a:lstStyle/>
          <a:p>
            <a:pPr eaLnBrk="1" hangingPunct="1"/>
            <a:r>
              <a:rPr lang="en-US" altLang="en-US" b="1" dirty="0">
                <a:solidFill>
                  <a:srgbClr val="FF0000"/>
                </a:solidFill>
              </a:rPr>
              <a:t>Architecture of a COMPILER</a:t>
            </a:r>
            <a:endParaRPr lang="en-US" altLang="en-US" b="1" dirty="0">
              <a:solidFill>
                <a:srgbClr val="FF0000"/>
              </a:solidFill>
            </a:endParaRPr>
          </a:p>
        </p:txBody>
      </p:sp>
      <p:sp>
        <p:nvSpPr>
          <p:cNvPr id="44035" name="Text Box 3"/>
          <p:cNvSpPr txBox="1">
            <a:spLocks noChangeArrowheads="1"/>
          </p:cNvSpPr>
          <p:nvPr/>
        </p:nvSpPr>
        <p:spPr bwMode="auto">
          <a:xfrm>
            <a:off x="2559050" y="981075"/>
            <a:ext cx="4184650" cy="5511800"/>
          </a:xfrm>
          <a:prstGeom prst="rect">
            <a:avLst/>
          </a:prstGeom>
          <a:noFill/>
          <a:ln w="38100" cap="sq">
            <a:solidFill>
              <a:srgbClr val="FF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lnSpc>
                <a:spcPct val="210000"/>
              </a:lnSpc>
              <a:spcBef>
                <a:spcPct val="0"/>
              </a:spcBef>
              <a:buClrTx/>
              <a:buFontTx/>
              <a:buNone/>
            </a:pPr>
            <a:r>
              <a:rPr lang="en-US" altLang="en-US" sz="2800" b="1">
                <a:solidFill>
                  <a:srgbClr val="99CCFF"/>
                </a:solidFill>
                <a:latin typeface="Times New Roman" panose="02020603050405020304" pitchFamily="18" charset="0"/>
              </a:rPr>
              <a:t>LEXICAL ANALYSER</a:t>
            </a:r>
            <a:endParaRPr lang="en-US" altLang="en-US" sz="2800" b="1">
              <a:solidFill>
                <a:srgbClr val="99CCFF"/>
              </a:solidFill>
              <a:latin typeface="Times New Roman" panose="02020603050405020304" pitchFamily="18" charset="0"/>
            </a:endParaRPr>
          </a:p>
          <a:p>
            <a:pPr algn="ctr" eaLnBrk="1" hangingPunct="1">
              <a:lnSpc>
                <a:spcPct val="210000"/>
              </a:lnSpc>
              <a:spcBef>
                <a:spcPct val="0"/>
              </a:spcBef>
              <a:buClrTx/>
              <a:buFontTx/>
              <a:buNone/>
            </a:pPr>
            <a:r>
              <a:rPr lang="en-US" altLang="en-US" sz="2800" b="1">
                <a:solidFill>
                  <a:srgbClr val="0099FF"/>
                </a:solidFill>
                <a:latin typeface="Times New Roman" panose="02020603050405020304" pitchFamily="18" charset="0"/>
              </a:rPr>
              <a:t>SYNTAX ANALYSER</a:t>
            </a:r>
            <a:endParaRPr lang="en-US" altLang="en-US" sz="2800" b="1">
              <a:solidFill>
                <a:srgbClr val="0099FF"/>
              </a:solidFill>
              <a:latin typeface="Times New Roman" panose="02020603050405020304" pitchFamily="18" charset="0"/>
            </a:endParaRPr>
          </a:p>
          <a:p>
            <a:pPr algn="ctr" eaLnBrk="1" hangingPunct="1">
              <a:lnSpc>
                <a:spcPct val="210000"/>
              </a:lnSpc>
              <a:spcBef>
                <a:spcPct val="0"/>
              </a:spcBef>
              <a:buClrTx/>
              <a:buFontTx/>
              <a:buNone/>
            </a:pPr>
            <a:r>
              <a:rPr lang="en-US" altLang="en-US" sz="2800" b="1">
                <a:solidFill>
                  <a:srgbClr val="0000FF"/>
                </a:solidFill>
                <a:latin typeface="Times New Roman" panose="02020603050405020304" pitchFamily="18" charset="0"/>
              </a:rPr>
              <a:t>SEMANTIC ANALYSER</a:t>
            </a:r>
            <a:endParaRPr lang="en-US" altLang="en-US" sz="2800" b="1">
              <a:solidFill>
                <a:srgbClr val="0000FF"/>
              </a:solidFill>
              <a:latin typeface="Times New Roman" panose="02020603050405020304" pitchFamily="18" charset="0"/>
            </a:endParaRPr>
          </a:p>
          <a:p>
            <a:pPr algn="ctr" eaLnBrk="1" hangingPunct="1">
              <a:lnSpc>
                <a:spcPct val="210000"/>
              </a:lnSpc>
              <a:spcBef>
                <a:spcPct val="0"/>
              </a:spcBef>
              <a:buClrTx/>
              <a:buFontTx/>
              <a:buNone/>
            </a:pPr>
            <a:r>
              <a:rPr lang="en-US" altLang="en-US" sz="2800" b="1">
                <a:solidFill>
                  <a:srgbClr val="FF9999"/>
                </a:solidFill>
                <a:latin typeface="Times New Roman" panose="02020603050405020304" pitchFamily="18" charset="0"/>
              </a:rPr>
              <a:t>INT. CODE GEN</a:t>
            </a:r>
            <a:r>
              <a:rPr lang="en-US" altLang="en-US" sz="2800" b="1">
                <a:solidFill>
                  <a:srgbClr val="FFCCCC"/>
                </a:solidFill>
                <a:latin typeface="Times New Roman" panose="02020603050405020304" pitchFamily="18" charset="0"/>
              </a:rPr>
              <a:t>.</a:t>
            </a:r>
            <a:endParaRPr lang="en-US" altLang="en-US" sz="2800" b="1">
              <a:solidFill>
                <a:srgbClr val="FFCCCC"/>
              </a:solidFill>
              <a:latin typeface="Times New Roman" panose="02020603050405020304" pitchFamily="18" charset="0"/>
            </a:endParaRPr>
          </a:p>
          <a:p>
            <a:pPr algn="ctr" eaLnBrk="1" hangingPunct="1">
              <a:lnSpc>
                <a:spcPct val="210000"/>
              </a:lnSpc>
              <a:spcBef>
                <a:spcPct val="0"/>
              </a:spcBef>
              <a:buClrTx/>
              <a:buFontTx/>
              <a:buNone/>
            </a:pPr>
            <a:r>
              <a:rPr lang="en-US" altLang="en-US" sz="2800" b="1">
                <a:solidFill>
                  <a:srgbClr val="FF9966"/>
                </a:solidFill>
                <a:latin typeface="Times New Roman" panose="02020603050405020304" pitchFamily="18" charset="0"/>
              </a:rPr>
              <a:t>CODE OPTIMISER</a:t>
            </a:r>
            <a:endParaRPr lang="en-US" altLang="en-US" sz="2800" b="1">
              <a:solidFill>
                <a:srgbClr val="FF9966"/>
              </a:solidFill>
              <a:latin typeface="Times New Roman" panose="02020603050405020304" pitchFamily="18" charset="0"/>
            </a:endParaRPr>
          </a:p>
          <a:p>
            <a:pPr algn="ctr" eaLnBrk="1" hangingPunct="1">
              <a:lnSpc>
                <a:spcPct val="210000"/>
              </a:lnSpc>
              <a:spcBef>
                <a:spcPct val="0"/>
              </a:spcBef>
              <a:buClrTx/>
              <a:buFontTx/>
              <a:buNone/>
            </a:pPr>
            <a:r>
              <a:rPr lang="en-US" altLang="en-US" sz="2800" b="1">
                <a:solidFill>
                  <a:srgbClr val="FF9933"/>
                </a:solidFill>
                <a:latin typeface="Times New Roman" panose="02020603050405020304" pitchFamily="18" charset="0"/>
              </a:rPr>
              <a:t>CODE GENERATOR</a:t>
            </a:r>
            <a:endParaRPr lang="en-US" altLang="en-US" sz="2800" b="1">
              <a:solidFill>
                <a:srgbClr val="FF9933"/>
              </a:solidFill>
              <a:latin typeface="Times New Roman" panose="02020603050405020304" pitchFamily="18" charset="0"/>
            </a:endParaRPr>
          </a:p>
        </p:txBody>
      </p:sp>
      <p:sp>
        <p:nvSpPr>
          <p:cNvPr id="44036" name="Text Box 4"/>
          <p:cNvSpPr txBox="1">
            <a:spLocks noChangeArrowheads="1"/>
          </p:cNvSpPr>
          <p:nvPr/>
        </p:nvSpPr>
        <p:spPr bwMode="auto">
          <a:xfrm>
            <a:off x="107950" y="2884488"/>
            <a:ext cx="1738313" cy="1200150"/>
          </a:xfrm>
          <a:prstGeom prst="rect">
            <a:avLst/>
          </a:prstGeom>
          <a:noFill/>
          <a:ln w="127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spcBef>
                <a:spcPct val="0"/>
              </a:spcBef>
              <a:buClrTx/>
              <a:buFontTx/>
              <a:buNone/>
            </a:pPr>
            <a:r>
              <a:rPr lang="en-US" altLang="en-US" sz="2400" dirty="0">
                <a:solidFill>
                  <a:srgbClr val="1F15A7"/>
                </a:solidFill>
                <a:latin typeface="Arial" panose="020B0704020202020204" pitchFamily="34" charset="0"/>
              </a:rPr>
              <a:t>SYMBOL</a:t>
            </a:r>
            <a:endParaRPr lang="en-US" altLang="en-US" sz="2400" dirty="0">
              <a:solidFill>
                <a:srgbClr val="1F15A7"/>
              </a:solidFill>
              <a:latin typeface="Arial" panose="020B0704020202020204" pitchFamily="34" charset="0"/>
            </a:endParaRPr>
          </a:p>
          <a:p>
            <a:pPr algn="ctr" eaLnBrk="1" hangingPunct="1">
              <a:spcBef>
                <a:spcPct val="0"/>
              </a:spcBef>
              <a:buClrTx/>
              <a:buFontTx/>
              <a:buNone/>
            </a:pPr>
            <a:r>
              <a:rPr lang="en-US" altLang="en-US" sz="2400" dirty="0">
                <a:solidFill>
                  <a:srgbClr val="1F15A7"/>
                </a:solidFill>
                <a:latin typeface="Arial" panose="020B0704020202020204" pitchFamily="34" charset="0"/>
              </a:rPr>
              <a:t>TABLE</a:t>
            </a:r>
            <a:endParaRPr lang="en-US" altLang="en-US" sz="2400" dirty="0">
              <a:solidFill>
                <a:srgbClr val="1F15A7"/>
              </a:solidFill>
              <a:latin typeface="Arial" panose="020B0704020202020204" pitchFamily="34" charset="0"/>
            </a:endParaRPr>
          </a:p>
          <a:p>
            <a:pPr algn="ctr" eaLnBrk="1" hangingPunct="1">
              <a:spcBef>
                <a:spcPct val="0"/>
              </a:spcBef>
              <a:buClrTx/>
              <a:buFontTx/>
              <a:buNone/>
            </a:pPr>
            <a:r>
              <a:rPr lang="en-US" altLang="en-US" sz="2400" dirty="0">
                <a:solidFill>
                  <a:srgbClr val="1F15A7"/>
                </a:solidFill>
                <a:latin typeface="Arial" panose="020B0704020202020204" pitchFamily="34" charset="0"/>
              </a:rPr>
              <a:t>MANAGER</a:t>
            </a:r>
            <a:endParaRPr lang="en-US" altLang="en-US" sz="2400" dirty="0">
              <a:solidFill>
                <a:srgbClr val="1F15A7"/>
              </a:solidFill>
              <a:latin typeface="Arial" panose="020B0704020202020204" pitchFamily="34" charset="0"/>
            </a:endParaRPr>
          </a:p>
        </p:txBody>
      </p:sp>
      <p:sp>
        <p:nvSpPr>
          <p:cNvPr id="44037" name="Line 5"/>
          <p:cNvSpPr>
            <a:spLocks noChangeShapeType="1"/>
          </p:cNvSpPr>
          <p:nvPr/>
        </p:nvSpPr>
        <p:spPr bwMode="auto">
          <a:xfrm flipV="1">
            <a:off x="1257300" y="1743075"/>
            <a:ext cx="1295400" cy="1066800"/>
          </a:xfrm>
          <a:prstGeom prst="line">
            <a:avLst/>
          </a:prstGeom>
          <a:noFill/>
          <a:ln w="12700" cap="sq">
            <a:solidFill>
              <a:srgbClr val="003366"/>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IN"/>
          </a:p>
        </p:txBody>
      </p:sp>
      <p:sp>
        <p:nvSpPr>
          <p:cNvPr id="44038" name="Line 6"/>
          <p:cNvSpPr>
            <a:spLocks noChangeShapeType="1"/>
          </p:cNvSpPr>
          <p:nvPr/>
        </p:nvSpPr>
        <p:spPr bwMode="auto">
          <a:xfrm flipV="1">
            <a:off x="1638300" y="2352675"/>
            <a:ext cx="914400" cy="457200"/>
          </a:xfrm>
          <a:prstGeom prst="line">
            <a:avLst/>
          </a:prstGeom>
          <a:noFill/>
          <a:ln w="12700" cap="sq">
            <a:solidFill>
              <a:srgbClr val="003366"/>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IN"/>
          </a:p>
        </p:txBody>
      </p:sp>
      <p:sp>
        <p:nvSpPr>
          <p:cNvPr id="44039" name="Line 7"/>
          <p:cNvSpPr>
            <a:spLocks noChangeShapeType="1"/>
          </p:cNvSpPr>
          <p:nvPr/>
        </p:nvSpPr>
        <p:spPr bwMode="auto">
          <a:xfrm>
            <a:off x="1866900" y="3190875"/>
            <a:ext cx="685800" cy="0"/>
          </a:xfrm>
          <a:prstGeom prst="line">
            <a:avLst/>
          </a:prstGeom>
          <a:noFill/>
          <a:ln w="12700" cap="sq">
            <a:solidFill>
              <a:srgbClr val="003366"/>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IN"/>
          </a:p>
        </p:txBody>
      </p:sp>
      <p:sp>
        <p:nvSpPr>
          <p:cNvPr id="44040" name="Line 8"/>
          <p:cNvSpPr>
            <a:spLocks noChangeShapeType="1"/>
          </p:cNvSpPr>
          <p:nvPr/>
        </p:nvSpPr>
        <p:spPr bwMode="auto">
          <a:xfrm>
            <a:off x="1866900" y="3648075"/>
            <a:ext cx="685800" cy="381000"/>
          </a:xfrm>
          <a:prstGeom prst="line">
            <a:avLst/>
          </a:prstGeom>
          <a:noFill/>
          <a:ln w="12700" cap="sq">
            <a:solidFill>
              <a:srgbClr val="003366"/>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IN"/>
          </a:p>
        </p:txBody>
      </p:sp>
      <p:sp>
        <p:nvSpPr>
          <p:cNvPr id="44041" name="Line 9"/>
          <p:cNvSpPr>
            <a:spLocks noChangeShapeType="1"/>
          </p:cNvSpPr>
          <p:nvPr/>
        </p:nvSpPr>
        <p:spPr bwMode="auto">
          <a:xfrm>
            <a:off x="1790700" y="4029075"/>
            <a:ext cx="762000" cy="685800"/>
          </a:xfrm>
          <a:prstGeom prst="line">
            <a:avLst/>
          </a:prstGeom>
          <a:noFill/>
          <a:ln w="12700" cap="sq">
            <a:solidFill>
              <a:srgbClr val="003366"/>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IN"/>
          </a:p>
        </p:txBody>
      </p:sp>
      <p:sp>
        <p:nvSpPr>
          <p:cNvPr id="44042" name="Line 10"/>
          <p:cNvSpPr>
            <a:spLocks noChangeShapeType="1"/>
          </p:cNvSpPr>
          <p:nvPr/>
        </p:nvSpPr>
        <p:spPr bwMode="auto">
          <a:xfrm>
            <a:off x="1409700" y="4105275"/>
            <a:ext cx="1143000" cy="1600200"/>
          </a:xfrm>
          <a:prstGeom prst="line">
            <a:avLst/>
          </a:prstGeom>
          <a:noFill/>
          <a:ln w="12700" cap="sq">
            <a:solidFill>
              <a:srgbClr val="003366"/>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IN"/>
          </a:p>
        </p:txBody>
      </p:sp>
      <p:sp>
        <p:nvSpPr>
          <p:cNvPr id="44043" name="Text Box 11"/>
          <p:cNvSpPr txBox="1">
            <a:spLocks noChangeArrowheads="1"/>
          </p:cNvSpPr>
          <p:nvPr/>
        </p:nvSpPr>
        <p:spPr bwMode="auto">
          <a:xfrm>
            <a:off x="7451725" y="3190875"/>
            <a:ext cx="1654175" cy="835025"/>
          </a:xfrm>
          <a:prstGeom prst="rect">
            <a:avLst/>
          </a:prstGeom>
          <a:noFill/>
          <a:ln w="12700" cap="sq">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spcBef>
                <a:spcPct val="0"/>
              </a:spcBef>
              <a:buClrTx/>
              <a:buFontTx/>
              <a:buNone/>
            </a:pPr>
            <a:r>
              <a:rPr lang="en-US" altLang="en-US" sz="2400">
                <a:solidFill>
                  <a:srgbClr val="FF3300"/>
                </a:solidFill>
                <a:latin typeface="Arial" panose="020B0704020202020204" pitchFamily="34" charset="0"/>
              </a:rPr>
              <a:t>ERROR</a:t>
            </a:r>
            <a:endParaRPr lang="en-US" altLang="en-US" sz="2400">
              <a:solidFill>
                <a:srgbClr val="FF3300"/>
              </a:solidFill>
              <a:latin typeface="Arial" panose="020B0704020202020204" pitchFamily="34" charset="0"/>
            </a:endParaRPr>
          </a:p>
          <a:p>
            <a:pPr algn="ctr" eaLnBrk="1" hangingPunct="1">
              <a:spcBef>
                <a:spcPct val="0"/>
              </a:spcBef>
              <a:buClrTx/>
              <a:buFontTx/>
              <a:buNone/>
            </a:pPr>
            <a:r>
              <a:rPr lang="en-US" altLang="en-US" sz="2400">
                <a:solidFill>
                  <a:srgbClr val="FF3300"/>
                </a:solidFill>
                <a:latin typeface="Arial" panose="020B0704020202020204" pitchFamily="34" charset="0"/>
              </a:rPr>
              <a:t>HANDLER</a:t>
            </a:r>
            <a:endParaRPr lang="en-US" altLang="en-US" sz="2400">
              <a:solidFill>
                <a:srgbClr val="FF3300"/>
              </a:solidFill>
              <a:latin typeface="Arial" panose="020B0704020202020204" pitchFamily="34" charset="0"/>
            </a:endParaRPr>
          </a:p>
        </p:txBody>
      </p:sp>
      <p:sp>
        <p:nvSpPr>
          <p:cNvPr id="44044" name="Line 12"/>
          <p:cNvSpPr>
            <a:spLocks noChangeShapeType="1"/>
          </p:cNvSpPr>
          <p:nvPr/>
        </p:nvSpPr>
        <p:spPr bwMode="auto">
          <a:xfrm>
            <a:off x="6743700" y="1590675"/>
            <a:ext cx="1295400" cy="1600200"/>
          </a:xfrm>
          <a:prstGeom prst="line">
            <a:avLst/>
          </a:prstGeom>
          <a:noFill/>
          <a:ln w="12700" cap="sq">
            <a:solidFill>
              <a:schemeClr val="accent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44045" name="Line 13"/>
          <p:cNvSpPr>
            <a:spLocks noChangeShapeType="1"/>
          </p:cNvSpPr>
          <p:nvPr/>
        </p:nvSpPr>
        <p:spPr bwMode="auto">
          <a:xfrm>
            <a:off x="6743700" y="2505075"/>
            <a:ext cx="838200" cy="68580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44046" name="Line 14"/>
          <p:cNvSpPr>
            <a:spLocks noChangeShapeType="1"/>
          </p:cNvSpPr>
          <p:nvPr/>
        </p:nvSpPr>
        <p:spPr bwMode="auto">
          <a:xfrm>
            <a:off x="6819900" y="3495675"/>
            <a:ext cx="609600"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44047" name="Line 15"/>
          <p:cNvSpPr>
            <a:spLocks noChangeShapeType="1"/>
          </p:cNvSpPr>
          <p:nvPr/>
        </p:nvSpPr>
        <p:spPr bwMode="auto">
          <a:xfrm flipV="1">
            <a:off x="6667500" y="3876675"/>
            <a:ext cx="685800" cy="30480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44048" name="Line 16"/>
          <p:cNvSpPr>
            <a:spLocks noChangeShapeType="1"/>
          </p:cNvSpPr>
          <p:nvPr/>
        </p:nvSpPr>
        <p:spPr bwMode="auto">
          <a:xfrm flipV="1">
            <a:off x="6743700" y="4029075"/>
            <a:ext cx="685800" cy="91440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44049" name="Line 17"/>
          <p:cNvSpPr>
            <a:spLocks noChangeShapeType="1"/>
          </p:cNvSpPr>
          <p:nvPr/>
        </p:nvSpPr>
        <p:spPr bwMode="auto">
          <a:xfrm flipV="1">
            <a:off x="6743700" y="4029075"/>
            <a:ext cx="990600" cy="190500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iterate type="lt">
                                    <p:tmPct val="100000"/>
                                  </p:iterate>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box(in)">
                                      <p:cBhvr>
                                        <p:cTn id="7" dur="75"/>
                                        <p:tgtEl>
                                          <p:spTgt spid="44035">
                                            <p:txEl>
                                              <p:pRg st="0" end="0"/>
                                            </p:txEl>
                                          </p:spTgt>
                                        </p:tgtEl>
                                      </p:cBhvr>
                                    </p:animEffect>
                                  </p:childTnLst>
                                </p:cTn>
                              </p:par>
                            </p:childTnLst>
                          </p:cTn>
                        </p:par>
                        <p:par>
                          <p:cTn id="8" fill="hold">
                            <p:stCondLst>
                              <p:cond delay="1200"/>
                            </p:stCondLst>
                            <p:childTnLst>
                              <p:par>
                                <p:cTn id="9" presetID="4" presetClass="entr" presetSubtype="16" fill="hold" grpId="0" nodeType="afterEffect">
                                  <p:stCondLst>
                                    <p:cond delay="0"/>
                                  </p:stCondLst>
                                  <p:iterate type="lt">
                                    <p:tmPct val="100000"/>
                                  </p:iterate>
                                  <p:childTnLst>
                                    <p:set>
                                      <p:cBhvr>
                                        <p:cTn id="10" dur="1" fill="hold">
                                          <p:stCondLst>
                                            <p:cond delay="0"/>
                                          </p:stCondLst>
                                        </p:cTn>
                                        <p:tgtEl>
                                          <p:spTgt spid="44035">
                                            <p:txEl>
                                              <p:pRg st="1" end="1"/>
                                            </p:txEl>
                                          </p:spTgt>
                                        </p:tgtEl>
                                        <p:attrNameLst>
                                          <p:attrName>style.visibility</p:attrName>
                                        </p:attrNameLst>
                                      </p:cBhvr>
                                      <p:to>
                                        <p:strVal val="visible"/>
                                      </p:to>
                                    </p:set>
                                    <p:animEffect transition="in" filter="box(in)">
                                      <p:cBhvr>
                                        <p:cTn id="11" dur="75"/>
                                        <p:tgtEl>
                                          <p:spTgt spid="44035">
                                            <p:txEl>
                                              <p:pRg st="1" end="1"/>
                                            </p:txEl>
                                          </p:spTgt>
                                        </p:tgtEl>
                                      </p:cBhvr>
                                    </p:animEffect>
                                  </p:childTnLst>
                                </p:cTn>
                              </p:par>
                            </p:childTnLst>
                          </p:cTn>
                        </p:par>
                        <p:par>
                          <p:cTn id="12" fill="hold">
                            <p:stCondLst>
                              <p:cond delay="2325"/>
                            </p:stCondLst>
                            <p:childTnLst>
                              <p:par>
                                <p:cTn id="13" presetID="4" presetClass="entr" presetSubtype="16" fill="hold" grpId="0" nodeType="afterEffect">
                                  <p:stCondLst>
                                    <p:cond delay="0"/>
                                  </p:stCondLst>
                                  <p:iterate type="lt">
                                    <p:tmPct val="100000"/>
                                  </p:iterate>
                                  <p:childTnLst>
                                    <p:set>
                                      <p:cBhvr>
                                        <p:cTn id="14" dur="1" fill="hold">
                                          <p:stCondLst>
                                            <p:cond delay="0"/>
                                          </p:stCondLst>
                                        </p:cTn>
                                        <p:tgtEl>
                                          <p:spTgt spid="44035">
                                            <p:txEl>
                                              <p:pRg st="2" end="2"/>
                                            </p:txEl>
                                          </p:spTgt>
                                        </p:tgtEl>
                                        <p:attrNameLst>
                                          <p:attrName>style.visibility</p:attrName>
                                        </p:attrNameLst>
                                      </p:cBhvr>
                                      <p:to>
                                        <p:strVal val="visible"/>
                                      </p:to>
                                    </p:set>
                                    <p:animEffect transition="in" filter="box(in)">
                                      <p:cBhvr>
                                        <p:cTn id="15" dur="75"/>
                                        <p:tgtEl>
                                          <p:spTgt spid="44035">
                                            <p:txEl>
                                              <p:pRg st="2" end="2"/>
                                            </p:txEl>
                                          </p:spTgt>
                                        </p:tgtEl>
                                      </p:cBhvr>
                                    </p:animEffect>
                                  </p:childTnLst>
                                </p:cTn>
                              </p:par>
                            </p:childTnLst>
                          </p:cTn>
                        </p:par>
                        <p:par>
                          <p:cTn id="16" fill="hold">
                            <p:stCondLst>
                              <p:cond delay="3600"/>
                            </p:stCondLst>
                            <p:childTnLst>
                              <p:par>
                                <p:cTn id="17" presetID="4" presetClass="entr" presetSubtype="16" fill="hold" grpId="0" nodeType="afterEffect">
                                  <p:stCondLst>
                                    <p:cond delay="0"/>
                                  </p:stCondLst>
                                  <p:iterate type="lt">
                                    <p:tmPct val="100000"/>
                                  </p:iterate>
                                  <p:childTnLst>
                                    <p:set>
                                      <p:cBhvr>
                                        <p:cTn id="18" dur="1" fill="hold">
                                          <p:stCondLst>
                                            <p:cond delay="0"/>
                                          </p:stCondLst>
                                        </p:cTn>
                                        <p:tgtEl>
                                          <p:spTgt spid="44035">
                                            <p:txEl>
                                              <p:pRg st="3" end="3"/>
                                            </p:txEl>
                                          </p:spTgt>
                                        </p:tgtEl>
                                        <p:attrNameLst>
                                          <p:attrName>style.visibility</p:attrName>
                                        </p:attrNameLst>
                                      </p:cBhvr>
                                      <p:to>
                                        <p:strVal val="visible"/>
                                      </p:to>
                                    </p:set>
                                    <p:animEffect transition="in" filter="box(in)">
                                      <p:cBhvr>
                                        <p:cTn id="19" dur="75"/>
                                        <p:tgtEl>
                                          <p:spTgt spid="44035">
                                            <p:txEl>
                                              <p:pRg st="3" end="3"/>
                                            </p:txEl>
                                          </p:spTgt>
                                        </p:tgtEl>
                                      </p:cBhvr>
                                    </p:animEffect>
                                  </p:childTnLst>
                                </p:cTn>
                              </p:par>
                            </p:childTnLst>
                          </p:cTn>
                        </p:par>
                        <p:par>
                          <p:cTn id="20" fill="hold">
                            <p:stCondLst>
                              <p:cond delay="4650"/>
                            </p:stCondLst>
                            <p:childTnLst>
                              <p:par>
                                <p:cTn id="21" presetID="4" presetClass="entr" presetSubtype="16" fill="hold" grpId="0" nodeType="afterEffect">
                                  <p:stCondLst>
                                    <p:cond delay="0"/>
                                  </p:stCondLst>
                                  <p:iterate type="lt">
                                    <p:tmPct val="100000"/>
                                  </p:iterate>
                                  <p:childTnLst>
                                    <p:set>
                                      <p:cBhvr>
                                        <p:cTn id="22" dur="1" fill="hold">
                                          <p:stCondLst>
                                            <p:cond delay="0"/>
                                          </p:stCondLst>
                                        </p:cTn>
                                        <p:tgtEl>
                                          <p:spTgt spid="44035">
                                            <p:txEl>
                                              <p:pRg st="4" end="4"/>
                                            </p:txEl>
                                          </p:spTgt>
                                        </p:tgtEl>
                                        <p:attrNameLst>
                                          <p:attrName>style.visibility</p:attrName>
                                        </p:attrNameLst>
                                      </p:cBhvr>
                                      <p:to>
                                        <p:strVal val="visible"/>
                                      </p:to>
                                    </p:set>
                                    <p:animEffect transition="in" filter="box(in)">
                                      <p:cBhvr>
                                        <p:cTn id="23" dur="75"/>
                                        <p:tgtEl>
                                          <p:spTgt spid="44035">
                                            <p:txEl>
                                              <p:pRg st="4" end="4"/>
                                            </p:txEl>
                                          </p:spTgt>
                                        </p:tgtEl>
                                      </p:cBhvr>
                                    </p:animEffect>
                                  </p:childTnLst>
                                </p:cTn>
                              </p:par>
                            </p:childTnLst>
                          </p:cTn>
                        </p:par>
                        <p:par>
                          <p:cTn id="24" fill="hold">
                            <p:stCondLst>
                              <p:cond delay="5700"/>
                            </p:stCondLst>
                            <p:childTnLst>
                              <p:par>
                                <p:cTn id="25" presetID="4" presetClass="entr" presetSubtype="16" fill="hold" grpId="0" nodeType="afterEffect">
                                  <p:stCondLst>
                                    <p:cond delay="0"/>
                                  </p:stCondLst>
                                  <p:iterate type="lt">
                                    <p:tmPct val="100000"/>
                                  </p:iterate>
                                  <p:childTnLst>
                                    <p:set>
                                      <p:cBhvr>
                                        <p:cTn id="26" dur="1" fill="hold">
                                          <p:stCondLst>
                                            <p:cond delay="0"/>
                                          </p:stCondLst>
                                        </p:cTn>
                                        <p:tgtEl>
                                          <p:spTgt spid="44035">
                                            <p:txEl>
                                              <p:pRg st="5" end="5"/>
                                            </p:txEl>
                                          </p:spTgt>
                                        </p:tgtEl>
                                        <p:attrNameLst>
                                          <p:attrName>style.visibility</p:attrName>
                                        </p:attrNameLst>
                                      </p:cBhvr>
                                      <p:to>
                                        <p:strVal val="visible"/>
                                      </p:to>
                                    </p:set>
                                    <p:animEffect transition="in" filter="box(in)">
                                      <p:cBhvr>
                                        <p:cTn id="27" dur="75"/>
                                        <p:tgtEl>
                                          <p:spTgt spid="44035">
                                            <p:txEl>
                                              <p:pRg st="5" end="5"/>
                                            </p:txEl>
                                          </p:spTgt>
                                        </p:tgtEl>
                                      </p:cBhvr>
                                    </p:animEffect>
                                  </p:childTnLst>
                                </p:cTn>
                              </p:par>
                            </p:childTnLst>
                          </p:cTn>
                        </p:par>
                        <p:par>
                          <p:cTn id="28" fill="hold">
                            <p:stCondLst>
                              <p:cond delay="6750"/>
                            </p:stCondLst>
                            <p:childTnLst>
                              <p:par>
                                <p:cTn id="29" presetID="4" presetClass="entr" presetSubtype="16" fill="hold" grpId="0" nodeType="afterEffect">
                                  <p:stCondLst>
                                    <p:cond delay="2000"/>
                                  </p:stCondLst>
                                  <p:childTnLst>
                                    <p:set>
                                      <p:cBhvr>
                                        <p:cTn id="30" dur="1" fill="hold">
                                          <p:stCondLst>
                                            <p:cond delay="0"/>
                                          </p:stCondLst>
                                        </p:cTn>
                                        <p:tgtEl>
                                          <p:spTgt spid="44036"/>
                                        </p:tgtEl>
                                        <p:attrNameLst>
                                          <p:attrName>style.visibility</p:attrName>
                                        </p:attrNameLst>
                                      </p:cBhvr>
                                      <p:to>
                                        <p:strVal val="visible"/>
                                      </p:to>
                                    </p:set>
                                    <p:animEffect transition="in" filter="box(in)">
                                      <p:cBhvr>
                                        <p:cTn id="31" dur="500"/>
                                        <p:tgtEl>
                                          <p:spTgt spid="44036"/>
                                        </p:tgtEl>
                                      </p:cBhvr>
                                    </p:animEffect>
                                  </p:childTnLst>
                                </p:cTn>
                              </p:par>
                            </p:childTnLst>
                          </p:cTn>
                        </p:par>
                        <p:par>
                          <p:cTn id="32" fill="hold">
                            <p:stCondLst>
                              <p:cond delay="9250"/>
                            </p:stCondLst>
                            <p:childTnLst>
                              <p:par>
                                <p:cTn id="33" presetID="4" presetClass="entr" presetSubtype="16" fill="hold" nodeType="afterEffect">
                                  <p:stCondLst>
                                    <p:cond delay="2000"/>
                                  </p:stCondLst>
                                  <p:childTnLst>
                                    <p:set>
                                      <p:cBhvr>
                                        <p:cTn id="34" dur="1" fill="hold">
                                          <p:stCondLst>
                                            <p:cond delay="0"/>
                                          </p:stCondLst>
                                        </p:cTn>
                                        <p:tgtEl>
                                          <p:spTgt spid="44037"/>
                                        </p:tgtEl>
                                        <p:attrNameLst>
                                          <p:attrName>style.visibility</p:attrName>
                                        </p:attrNameLst>
                                      </p:cBhvr>
                                      <p:to>
                                        <p:strVal val="visible"/>
                                      </p:to>
                                    </p:set>
                                    <p:animEffect transition="in" filter="box(in)">
                                      <p:cBhvr>
                                        <p:cTn id="35" dur="500"/>
                                        <p:tgtEl>
                                          <p:spTgt spid="44037"/>
                                        </p:tgtEl>
                                      </p:cBhvr>
                                    </p:animEffect>
                                  </p:childTnLst>
                                </p:cTn>
                              </p:par>
                            </p:childTnLst>
                          </p:cTn>
                        </p:par>
                        <p:par>
                          <p:cTn id="36" fill="hold">
                            <p:stCondLst>
                              <p:cond delay="11750"/>
                            </p:stCondLst>
                            <p:childTnLst>
                              <p:par>
                                <p:cTn id="37" presetID="4" presetClass="entr" presetSubtype="16" fill="hold" nodeType="afterEffect">
                                  <p:stCondLst>
                                    <p:cond delay="2000"/>
                                  </p:stCondLst>
                                  <p:childTnLst>
                                    <p:set>
                                      <p:cBhvr>
                                        <p:cTn id="38" dur="1" fill="hold">
                                          <p:stCondLst>
                                            <p:cond delay="0"/>
                                          </p:stCondLst>
                                        </p:cTn>
                                        <p:tgtEl>
                                          <p:spTgt spid="44038"/>
                                        </p:tgtEl>
                                        <p:attrNameLst>
                                          <p:attrName>style.visibility</p:attrName>
                                        </p:attrNameLst>
                                      </p:cBhvr>
                                      <p:to>
                                        <p:strVal val="visible"/>
                                      </p:to>
                                    </p:set>
                                    <p:animEffect transition="in" filter="box(in)">
                                      <p:cBhvr>
                                        <p:cTn id="39" dur="500"/>
                                        <p:tgtEl>
                                          <p:spTgt spid="44038"/>
                                        </p:tgtEl>
                                      </p:cBhvr>
                                    </p:animEffect>
                                  </p:childTnLst>
                                </p:cTn>
                              </p:par>
                            </p:childTnLst>
                          </p:cTn>
                        </p:par>
                        <p:par>
                          <p:cTn id="40" fill="hold">
                            <p:stCondLst>
                              <p:cond delay="14250"/>
                            </p:stCondLst>
                            <p:childTnLst>
                              <p:par>
                                <p:cTn id="41" presetID="4" presetClass="entr" presetSubtype="16" fill="hold" nodeType="afterEffect">
                                  <p:stCondLst>
                                    <p:cond delay="2000"/>
                                  </p:stCondLst>
                                  <p:childTnLst>
                                    <p:set>
                                      <p:cBhvr>
                                        <p:cTn id="42" dur="1" fill="hold">
                                          <p:stCondLst>
                                            <p:cond delay="0"/>
                                          </p:stCondLst>
                                        </p:cTn>
                                        <p:tgtEl>
                                          <p:spTgt spid="44039"/>
                                        </p:tgtEl>
                                        <p:attrNameLst>
                                          <p:attrName>style.visibility</p:attrName>
                                        </p:attrNameLst>
                                      </p:cBhvr>
                                      <p:to>
                                        <p:strVal val="visible"/>
                                      </p:to>
                                    </p:set>
                                    <p:animEffect transition="in" filter="box(in)">
                                      <p:cBhvr>
                                        <p:cTn id="43" dur="500"/>
                                        <p:tgtEl>
                                          <p:spTgt spid="44039"/>
                                        </p:tgtEl>
                                      </p:cBhvr>
                                    </p:animEffect>
                                  </p:childTnLst>
                                </p:cTn>
                              </p:par>
                            </p:childTnLst>
                          </p:cTn>
                        </p:par>
                        <p:par>
                          <p:cTn id="44" fill="hold">
                            <p:stCondLst>
                              <p:cond delay="16750"/>
                            </p:stCondLst>
                            <p:childTnLst>
                              <p:par>
                                <p:cTn id="45" presetID="4" presetClass="entr" presetSubtype="16" fill="hold" nodeType="afterEffect">
                                  <p:stCondLst>
                                    <p:cond delay="2000"/>
                                  </p:stCondLst>
                                  <p:childTnLst>
                                    <p:set>
                                      <p:cBhvr>
                                        <p:cTn id="46" dur="1" fill="hold">
                                          <p:stCondLst>
                                            <p:cond delay="0"/>
                                          </p:stCondLst>
                                        </p:cTn>
                                        <p:tgtEl>
                                          <p:spTgt spid="44040"/>
                                        </p:tgtEl>
                                        <p:attrNameLst>
                                          <p:attrName>style.visibility</p:attrName>
                                        </p:attrNameLst>
                                      </p:cBhvr>
                                      <p:to>
                                        <p:strVal val="visible"/>
                                      </p:to>
                                    </p:set>
                                    <p:animEffect transition="in" filter="box(in)">
                                      <p:cBhvr>
                                        <p:cTn id="47" dur="500"/>
                                        <p:tgtEl>
                                          <p:spTgt spid="44040"/>
                                        </p:tgtEl>
                                      </p:cBhvr>
                                    </p:animEffect>
                                  </p:childTnLst>
                                </p:cTn>
                              </p:par>
                            </p:childTnLst>
                          </p:cTn>
                        </p:par>
                        <p:par>
                          <p:cTn id="48" fill="hold">
                            <p:stCondLst>
                              <p:cond delay="19250"/>
                            </p:stCondLst>
                            <p:childTnLst>
                              <p:par>
                                <p:cTn id="49" presetID="4" presetClass="entr" presetSubtype="16" fill="hold" nodeType="afterEffect">
                                  <p:stCondLst>
                                    <p:cond delay="2000"/>
                                  </p:stCondLst>
                                  <p:childTnLst>
                                    <p:set>
                                      <p:cBhvr>
                                        <p:cTn id="50" dur="1" fill="hold">
                                          <p:stCondLst>
                                            <p:cond delay="0"/>
                                          </p:stCondLst>
                                        </p:cTn>
                                        <p:tgtEl>
                                          <p:spTgt spid="44041"/>
                                        </p:tgtEl>
                                        <p:attrNameLst>
                                          <p:attrName>style.visibility</p:attrName>
                                        </p:attrNameLst>
                                      </p:cBhvr>
                                      <p:to>
                                        <p:strVal val="visible"/>
                                      </p:to>
                                    </p:set>
                                    <p:animEffect transition="in" filter="box(in)">
                                      <p:cBhvr>
                                        <p:cTn id="51" dur="500"/>
                                        <p:tgtEl>
                                          <p:spTgt spid="44041"/>
                                        </p:tgtEl>
                                      </p:cBhvr>
                                    </p:animEffect>
                                  </p:childTnLst>
                                </p:cTn>
                              </p:par>
                            </p:childTnLst>
                          </p:cTn>
                        </p:par>
                        <p:par>
                          <p:cTn id="52" fill="hold">
                            <p:stCondLst>
                              <p:cond delay="21750"/>
                            </p:stCondLst>
                            <p:childTnLst>
                              <p:par>
                                <p:cTn id="53" presetID="4" presetClass="entr" presetSubtype="16" fill="hold" nodeType="afterEffect">
                                  <p:stCondLst>
                                    <p:cond delay="2000"/>
                                  </p:stCondLst>
                                  <p:childTnLst>
                                    <p:set>
                                      <p:cBhvr>
                                        <p:cTn id="54" dur="1" fill="hold">
                                          <p:stCondLst>
                                            <p:cond delay="0"/>
                                          </p:stCondLst>
                                        </p:cTn>
                                        <p:tgtEl>
                                          <p:spTgt spid="44042"/>
                                        </p:tgtEl>
                                        <p:attrNameLst>
                                          <p:attrName>style.visibility</p:attrName>
                                        </p:attrNameLst>
                                      </p:cBhvr>
                                      <p:to>
                                        <p:strVal val="visible"/>
                                      </p:to>
                                    </p:set>
                                    <p:animEffect transition="in" filter="box(in)">
                                      <p:cBhvr>
                                        <p:cTn id="55" dur="500"/>
                                        <p:tgtEl>
                                          <p:spTgt spid="44042"/>
                                        </p:tgtEl>
                                      </p:cBhvr>
                                    </p:animEffect>
                                  </p:childTnLst>
                                </p:cTn>
                              </p:par>
                            </p:childTnLst>
                          </p:cTn>
                        </p:par>
                        <p:par>
                          <p:cTn id="56" fill="hold">
                            <p:stCondLst>
                              <p:cond delay="24250"/>
                            </p:stCondLst>
                            <p:childTnLst>
                              <p:par>
                                <p:cTn id="57" presetID="4" presetClass="entr" presetSubtype="16" fill="hold" grpId="0" nodeType="afterEffect">
                                  <p:stCondLst>
                                    <p:cond delay="2000"/>
                                  </p:stCondLst>
                                  <p:childTnLst>
                                    <p:set>
                                      <p:cBhvr>
                                        <p:cTn id="58" dur="1" fill="hold">
                                          <p:stCondLst>
                                            <p:cond delay="0"/>
                                          </p:stCondLst>
                                        </p:cTn>
                                        <p:tgtEl>
                                          <p:spTgt spid="44043"/>
                                        </p:tgtEl>
                                        <p:attrNameLst>
                                          <p:attrName>style.visibility</p:attrName>
                                        </p:attrNameLst>
                                      </p:cBhvr>
                                      <p:to>
                                        <p:strVal val="visible"/>
                                      </p:to>
                                    </p:set>
                                    <p:animEffect transition="in" filter="box(in)">
                                      <p:cBhvr>
                                        <p:cTn id="59" dur="500"/>
                                        <p:tgtEl>
                                          <p:spTgt spid="44043"/>
                                        </p:tgtEl>
                                      </p:cBhvr>
                                    </p:animEffect>
                                  </p:childTnLst>
                                </p:cTn>
                              </p:par>
                            </p:childTnLst>
                          </p:cTn>
                        </p:par>
                        <p:par>
                          <p:cTn id="60" fill="hold">
                            <p:stCondLst>
                              <p:cond delay="26750"/>
                            </p:stCondLst>
                            <p:childTnLst>
                              <p:par>
                                <p:cTn id="61" presetID="4" presetClass="entr" presetSubtype="16" fill="hold" nodeType="afterEffect">
                                  <p:stCondLst>
                                    <p:cond delay="2000"/>
                                  </p:stCondLst>
                                  <p:childTnLst>
                                    <p:set>
                                      <p:cBhvr>
                                        <p:cTn id="62" dur="1" fill="hold">
                                          <p:stCondLst>
                                            <p:cond delay="0"/>
                                          </p:stCondLst>
                                        </p:cTn>
                                        <p:tgtEl>
                                          <p:spTgt spid="44044"/>
                                        </p:tgtEl>
                                        <p:attrNameLst>
                                          <p:attrName>style.visibility</p:attrName>
                                        </p:attrNameLst>
                                      </p:cBhvr>
                                      <p:to>
                                        <p:strVal val="visible"/>
                                      </p:to>
                                    </p:set>
                                    <p:animEffect transition="in" filter="box(in)">
                                      <p:cBhvr>
                                        <p:cTn id="63" dur="500"/>
                                        <p:tgtEl>
                                          <p:spTgt spid="44044"/>
                                        </p:tgtEl>
                                      </p:cBhvr>
                                    </p:animEffect>
                                  </p:childTnLst>
                                </p:cTn>
                              </p:par>
                            </p:childTnLst>
                          </p:cTn>
                        </p:par>
                        <p:par>
                          <p:cTn id="64" fill="hold">
                            <p:stCondLst>
                              <p:cond delay="29250"/>
                            </p:stCondLst>
                            <p:childTnLst>
                              <p:par>
                                <p:cTn id="65" presetID="4" presetClass="entr" presetSubtype="16" fill="hold" nodeType="afterEffect">
                                  <p:stCondLst>
                                    <p:cond delay="2000"/>
                                  </p:stCondLst>
                                  <p:childTnLst>
                                    <p:set>
                                      <p:cBhvr>
                                        <p:cTn id="66" dur="1" fill="hold">
                                          <p:stCondLst>
                                            <p:cond delay="0"/>
                                          </p:stCondLst>
                                        </p:cTn>
                                        <p:tgtEl>
                                          <p:spTgt spid="44045"/>
                                        </p:tgtEl>
                                        <p:attrNameLst>
                                          <p:attrName>style.visibility</p:attrName>
                                        </p:attrNameLst>
                                      </p:cBhvr>
                                      <p:to>
                                        <p:strVal val="visible"/>
                                      </p:to>
                                    </p:set>
                                    <p:animEffect transition="in" filter="box(in)">
                                      <p:cBhvr>
                                        <p:cTn id="67" dur="500"/>
                                        <p:tgtEl>
                                          <p:spTgt spid="44045"/>
                                        </p:tgtEl>
                                      </p:cBhvr>
                                    </p:animEffect>
                                  </p:childTnLst>
                                </p:cTn>
                              </p:par>
                            </p:childTnLst>
                          </p:cTn>
                        </p:par>
                        <p:par>
                          <p:cTn id="68" fill="hold">
                            <p:stCondLst>
                              <p:cond delay="31750"/>
                            </p:stCondLst>
                            <p:childTnLst>
                              <p:par>
                                <p:cTn id="69" presetID="4" presetClass="entr" presetSubtype="16" fill="hold" nodeType="afterEffect">
                                  <p:stCondLst>
                                    <p:cond delay="2000"/>
                                  </p:stCondLst>
                                  <p:childTnLst>
                                    <p:set>
                                      <p:cBhvr>
                                        <p:cTn id="70" dur="1" fill="hold">
                                          <p:stCondLst>
                                            <p:cond delay="0"/>
                                          </p:stCondLst>
                                        </p:cTn>
                                        <p:tgtEl>
                                          <p:spTgt spid="44046"/>
                                        </p:tgtEl>
                                        <p:attrNameLst>
                                          <p:attrName>style.visibility</p:attrName>
                                        </p:attrNameLst>
                                      </p:cBhvr>
                                      <p:to>
                                        <p:strVal val="visible"/>
                                      </p:to>
                                    </p:set>
                                    <p:animEffect transition="in" filter="box(in)">
                                      <p:cBhvr>
                                        <p:cTn id="71" dur="500"/>
                                        <p:tgtEl>
                                          <p:spTgt spid="44046"/>
                                        </p:tgtEl>
                                      </p:cBhvr>
                                    </p:animEffect>
                                  </p:childTnLst>
                                </p:cTn>
                              </p:par>
                            </p:childTnLst>
                          </p:cTn>
                        </p:par>
                        <p:par>
                          <p:cTn id="72" fill="hold">
                            <p:stCondLst>
                              <p:cond delay="34250"/>
                            </p:stCondLst>
                            <p:childTnLst>
                              <p:par>
                                <p:cTn id="73" presetID="4" presetClass="entr" presetSubtype="16" fill="hold" nodeType="afterEffect">
                                  <p:stCondLst>
                                    <p:cond delay="2000"/>
                                  </p:stCondLst>
                                  <p:childTnLst>
                                    <p:set>
                                      <p:cBhvr>
                                        <p:cTn id="74" dur="1" fill="hold">
                                          <p:stCondLst>
                                            <p:cond delay="0"/>
                                          </p:stCondLst>
                                        </p:cTn>
                                        <p:tgtEl>
                                          <p:spTgt spid="44047"/>
                                        </p:tgtEl>
                                        <p:attrNameLst>
                                          <p:attrName>style.visibility</p:attrName>
                                        </p:attrNameLst>
                                      </p:cBhvr>
                                      <p:to>
                                        <p:strVal val="visible"/>
                                      </p:to>
                                    </p:set>
                                    <p:animEffect transition="in" filter="box(in)">
                                      <p:cBhvr>
                                        <p:cTn id="75" dur="500"/>
                                        <p:tgtEl>
                                          <p:spTgt spid="44047"/>
                                        </p:tgtEl>
                                      </p:cBhvr>
                                    </p:animEffect>
                                  </p:childTnLst>
                                </p:cTn>
                              </p:par>
                            </p:childTnLst>
                          </p:cTn>
                        </p:par>
                        <p:par>
                          <p:cTn id="76" fill="hold">
                            <p:stCondLst>
                              <p:cond delay="36750"/>
                            </p:stCondLst>
                            <p:childTnLst>
                              <p:par>
                                <p:cTn id="77" presetID="4" presetClass="entr" presetSubtype="16" fill="hold" nodeType="afterEffect">
                                  <p:stCondLst>
                                    <p:cond delay="2000"/>
                                  </p:stCondLst>
                                  <p:childTnLst>
                                    <p:set>
                                      <p:cBhvr>
                                        <p:cTn id="78" dur="1" fill="hold">
                                          <p:stCondLst>
                                            <p:cond delay="0"/>
                                          </p:stCondLst>
                                        </p:cTn>
                                        <p:tgtEl>
                                          <p:spTgt spid="44048"/>
                                        </p:tgtEl>
                                        <p:attrNameLst>
                                          <p:attrName>style.visibility</p:attrName>
                                        </p:attrNameLst>
                                      </p:cBhvr>
                                      <p:to>
                                        <p:strVal val="visible"/>
                                      </p:to>
                                    </p:set>
                                    <p:animEffect transition="in" filter="box(in)">
                                      <p:cBhvr>
                                        <p:cTn id="79" dur="500"/>
                                        <p:tgtEl>
                                          <p:spTgt spid="44048"/>
                                        </p:tgtEl>
                                      </p:cBhvr>
                                    </p:animEffect>
                                  </p:childTnLst>
                                </p:cTn>
                              </p:par>
                            </p:childTnLst>
                          </p:cTn>
                        </p:par>
                        <p:par>
                          <p:cTn id="80" fill="hold">
                            <p:stCondLst>
                              <p:cond delay="39250"/>
                            </p:stCondLst>
                            <p:childTnLst>
                              <p:par>
                                <p:cTn id="81" presetID="4" presetClass="entr" presetSubtype="16" fill="hold" nodeType="afterEffect">
                                  <p:stCondLst>
                                    <p:cond delay="2000"/>
                                  </p:stCondLst>
                                  <p:childTnLst>
                                    <p:set>
                                      <p:cBhvr>
                                        <p:cTn id="82" dur="1" fill="hold">
                                          <p:stCondLst>
                                            <p:cond delay="0"/>
                                          </p:stCondLst>
                                        </p:cTn>
                                        <p:tgtEl>
                                          <p:spTgt spid="44049"/>
                                        </p:tgtEl>
                                        <p:attrNameLst>
                                          <p:attrName>style.visibility</p:attrName>
                                        </p:attrNameLst>
                                      </p:cBhvr>
                                      <p:to>
                                        <p:strVal val="visible"/>
                                      </p:to>
                                    </p:set>
                                    <p:animEffect transition="in" filter="box(in)">
                                      <p:cBhvr>
                                        <p:cTn id="83" dur="500"/>
                                        <p:tgtEl>
                                          <p:spTgt spid="44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advAuto="0" autoUpdateAnimBg="0" build="p"/>
      <p:bldP spid="44036" grpId="0" animBg="1" autoUpdateAnimBg="0"/>
      <p:bldP spid="44043"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2"/>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040C0501-D67F-4AAC-954C-CB59A4740A17}" type="slidenum">
              <a:rPr lang="en-US" altLang="en-US">
                <a:solidFill>
                  <a:srgbClr val="FF99FF"/>
                </a:solidFill>
              </a:rPr>
            </a:fld>
            <a:endParaRPr lang="en-US" altLang="en-US">
              <a:solidFill>
                <a:srgbClr val="FF99FF"/>
              </a:solidFill>
            </a:endParaRPr>
          </a:p>
        </p:txBody>
      </p:sp>
      <p:sp>
        <p:nvSpPr>
          <p:cNvPr id="47107" name="Rectangle 2"/>
          <p:cNvSpPr>
            <a:spLocks noGrp="1" noChangeArrowheads="1"/>
          </p:cNvSpPr>
          <p:nvPr>
            <p:ph type="title"/>
          </p:nvPr>
        </p:nvSpPr>
        <p:spPr>
          <a:xfrm>
            <a:off x="-1480" y="-30162"/>
            <a:ext cx="8229600" cy="1143000"/>
          </a:xfrm>
        </p:spPr>
        <p:txBody>
          <a:bodyPr/>
          <a:lstStyle/>
          <a:p>
            <a:pPr eaLnBrk="1" hangingPunct="1"/>
            <a:r>
              <a:rPr lang="en-US" altLang="en-US" sz="4000" dirty="0">
                <a:solidFill>
                  <a:srgbClr val="FF0000"/>
                </a:solidFill>
              </a:rPr>
              <a:t>Architecture of a COMPILER</a:t>
            </a:r>
            <a:endParaRPr lang="en-US" altLang="en-US" sz="4000" dirty="0">
              <a:solidFill>
                <a:srgbClr val="FF0000"/>
              </a:solidFill>
            </a:endParaRPr>
          </a:p>
        </p:txBody>
      </p:sp>
      <p:sp>
        <p:nvSpPr>
          <p:cNvPr id="76803" name="Text Box 3"/>
          <p:cNvSpPr txBox="1">
            <a:spLocks noChangeArrowheads="1"/>
          </p:cNvSpPr>
          <p:nvPr/>
        </p:nvSpPr>
        <p:spPr bwMode="auto">
          <a:xfrm>
            <a:off x="2559050" y="981074"/>
            <a:ext cx="4105275" cy="5544265"/>
          </a:xfrm>
          <a:prstGeom prst="rect">
            <a:avLst/>
          </a:prstGeom>
          <a:noFill/>
          <a:ln w="38100" cap="sq">
            <a:solidFill>
              <a:srgbClr val="FF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lnSpc>
                <a:spcPct val="210000"/>
              </a:lnSpc>
              <a:spcBef>
                <a:spcPct val="0"/>
              </a:spcBef>
              <a:buClrTx/>
              <a:buFontTx/>
              <a:buNone/>
            </a:pPr>
            <a:r>
              <a:rPr lang="en-US" altLang="en-US" sz="2800" b="1" dirty="0">
                <a:solidFill>
                  <a:srgbClr val="990099"/>
                </a:solidFill>
                <a:latin typeface="Times New Roman" panose="02020603050405020304" pitchFamily="18" charset="0"/>
              </a:rPr>
              <a:t>LEXICAL ANALYSER</a:t>
            </a:r>
            <a:endParaRPr lang="en-US" altLang="en-US" sz="2800" b="1" dirty="0">
              <a:solidFill>
                <a:srgbClr val="990099"/>
              </a:solidFill>
              <a:latin typeface="Times New Roman" panose="02020603050405020304" pitchFamily="18" charset="0"/>
            </a:endParaRPr>
          </a:p>
          <a:p>
            <a:pPr algn="ctr" eaLnBrk="1" hangingPunct="1">
              <a:lnSpc>
                <a:spcPct val="210000"/>
              </a:lnSpc>
              <a:spcBef>
                <a:spcPct val="0"/>
              </a:spcBef>
              <a:buClrTx/>
              <a:buFontTx/>
              <a:buNone/>
            </a:pPr>
            <a:r>
              <a:rPr lang="en-US" altLang="en-US" sz="2800" b="1" dirty="0">
                <a:solidFill>
                  <a:srgbClr val="993366"/>
                </a:solidFill>
                <a:latin typeface="Times New Roman" panose="02020603050405020304" pitchFamily="18" charset="0"/>
              </a:rPr>
              <a:t>SYNTAX ANALYSER</a:t>
            </a:r>
            <a:endParaRPr lang="en-US" altLang="en-US" sz="2800" b="1" dirty="0">
              <a:solidFill>
                <a:srgbClr val="993366"/>
              </a:solidFill>
              <a:latin typeface="Times New Roman" panose="02020603050405020304" pitchFamily="18" charset="0"/>
            </a:endParaRPr>
          </a:p>
          <a:p>
            <a:pPr algn="ctr" eaLnBrk="1" hangingPunct="1">
              <a:lnSpc>
                <a:spcPct val="210000"/>
              </a:lnSpc>
              <a:spcBef>
                <a:spcPct val="0"/>
              </a:spcBef>
              <a:buClrTx/>
              <a:buFontTx/>
              <a:buNone/>
            </a:pPr>
            <a:r>
              <a:rPr lang="en-US" altLang="en-US" sz="2800" b="1" dirty="0">
                <a:solidFill>
                  <a:srgbClr val="660033"/>
                </a:solidFill>
                <a:latin typeface="Times New Roman" panose="02020603050405020304" pitchFamily="18" charset="0"/>
              </a:rPr>
              <a:t>SEMANTIC ANALYSER</a:t>
            </a:r>
            <a:endParaRPr lang="en-US" altLang="en-US" sz="2800" b="1" dirty="0">
              <a:solidFill>
                <a:srgbClr val="660033"/>
              </a:solidFill>
              <a:latin typeface="Times New Roman" panose="02020603050405020304" pitchFamily="18" charset="0"/>
            </a:endParaRPr>
          </a:p>
          <a:p>
            <a:pPr algn="ctr" eaLnBrk="1" hangingPunct="1">
              <a:lnSpc>
                <a:spcPct val="210000"/>
              </a:lnSpc>
              <a:spcBef>
                <a:spcPct val="0"/>
              </a:spcBef>
              <a:buClrTx/>
              <a:buFontTx/>
              <a:buNone/>
            </a:pPr>
            <a:r>
              <a:rPr lang="en-US" altLang="en-US" sz="2800" b="1" dirty="0">
                <a:solidFill>
                  <a:srgbClr val="666633"/>
                </a:solidFill>
                <a:latin typeface="Times New Roman" panose="02020603050405020304" pitchFamily="18" charset="0"/>
              </a:rPr>
              <a:t>INT. CODE GEN</a:t>
            </a:r>
            <a:r>
              <a:rPr lang="en-US" altLang="en-US" sz="2800" b="1" dirty="0">
                <a:solidFill>
                  <a:srgbClr val="FFCCCC"/>
                </a:solidFill>
                <a:latin typeface="Times New Roman" panose="02020603050405020304" pitchFamily="18" charset="0"/>
              </a:rPr>
              <a:t>.</a:t>
            </a:r>
            <a:endParaRPr lang="en-US" altLang="en-US" sz="2800" b="1" dirty="0">
              <a:solidFill>
                <a:srgbClr val="FFCCCC"/>
              </a:solidFill>
              <a:latin typeface="Times New Roman" panose="02020603050405020304" pitchFamily="18" charset="0"/>
            </a:endParaRPr>
          </a:p>
          <a:p>
            <a:pPr algn="ctr" eaLnBrk="1" hangingPunct="1">
              <a:lnSpc>
                <a:spcPct val="210000"/>
              </a:lnSpc>
              <a:spcBef>
                <a:spcPct val="0"/>
              </a:spcBef>
              <a:buClrTx/>
              <a:buFontTx/>
              <a:buNone/>
            </a:pPr>
            <a:r>
              <a:rPr lang="en-US" altLang="en-US" sz="2800" b="1" dirty="0">
                <a:solidFill>
                  <a:srgbClr val="808000"/>
                </a:solidFill>
                <a:latin typeface="Times New Roman" panose="02020603050405020304" pitchFamily="18" charset="0"/>
              </a:rPr>
              <a:t>CODE OPTIMISER</a:t>
            </a:r>
            <a:endParaRPr lang="en-US" altLang="en-US" sz="2800" b="1" dirty="0">
              <a:solidFill>
                <a:srgbClr val="808000"/>
              </a:solidFill>
              <a:latin typeface="Times New Roman" panose="02020603050405020304" pitchFamily="18" charset="0"/>
            </a:endParaRPr>
          </a:p>
          <a:p>
            <a:pPr algn="ctr" eaLnBrk="1" hangingPunct="1">
              <a:lnSpc>
                <a:spcPct val="210000"/>
              </a:lnSpc>
              <a:spcBef>
                <a:spcPct val="0"/>
              </a:spcBef>
              <a:buClrTx/>
              <a:buFontTx/>
              <a:buNone/>
            </a:pPr>
            <a:r>
              <a:rPr lang="en-US" altLang="en-US" sz="2800" b="1" dirty="0">
                <a:solidFill>
                  <a:srgbClr val="996633"/>
                </a:solidFill>
                <a:latin typeface="Times New Roman" panose="02020603050405020304" pitchFamily="18" charset="0"/>
              </a:rPr>
              <a:t>CODE GENERATOR</a:t>
            </a:r>
            <a:endParaRPr lang="en-US" altLang="en-US" sz="2800" b="1" dirty="0">
              <a:solidFill>
                <a:srgbClr val="996633"/>
              </a:solidFill>
              <a:latin typeface="Times New Roman" panose="02020603050405020304" pitchFamily="18" charset="0"/>
            </a:endParaRPr>
          </a:p>
        </p:txBody>
      </p:sp>
      <p:sp>
        <p:nvSpPr>
          <p:cNvPr id="76804" name="Text Box 4"/>
          <p:cNvSpPr txBox="1">
            <a:spLocks noChangeArrowheads="1"/>
          </p:cNvSpPr>
          <p:nvPr/>
        </p:nvSpPr>
        <p:spPr bwMode="auto">
          <a:xfrm>
            <a:off x="107950" y="2884488"/>
            <a:ext cx="1738313" cy="1200150"/>
          </a:xfrm>
          <a:prstGeom prst="rect">
            <a:avLst/>
          </a:prstGeom>
          <a:noFill/>
          <a:ln w="127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spcBef>
                <a:spcPct val="0"/>
              </a:spcBef>
              <a:buClrTx/>
              <a:buFontTx/>
              <a:buNone/>
            </a:pPr>
            <a:r>
              <a:rPr lang="en-US" altLang="en-US" sz="2400">
                <a:solidFill>
                  <a:srgbClr val="003300"/>
                </a:solidFill>
                <a:latin typeface="Arial" panose="020B0704020202020204" pitchFamily="34" charset="0"/>
              </a:rPr>
              <a:t>SYMBOL</a:t>
            </a:r>
            <a:endParaRPr lang="en-US" altLang="en-US" sz="2400">
              <a:solidFill>
                <a:srgbClr val="003300"/>
              </a:solidFill>
              <a:latin typeface="Arial" panose="020B0704020202020204" pitchFamily="34" charset="0"/>
            </a:endParaRPr>
          </a:p>
          <a:p>
            <a:pPr algn="ctr" eaLnBrk="1" hangingPunct="1">
              <a:spcBef>
                <a:spcPct val="0"/>
              </a:spcBef>
              <a:buClrTx/>
              <a:buFontTx/>
              <a:buNone/>
            </a:pPr>
            <a:r>
              <a:rPr lang="en-US" altLang="en-US" sz="2400">
                <a:solidFill>
                  <a:srgbClr val="003300"/>
                </a:solidFill>
                <a:latin typeface="Arial" panose="020B0704020202020204" pitchFamily="34" charset="0"/>
              </a:rPr>
              <a:t>TABLE</a:t>
            </a:r>
            <a:endParaRPr lang="en-US" altLang="en-US" sz="2400">
              <a:solidFill>
                <a:srgbClr val="003300"/>
              </a:solidFill>
              <a:latin typeface="Arial" panose="020B0704020202020204" pitchFamily="34" charset="0"/>
            </a:endParaRPr>
          </a:p>
          <a:p>
            <a:pPr algn="ctr" eaLnBrk="1" hangingPunct="1">
              <a:spcBef>
                <a:spcPct val="0"/>
              </a:spcBef>
              <a:buClrTx/>
              <a:buFontTx/>
              <a:buNone/>
            </a:pPr>
            <a:r>
              <a:rPr lang="en-US" altLang="en-US" sz="2400">
                <a:solidFill>
                  <a:srgbClr val="003300"/>
                </a:solidFill>
                <a:latin typeface="Arial" panose="020B0704020202020204" pitchFamily="34" charset="0"/>
              </a:rPr>
              <a:t>MANAGER</a:t>
            </a:r>
            <a:endParaRPr lang="en-US" altLang="en-US" sz="2400">
              <a:solidFill>
                <a:srgbClr val="003300"/>
              </a:solidFill>
              <a:latin typeface="Arial" panose="020B0704020202020204" pitchFamily="34" charset="0"/>
            </a:endParaRPr>
          </a:p>
        </p:txBody>
      </p:sp>
      <p:sp>
        <p:nvSpPr>
          <p:cNvPr id="76805" name="Line 5"/>
          <p:cNvSpPr>
            <a:spLocks noChangeShapeType="1"/>
          </p:cNvSpPr>
          <p:nvPr/>
        </p:nvSpPr>
        <p:spPr bwMode="auto">
          <a:xfrm flipV="1">
            <a:off x="1257300" y="1743075"/>
            <a:ext cx="1295400" cy="1066800"/>
          </a:xfrm>
          <a:prstGeom prst="line">
            <a:avLst/>
          </a:prstGeom>
          <a:noFill/>
          <a:ln w="12700" cap="sq">
            <a:solidFill>
              <a:srgbClr val="003366"/>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IN"/>
          </a:p>
        </p:txBody>
      </p:sp>
      <p:sp>
        <p:nvSpPr>
          <p:cNvPr id="76806" name="Line 6"/>
          <p:cNvSpPr>
            <a:spLocks noChangeShapeType="1"/>
          </p:cNvSpPr>
          <p:nvPr/>
        </p:nvSpPr>
        <p:spPr bwMode="auto">
          <a:xfrm flipV="1">
            <a:off x="1638300" y="2352675"/>
            <a:ext cx="914400" cy="457200"/>
          </a:xfrm>
          <a:prstGeom prst="line">
            <a:avLst/>
          </a:prstGeom>
          <a:noFill/>
          <a:ln w="12700" cap="sq">
            <a:solidFill>
              <a:srgbClr val="003366"/>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IN"/>
          </a:p>
        </p:txBody>
      </p:sp>
      <p:sp>
        <p:nvSpPr>
          <p:cNvPr id="76807" name="Line 7"/>
          <p:cNvSpPr>
            <a:spLocks noChangeShapeType="1"/>
          </p:cNvSpPr>
          <p:nvPr/>
        </p:nvSpPr>
        <p:spPr bwMode="auto">
          <a:xfrm>
            <a:off x="1866900" y="3190875"/>
            <a:ext cx="685800" cy="0"/>
          </a:xfrm>
          <a:prstGeom prst="line">
            <a:avLst/>
          </a:prstGeom>
          <a:noFill/>
          <a:ln w="12700" cap="sq">
            <a:solidFill>
              <a:srgbClr val="003366"/>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IN"/>
          </a:p>
        </p:txBody>
      </p:sp>
      <p:sp>
        <p:nvSpPr>
          <p:cNvPr id="76808" name="Line 8"/>
          <p:cNvSpPr>
            <a:spLocks noChangeShapeType="1"/>
          </p:cNvSpPr>
          <p:nvPr/>
        </p:nvSpPr>
        <p:spPr bwMode="auto">
          <a:xfrm>
            <a:off x="1866900" y="3648075"/>
            <a:ext cx="685800" cy="381000"/>
          </a:xfrm>
          <a:prstGeom prst="line">
            <a:avLst/>
          </a:prstGeom>
          <a:noFill/>
          <a:ln w="12700" cap="sq">
            <a:solidFill>
              <a:srgbClr val="003366"/>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IN"/>
          </a:p>
        </p:txBody>
      </p:sp>
      <p:sp>
        <p:nvSpPr>
          <p:cNvPr id="76809" name="Line 9"/>
          <p:cNvSpPr>
            <a:spLocks noChangeShapeType="1"/>
          </p:cNvSpPr>
          <p:nvPr/>
        </p:nvSpPr>
        <p:spPr bwMode="auto">
          <a:xfrm>
            <a:off x="1790700" y="4029075"/>
            <a:ext cx="762000" cy="685800"/>
          </a:xfrm>
          <a:prstGeom prst="line">
            <a:avLst/>
          </a:prstGeom>
          <a:noFill/>
          <a:ln w="12700" cap="sq">
            <a:solidFill>
              <a:srgbClr val="003366"/>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IN"/>
          </a:p>
        </p:txBody>
      </p:sp>
      <p:sp>
        <p:nvSpPr>
          <p:cNvPr id="76810" name="Line 10"/>
          <p:cNvSpPr>
            <a:spLocks noChangeShapeType="1"/>
          </p:cNvSpPr>
          <p:nvPr/>
        </p:nvSpPr>
        <p:spPr bwMode="auto">
          <a:xfrm>
            <a:off x="1409700" y="4105275"/>
            <a:ext cx="1143000" cy="1600200"/>
          </a:xfrm>
          <a:prstGeom prst="line">
            <a:avLst/>
          </a:prstGeom>
          <a:noFill/>
          <a:ln w="12700" cap="sq">
            <a:solidFill>
              <a:srgbClr val="003366"/>
            </a:solidFill>
            <a:round/>
            <a:headEnd type="triangle" w="med" len="med"/>
            <a:tailEnd type="none" w="sm" len="sm"/>
          </a:ln>
          <a:extLst>
            <a:ext uri="{909E8E84-426E-40DD-AFC4-6F175D3DCCD1}">
              <a14:hiddenFill xmlns:a14="http://schemas.microsoft.com/office/drawing/2010/main">
                <a:noFill/>
              </a14:hiddenFill>
            </a:ext>
          </a:extLst>
        </p:spPr>
        <p:txBody>
          <a:bodyPr/>
          <a:lstStyle/>
          <a:p>
            <a:endParaRPr lang="en-IN"/>
          </a:p>
        </p:txBody>
      </p:sp>
      <p:sp>
        <p:nvSpPr>
          <p:cNvPr id="76811" name="Text Box 11"/>
          <p:cNvSpPr txBox="1">
            <a:spLocks noChangeArrowheads="1"/>
          </p:cNvSpPr>
          <p:nvPr/>
        </p:nvSpPr>
        <p:spPr bwMode="auto">
          <a:xfrm>
            <a:off x="7451725" y="3190875"/>
            <a:ext cx="1654175" cy="835025"/>
          </a:xfrm>
          <a:prstGeom prst="rect">
            <a:avLst/>
          </a:prstGeom>
          <a:noFill/>
          <a:ln w="12700" cap="sq">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spcBef>
                <a:spcPct val="0"/>
              </a:spcBef>
              <a:buClrTx/>
              <a:buFontTx/>
              <a:buNone/>
            </a:pPr>
            <a:r>
              <a:rPr lang="en-US" altLang="en-US" sz="2400">
                <a:solidFill>
                  <a:srgbClr val="FF3300"/>
                </a:solidFill>
                <a:latin typeface="Arial" panose="020B0704020202020204" pitchFamily="34" charset="0"/>
              </a:rPr>
              <a:t>ERROR</a:t>
            </a:r>
            <a:endParaRPr lang="en-US" altLang="en-US" sz="2400">
              <a:solidFill>
                <a:srgbClr val="FF3300"/>
              </a:solidFill>
              <a:latin typeface="Arial" panose="020B0704020202020204" pitchFamily="34" charset="0"/>
            </a:endParaRPr>
          </a:p>
          <a:p>
            <a:pPr algn="ctr" eaLnBrk="1" hangingPunct="1">
              <a:spcBef>
                <a:spcPct val="0"/>
              </a:spcBef>
              <a:buClrTx/>
              <a:buFontTx/>
              <a:buNone/>
            </a:pPr>
            <a:r>
              <a:rPr lang="en-US" altLang="en-US" sz="2400">
                <a:solidFill>
                  <a:srgbClr val="FF3300"/>
                </a:solidFill>
                <a:latin typeface="Arial" panose="020B0704020202020204" pitchFamily="34" charset="0"/>
              </a:rPr>
              <a:t>HANDLER</a:t>
            </a:r>
            <a:endParaRPr lang="en-US" altLang="en-US" sz="2400">
              <a:solidFill>
                <a:srgbClr val="FF3300"/>
              </a:solidFill>
              <a:latin typeface="Arial" panose="020B0704020202020204" pitchFamily="34" charset="0"/>
            </a:endParaRPr>
          </a:p>
        </p:txBody>
      </p:sp>
      <p:sp>
        <p:nvSpPr>
          <p:cNvPr id="76812" name="Line 12"/>
          <p:cNvSpPr>
            <a:spLocks noChangeShapeType="1"/>
          </p:cNvSpPr>
          <p:nvPr/>
        </p:nvSpPr>
        <p:spPr bwMode="auto">
          <a:xfrm>
            <a:off x="6743700" y="1590675"/>
            <a:ext cx="1295400" cy="1600200"/>
          </a:xfrm>
          <a:prstGeom prst="line">
            <a:avLst/>
          </a:prstGeom>
          <a:noFill/>
          <a:ln w="12700" cap="sq">
            <a:solidFill>
              <a:schemeClr val="accent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76813" name="Line 13"/>
          <p:cNvSpPr>
            <a:spLocks noChangeShapeType="1"/>
          </p:cNvSpPr>
          <p:nvPr/>
        </p:nvSpPr>
        <p:spPr bwMode="auto">
          <a:xfrm>
            <a:off x="6743700" y="2505075"/>
            <a:ext cx="838200" cy="68580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76814" name="Line 14"/>
          <p:cNvSpPr>
            <a:spLocks noChangeShapeType="1"/>
          </p:cNvSpPr>
          <p:nvPr/>
        </p:nvSpPr>
        <p:spPr bwMode="auto">
          <a:xfrm>
            <a:off x="6819900" y="3495675"/>
            <a:ext cx="609600"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76815" name="Line 15"/>
          <p:cNvSpPr>
            <a:spLocks noChangeShapeType="1"/>
          </p:cNvSpPr>
          <p:nvPr/>
        </p:nvSpPr>
        <p:spPr bwMode="auto">
          <a:xfrm flipV="1">
            <a:off x="6667500" y="3876675"/>
            <a:ext cx="685800" cy="30480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76816" name="Line 16"/>
          <p:cNvSpPr>
            <a:spLocks noChangeShapeType="1"/>
          </p:cNvSpPr>
          <p:nvPr/>
        </p:nvSpPr>
        <p:spPr bwMode="auto">
          <a:xfrm flipV="1">
            <a:off x="6743700" y="4029075"/>
            <a:ext cx="685800" cy="91440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76817" name="Line 17"/>
          <p:cNvSpPr>
            <a:spLocks noChangeShapeType="1"/>
          </p:cNvSpPr>
          <p:nvPr/>
        </p:nvSpPr>
        <p:spPr bwMode="auto">
          <a:xfrm flipV="1">
            <a:off x="6743700" y="4029075"/>
            <a:ext cx="990600" cy="190500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76818" name="Rectangle 18"/>
          <p:cNvSpPr>
            <a:spLocks noChangeArrowheads="1"/>
          </p:cNvSpPr>
          <p:nvPr/>
        </p:nvSpPr>
        <p:spPr bwMode="auto">
          <a:xfrm>
            <a:off x="34925" y="4676775"/>
            <a:ext cx="2376488" cy="1117600"/>
          </a:xfrm>
          <a:prstGeom prst="rect">
            <a:avLst/>
          </a:prstGeom>
          <a:solidFill>
            <a:srgbClr val="333300"/>
          </a:solidFill>
          <a:ln w="9525">
            <a:solidFill>
              <a:srgbClr val="FF9966"/>
            </a:solidFill>
            <a:miter lim="800000"/>
            <a:headEnd type="none" w="sm" len="sm"/>
            <a:tailEnd type="none" w="sm" len="sm"/>
          </a:ln>
        </p:spPr>
        <p:txBody>
          <a:bodyPr tIns="91440" bIns="91440" anchor="ctr" anchorCtr="1">
            <a:spAutoFit/>
          </a:bodyPr>
          <a:lstStyle>
            <a:lvl1pPr marL="342900" indent="-342900"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lnSpc>
                <a:spcPct val="60000"/>
              </a:lnSpc>
              <a:buClr>
                <a:srgbClr val="66CCFF"/>
              </a:buClr>
              <a:buFont typeface="Wingdings" panose="05000000000000000000" pitchFamily="2" charset="2"/>
              <a:buNone/>
            </a:pPr>
            <a:r>
              <a:rPr lang="en-US" altLang="en-US" sz="3200">
                <a:solidFill>
                  <a:srgbClr val="FF9966"/>
                </a:solidFill>
              </a:rPr>
              <a:t>SYNTHESIS</a:t>
            </a:r>
            <a:endParaRPr lang="en-US" altLang="en-US" sz="3200">
              <a:solidFill>
                <a:srgbClr val="66CCFF"/>
              </a:solidFill>
            </a:endParaRPr>
          </a:p>
          <a:p>
            <a:pPr algn="ctr" eaLnBrk="1" hangingPunct="1">
              <a:lnSpc>
                <a:spcPct val="60000"/>
              </a:lnSpc>
              <a:buClr>
                <a:srgbClr val="66CCFF"/>
              </a:buClr>
              <a:buFont typeface="Wingdings" panose="05000000000000000000" pitchFamily="2" charset="2"/>
              <a:buNone/>
            </a:pPr>
            <a:r>
              <a:rPr lang="en-US" altLang="en-US" sz="3200">
                <a:solidFill>
                  <a:srgbClr val="FF9966"/>
                </a:solidFill>
              </a:rPr>
              <a:t>Part </a:t>
            </a:r>
            <a:endParaRPr lang="en-US" altLang="en-US" sz="3200">
              <a:solidFill>
                <a:srgbClr val="FF9966"/>
              </a:solidFill>
            </a:endParaRPr>
          </a:p>
          <a:p>
            <a:pPr algn="ctr" eaLnBrk="1" hangingPunct="1">
              <a:lnSpc>
                <a:spcPct val="60000"/>
              </a:lnSpc>
              <a:buClr>
                <a:srgbClr val="66CCFF"/>
              </a:buClr>
              <a:buFont typeface="Wingdings" panose="05000000000000000000" pitchFamily="2" charset="2"/>
              <a:buNone/>
            </a:pPr>
            <a:r>
              <a:rPr lang="en-US" altLang="en-US">
                <a:solidFill>
                  <a:srgbClr val="FF9966"/>
                </a:solidFill>
              </a:rPr>
              <a:t>(A.k.a Back end)</a:t>
            </a:r>
            <a:endParaRPr lang="en-US" altLang="en-US">
              <a:solidFill>
                <a:srgbClr val="FF9966"/>
              </a:solidFill>
            </a:endParaRPr>
          </a:p>
        </p:txBody>
      </p:sp>
      <p:sp>
        <p:nvSpPr>
          <p:cNvPr id="76819" name="Rectangle 19"/>
          <p:cNvSpPr>
            <a:spLocks noChangeArrowheads="1"/>
          </p:cNvSpPr>
          <p:nvPr/>
        </p:nvSpPr>
        <p:spPr bwMode="auto">
          <a:xfrm>
            <a:off x="0" y="1506538"/>
            <a:ext cx="2339975" cy="1347787"/>
          </a:xfrm>
          <a:prstGeom prst="rect">
            <a:avLst/>
          </a:prstGeom>
          <a:solidFill>
            <a:srgbClr val="333300"/>
          </a:solidFill>
          <a:ln w="9525">
            <a:solidFill>
              <a:srgbClr val="66CCFF"/>
            </a:solidFill>
            <a:miter lim="800000"/>
            <a:headEnd type="none" w="sm" len="sm"/>
            <a:tailEnd type="none" w="sm" len="sm"/>
          </a:ln>
        </p:spPr>
        <p:txBody>
          <a:bodyPr lIns="182880" tIns="182880" rIns="182880" bIns="182880" anchor="ctr" anchorCtr="1">
            <a:spAutoFit/>
          </a:bodyPr>
          <a:lstStyle>
            <a:lvl1pPr marL="342900" indent="-342900"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eaLnBrk="1" hangingPunct="1">
              <a:lnSpc>
                <a:spcPct val="60000"/>
              </a:lnSpc>
              <a:buClr>
                <a:srgbClr val="66CCFF"/>
              </a:buClr>
              <a:buFont typeface="Wingdings" panose="05000000000000000000" pitchFamily="2" charset="2"/>
              <a:buNone/>
            </a:pPr>
            <a:r>
              <a:rPr lang="en-US" altLang="en-US" sz="3200">
                <a:solidFill>
                  <a:srgbClr val="66CCFF"/>
                </a:solidFill>
              </a:rPr>
              <a:t>ANALYSIS</a:t>
            </a:r>
            <a:endParaRPr lang="en-US" altLang="en-US" sz="3200">
              <a:solidFill>
                <a:srgbClr val="66CCFF"/>
              </a:solidFill>
            </a:endParaRPr>
          </a:p>
          <a:p>
            <a:pPr algn="ctr" eaLnBrk="1" hangingPunct="1">
              <a:lnSpc>
                <a:spcPct val="60000"/>
              </a:lnSpc>
              <a:buClr>
                <a:srgbClr val="66CCFF"/>
              </a:buClr>
              <a:buFont typeface="Wingdings" panose="05000000000000000000" pitchFamily="2" charset="2"/>
              <a:buNone/>
            </a:pPr>
            <a:r>
              <a:rPr lang="en-US" altLang="en-US" sz="3200">
                <a:solidFill>
                  <a:srgbClr val="66CCFF"/>
                </a:solidFill>
              </a:rPr>
              <a:t>Part</a:t>
            </a:r>
            <a:r>
              <a:rPr lang="en-US" altLang="en-US" sz="3200">
                <a:solidFill>
                  <a:srgbClr val="00CCFF"/>
                </a:solidFill>
              </a:rPr>
              <a:t> </a:t>
            </a:r>
            <a:endParaRPr lang="en-US" altLang="en-US" sz="3200">
              <a:solidFill>
                <a:srgbClr val="00CCFF"/>
              </a:solidFill>
            </a:endParaRPr>
          </a:p>
          <a:p>
            <a:pPr algn="ctr" eaLnBrk="1" hangingPunct="1">
              <a:lnSpc>
                <a:spcPct val="60000"/>
              </a:lnSpc>
              <a:buClr>
                <a:srgbClr val="66CCFF"/>
              </a:buClr>
              <a:buFont typeface="Wingdings" panose="05000000000000000000" pitchFamily="2" charset="2"/>
              <a:buNone/>
            </a:pPr>
            <a:r>
              <a:rPr lang="en-US" altLang="en-US" sz="2400">
                <a:solidFill>
                  <a:srgbClr val="00CCFF"/>
                </a:solidFill>
              </a:rPr>
              <a:t>(A.k.a Front end)</a:t>
            </a:r>
            <a:endParaRPr lang="en-US" altLang="en-US" sz="2400">
              <a:solidFill>
                <a:srgbClr val="00CCFF"/>
              </a:solidFill>
            </a:endParaRPr>
          </a:p>
        </p:txBody>
      </p:sp>
      <p:sp>
        <p:nvSpPr>
          <p:cNvPr id="76820" name="AutoShape 20"/>
          <p:cNvSpPr/>
          <p:nvPr/>
        </p:nvSpPr>
        <p:spPr bwMode="auto">
          <a:xfrm>
            <a:off x="2339975" y="1341438"/>
            <a:ext cx="215900" cy="2232025"/>
          </a:xfrm>
          <a:prstGeom prst="leftBrace">
            <a:avLst>
              <a:gd name="adj1" fmla="val 86152"/>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endParaRPr lang="en-US" altLang="en-US"/>
          </a:p>
        </p:txBody>
      </p:sp>
      <p:sp>
        <p:nvSpPr>
          <p:cNvPr id="76821" name="AutoShape 21"/>
          <p:cNvSpPr/>
          <p:nvPr/>
        </p:nvSpPr>
        <p:spPr bwMode="auto">
          <a:xfrm>
            <a:off x="2339975" y="4149725"/>
            <a:ext cx="215900" cy="2232025"/>
          </a:xfrm>
          <a:prstGeom prst="leftBrace">
            <a:avLst>
              <a:gd name="adj1" fmla="val 86152"/>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with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 calcmode="lin" valueType="num">
                                      <p:cBhvr>
                                        <p:cTn id="7" dur="500" fill="hold"/>
                                        <p:tgtEl>
                                          <p:spTgt spid="7680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680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7680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76803">
                                            <p:txEl>
                                              <p:pRg st="0" end="0"/>
                                            </p:txEl>
                                          </p:spTgt>
                                        </p:tgtEl>
                                        <p:attrNameLst>
                                          <p:attrName>ppt_y</p:attrName>
                                        </p:attrNameLst>
                                      </p:cBhvr>
                                      <p:tavLst>
                                        <p:tav tm="0">
                                          <p:val>
                                            <p:fltVal val="0.5"/>
                                          </p:val>
                                        </p:tav>
                                        <p:tav tm="100000">
                                          <p:val>
                                            <p:strVal val="#ppt_y"/>
                                          </p:val>
                                        </p:tav>
                                      </p:tavLst>
                                    </p:anim>
                                  </p:childTnLst>
                                </p:cTn>
                              </p:par>
                              <p:par>
                                <p:cTn id="11" presetID="23" presetClass="entr" presetSubtype="528" fill="hold" grpId="0" nodeType="withEffect">
                                  <p:stCondLst>
                                    <p:cond delay="0"/>
                                  </p:stCondLst>
                                  <p:childTnLst>
                                    <p:set>
                                      <p:cBhvr>
                                        <p:cTn id="12" dur="1" fill="hold">
                                          <p:stCondLst>
                                            <p:cond delay="0"/>
                                          </p:stCondLst>
                                        </p:cTn>
                                        <p:tgtEl>
                                          <p:spTgt spid="76803">
                                            <p:txEl>
                                              <p:pRg st="1" end="1"/>
                                            </p:txEl>
                                          </p:spTgt>
                                        </p:tgtEl>
                                        <p:attrNameLst>
                                          <p:attrName>style.visibility</p:attrName>
                                        </p:attrNameLst>
                                      </p:cBhvr>
                                      <p:to>
                                        <p:strVal val="visible"/>
                                      </p:to>
                                    </p:set>
                                    <p:anim calcmode="lin" valueType="num">
                                      <p:cBhvr>
                                        <p:cTn id="13" dur="500" fill="hold"/>
                                        <p:tgtEl>
                                          <p:spTgt spid="7680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7680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76803">
                                            <p:txEl>
                                              <p:pRg st="1" end="1"/>
                                            </p:txEl>
                                          </p:spTgt>
                                        </p:tgtEl>
                                        <p:attrNameLst>
                                          <p:attrName>ppt_x</p:attrName>
                                        </p:attrNameLst>
                                      </p:cBhvr>
                                      <p:tavLst>
                                        <p:tav tm="0">
                                          <p:val>
                                            <p:fltVal val="0.5"/>
                                          </p:val>
                                        </p:tav>
                                        <p:tav tm="100000">
                                          <p:val>
                                            <p:strVal val="#ppt_x"/>
                                          </p:val>
                                        </p:tav>
                                      </p:tavLst>
                                    </p:anim>
                                    <p:anim calcmode="lin" valueType="num">
                                      <p:cBhvr>
                                        <p:cTn id="16" dur="500" fill="hold"/>
                                        <p:tgtEl>
                                          <p:spTgt spid="76803">
                                            <p:txEl>
                                              <p:pRg st="1" end="1"/>
                                            </p:txEl>
                                          </p:spTgt>
                                        </p:tgtEl>
                                        <p:attrNameLst>
                                          <p:attrName>ppt_y</p:attrName>
                                        </p:attrNameLst>
                                      </p:cBhvr>
                                      <p:tavLst>
                                        <p:tav tm="0">
                                          <p:val>
                                            <p:fltVal val="0.5"/>
                                          </p:val>
                                        </p:tav>
                                        <p:tav tm="100000">
                                          <p:val>
                                            <p:strVal val="#ppt_y"/>
                                          </p:val>
                                        </p:tav>
                                      </p:tavLst>
                                    </p:anim>
                                  </p:childTnLst>
                                </p:cTn>
                              </p:par>
                              <p:par>
                                <p:cTn id="17" presetID="23" presetClass="entr" presetSubtype="528" fill="hold" grpId="0" nodeType="withEffect">
                                  <p:stCondLst>
                                    <p:cond delay="0"/>
                                  </p:stCondLst>
                                  <p:childTnLst>
                                    <p:set>
                                      <p:cBhvr>
                                        <p:cTn id="18" dur="1" fill="hold">
                                          <p:stCondLst>
                                            <p:cond delay="0"/>
                                          </p:stCondLst>
                                        </p:cTn>
                                        <p:tgtEl>
                                          <p:spTgt spid="76803">
                                            <p:txEl>
                                              <p:pRg st="2" end="2"/>
                                            </p:txEl>
                                          </p:spTgt>
                                        </p:tgtEl>
                                        <p:attrNameLst>
                                          <p:attrName>style.visibility</p:attrName>
                                        </p:attrNameLst>
                                      </p:cBhvr>
                                      <p:to>
                                        <p:strVal val="visible"/>
                                      </p:to>
                                    </p:set>
                                    <p:anim calcmode="lin" valueType="num">
                                      <p:cBhvr>
                                        <p:cTn id="19" dur="500" fill="hold"/>
                                        <p:tgtEl>
                                          <p:spTgt spid="7680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7680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76803">
                                            <p:txEl>
                                              <p:pRg st="2" end="2"/>
                                            </p:txEl>
                                          </p:spTgt>
                                        </p:tgtEl>
                                        <p:attrNameLst>
                                          <p:attrName>ppt_x</p:attrName>
                                        </p:attrNameLst>
                                      </p:cBhvr>
                                      <p:tavLst>
                                        <p:tav tm="0">
                                          <p:val>
                                            <p:fltVal val="0.5"/>
                                          </p:val>
                                        </p:tav>
                                        <p:tav tm="100000">
                                          <p:val>
                                            <p:strVal val="#ppt_x"/>
                                          </p:val>
                                        </p:tav>
                                      </p:tavLst>
                                    </p:anim>
                                    <p:anim calcmode="lin" valueType="num">
                                      <p:cBhvr>
                                        <p:cTn id="22" dur="500" fill="hold"/>
                                        <p:tgtEl>
                                          <p:spTgt spid="76803">
                                            <p:txEl>
                                              <p:pRg st="2" end="2"/>
                                            </p:txEl>
                                          </p:spTgt>
                                        </p:tgtEl>
                                        <p:attrNameLst>
                                          <p:attrName>ppt_y</p:attrName>
                                        </p:attrNameLst>
                                      </p:cBhvr>
                                      <p:tavLst>
                                        <p:tav tm="0">
                                          <p:val>
                                            <p:fltVal val="0.5"/>
                                          </p:val>
                                        </p:tav>
                                        <p:tav tm="100000">
                                          <p:val>
                                            <p:strVal val="#ppt_y"/>
                                          </p:val>
                                        </p:tav>
                                      </p:tavLst>
                                    </p:anim>
                                  </p:childTnLst>
                                </p:cTn>
                              </p:par>
                              <p:par>
                                <p:cTn id="23" presetID="23" presetClass="entr" presetSubtype="528" fill="hold" grpId="0" nodeType="withEffect">
                                  <p:stCondLst>
                                    <p:cond delay="0"/>
                                  </p:stCondLst>
                                  <p:childTnLst>
                                    <p:set>
                                      <p:cBhvr>
                                        <p:cTn id="24" dur="1" fill="hold">
                                          <p:stCondLst>
                                            <p:cond delay="0"/>
                                          </p:stCondLst>
                                        </p:cTn>
                                        <p:tgtEl>
                                          <p:spTgt spid="76803">
                                            <p:txEl>
                                              <p:pRg st="3" end="3"/>
                                            </p:txEl>
                                          </p:spTgt>
                                        </p:tgtEl>
                                        <p:attrNameLst>
                                          <p:attrName>style.visibility</p:attrName>
                                        </p:attrNameLst>
                                      </p:cBhvr>
                                      <p:to>
                                        <p:strVal val="visible"/>
                                      </p:to>
                                    </p:set>
                                    <p:anim calcmode="lin" valueType="num">
                                      <p:cBhvr>
                                        <p:cTn id="25" dur="500" fill="hold"/>
                                        <p:tgtEl>
                                          <p:spTgt spid="7680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76803">
                                            <p:txEl>
                                              <p:pRg st="3" end="3"/>
                                            </p:txEl>
                                          </p:spTgt>
                                        </p:tgtEl>
                                        <p:attrNameLst>
                                          <p:attrName>ppt_h</p:attrName>
                                        </p:attrNameLst>
                                      </p:cBhvr>
                                      <p:tavLst>
                                        <p:tav tm="0">
                                          <p:val>
                                            <p:fltVal val="0"/>
                                          </p:val>
                                        </p:tav>
                                        <p:tav tm="100000">
                                          <p:val>
                                            <p:strVal val="#ppt_h"/>
                                          </p:val>
                                        </p:tav>
                                      </p:tavLst>
                                    </p:anim>
                                    <p:anim calcmode="lin" valueType="num">
                                      <p:cBhvr>
                                        <p:cTn id="27" dur="500" fill="hold"/>
                                        <p:tgtEl>
                                          <p:spTgt spid="76803">
                                            <p:txEl>
                                              <p:pRg st="3" end="3"/>
                                            </p:txEl>
                                          </p:spTgt>
                                        </p:tgtEl>
                                        <p:attrNameLst>
                                          <p:attrName>ppt_x</p:attrName>
                                        </p:attrNameLst>
                                      </p:cBhvr>
                                      <p:tavLst>
                                        <p:tav tm="0">
                                          <p:val>
                                            <p:fltVal val="0.5"/>
                                          </p:val>
                                        </p:tav>
                                        <p:tav tm="100000">
                                          <p:val>
                                            <p:strVal val="#ppt_x"/>
                                          </p:val>
                                        </p:tav>
                                      </p:tavLst>
                                    </p:anim>
                                    <p:anim calcmode="lin" valueType="num">
                                      <p:cBhvr>
                                        <p:cTn id="28" dur="500" fill="hold"/>
                                        <p:tgtEl>
                                          <p:spTgt spid="76803">
                                            <p:txEl>
                                              <p:pRg st="3" end="3"/>
                                            </p:txEl>
                                          </p:spTgt>
                                        </p:tgtEl>
                                        <p:attrNameLst>
                                          <p:attrName>ppt_y</p:attrName>
                                        </p:attrNameLst>
                                      </p:cBhvr>
                                      <p:tavLst>
                                        <p:tav tm="0">
                                          <p:val>
                                            <p:fltVal val="0.5"/>
                                          </p:val>
                                        </p:tav>
                                        <p:tav tm="100000">
                                          <p:val>
                                            <p:strVal val="#ppt_y"/>
                                          </p:val>
                                        </p:tav>
                                      </p:tavLst>
                                    </p:anim>
                                  </p:childTnLst>
                                </p:cTn>
                              </p:par>
                              <p:par>
                                <p:cTn id="29" presetID="23" presetClass="entr" presetSubtype="528" fill="hold" grpId="0" nodeType="withEffect">
                                  <p:stCondLst>
                                    <p:cond delay="0"/>
                                  </p:stCondLst>
                                  <p:childTnLst>
                                    <p:set>
                                      <p:cBhvr>
                                        <p:cTn id="30" dur="1" fill="hold">
                                          <p:stCondLst>
                                            <p:cond delay="0"/>
                                          </p:stCondLst>
                                        </p:cTn>
                                        <p:tgtEl>
                                          <p:spTgt spid="76803">
                                            <p:txEl>
                                              <p:pRg st="4" end="4"/>
                                            </p:txEl>
                                          </p:spTgt>
                                        </p:tgtEl>
                                        <p:attrNameLst>
                                          <p:attrName>style.visibility</p:attrName>
                                        </p:attrNameLst>
                                      </p:cBhvr>
                                      <p:to>
                                        <p:strVal val="visible"/>
                                      </p:to>
                                    </p:set>
                                    <p:anim calcmode="lin" valueType="num">
                                      <p:cBhvr>
                                        <p:cTn id="31" dur="500" fill="hold"/>
                                        <p:tgtEl>
                                          <p:spTgt spid="76803">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76803">
                                            <p:txEl>
                                              <p:pRg st="4" end="4"/>
                                            </p:txEl>
                                          </p:spTgt>
                                        </p:tgtEl>
                                        <p:attrNameLst>
                                          <p:attrName>ppt_h</p:attrName>
                                        </p:attrNameLst>
                                      </p:cBhvr>
                                      <p:tavLst>
                                        <p:tav tm="0">
                                          <p:val>
                                            <p:fltVal val="0"/>
                                          </p:val>
                                        </p:tav>
                                        <p:tav tm="100000">
                                          <p:val>
                                            <p:strVal val="#ppt_h"/>
                                          </p:val>
                                        </p:tav>
                                      </p:tavLst>
                                    </p:anim>
                                    <p:anim calcmode="lin" valueType="num">
                                      <p:cBhvr>
                                        <p:cTn id="33" dur="500" fill="hold"/>
                                        <p:tgtEl>
                                          <p:spTgt spid="76803">
                                            <p:txEl>
                                              <p:pRg st="4" end="4"/>
                                            </p:txEl>
                                          </p:spTgt>
                                        </p:tgtEl>
                                        <p:attrNameLst>
                                          <p:attrName>ppt_x</p:attrName>
                                        </p:attrNameLst>
                                      </p:cBhvr>
                                      <p:tavLst>
                                        <p:tav tm="0">
                                          <p:val>
                                            <p:fltVal val="0.5"/>
                                          </p:val>
                                        </p:tav>
                                        <p:tav tm="100000">
                                          <p:val>
                                            <p:strVal val="#ppt_x"/>
                                          </p:val>
                                        </p:tav>
                                      </p:tavLst>
                                    </p:anim>
                                    <p:anim calcmode="lin" valueType="num">
                                      <p:cBhvr>
                                        <p:cTn id="34" dur="500" fill="hold"/>
                                        <p:tgtEl>
                                          <p:spTgt spid="76803">
                                            <p:txEl>
                                              <p:pRg st="4" end="4"/>
                                            </p:txEl>
                                          </p:spTgt>
                                        </p:tgtEl>
                                        <p:attrNameLst>
                                          <p:attrName>ppt_y</p:attrName>
                                        </p:attrNameLst>
                                      </p:cBhvr>
                                      <p:tavLst>
                                        <p:tav tm="0">
                                          <p:val>
                                            <p:fltVal val="0.5"/>
                                          </p:val>
                                        </p:tav>
                                        <p:tav tm="100000">
                                          <p:val>
                                            <p:strVal val="#ppt_y"/>
                                          </p:val>
                                        </p:tav>
                                      </p:tavLst>
                                    </p:anim>
                                  </p:childTnLst>
                                </p:cTn>
                              </p:par>
                              <p:par>
                                <p:cTn id="35" presetID="23" presetClass="entr" presetSubtype="528" fill="hold" grpId="0" nodeType="withEffect">
                                  <p:stCondLst>
                                    <p:cond delay="0"/>
                                  </p:stCondLst>
                                  <p:childTnLst>
                                    <p:set>
                                      <p:cBhvr>
                                        <p:cTn id="36" dur="1" fill="hold">
                                          <p:stCondLst>
                                            <p:cond delay="0"/>
                                          </p:stCondLst>
                                        </p:cTn>
                                        <p:tgtEl>
                                          <p:spTgt spid="76803">
                                            <p:txEl>
                                              <p:pRg st="5" end="5"/>
                                            </p:txEl>
                                          </p:spTgt>
                                        </p:tgtEl>
                                        <p:attrNameLst>
                                          <p:attrName>style.visibility</p:attrName>
                                        </p:attrNameLst>
                                      </p:cBhvr>
                                      <p:to>
                                        <p:strVal val="visible"/>
                                      </p:to>
                                    </p:set>
                                    <p:anim calcmode="lin" valueType="num">
                                      <p:cBhvr>
                                        <p:cTn id="37" dur="500" fill="hold"/>
                                        <p:tgtEl>
                                          <p:spTgt spid="76803">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76803">
                                            <p:txEl>
                                              <p:pRg st="5" end="5"/>
                                            </p:txEl>
                                          </p:spTgt>
                                        </p:tgtEl>
                                        <p:attrNameLst>
                                          <p:attrName>ppt_h</p:attrName>
                                        </p:attrNameLst>
                                      </p:cBhvr>
                                      <p:tavLst>
                                        <p:tav tm="0">
                                          <p:val>
                                            <p:fltVal val="0"/>
                                          </p:val>
                                        </p:tav>
                                        <p:tav tm="100000">
                                          <p:val>
                                            <p:strVal val="#ppt_h"/>
                                          </p:val>
                                        </p:tav>
                                      </p:tavLst>
                                    </p:anim>
                                    <p:anim calcmode="lin" valueType="num">
                                      <p:cBhvr>
                                        <p:cTn id="39" dur="500" fill="hold"/>
                                        <p:tgtEl>
                                          <p:spTgt spid="76803">
                                            <p:txEl>
                                              <p:pRg st="5" end="5"/>
                                            </p:txEl>
                                          </p:spTgt>
                                        </p:tgtEl>
                                        <p:attrNameLst>
                                          <p:attrName>ppt_x</p:attrName>
                                        </p:attrNameLst>
                                      </p:cBhvr>
                                      <p:tavLst>
                                        <p:tav tm="0">
                                          <p:val>
                                            <p:fltVal val="0.5"/>
                                          </p:val>
                                        </p:tav>
                                        <p:tav tm="100000">
                                          <p:val>
                                            <p:strVal val="#ppt_x"/>
                                          </p:val>
                                        </p:tav>
                                      </p:tavLst>
                                    </p:anim>
                                    <p:anim calcmode="lin" valueType="num">
                                      <p:cBhvr>
                                        <p:cTn id="40" dur="500" fill="hold"/>
                                        <p:tgtEl>
                                          <p:spTgt spid="76803">
                                            <p:txEl>
                                              <p:pRg st="5" end="5"/>
                                            </p:txEl>
                                          </p:spTgt>
                                        </p:tgtEl>
                                        <p:attrNameLst>
                                          <p:attrName>ppt_y</p:attrName>
                                        </p:attrNameLst>
                                      </p:cBhvr>
                                      <p:tavLst>
                                        <p:tav tm="0">
                                          <p:val>
                                            <p:fltVal val="0.5"/>
                                          </p:val>
                                        </p:tav>
                                        <p:tav tm="100000">
                                          <p:val>
                                            <p:strVal val="#ppt_y"/>
                                          </p:val>
                                        </p:tav>
                                      </p:tavLst>
                                    </p:anim>
                                  </p:childTnLst>
                                </p:cTn>
                              </p:par>
                              <p:par>
                                <p:cTn id="41" presetID="23" presetClass="entr" presetSubtype="528" fill="hold" grpId="0" nodeType="withEffect">
                                  <p:stCondLst>
                                    <p:cond delay="0"/>
                                  </p:stCondLst>
                                  <p:childTnLst>
                                    <p:set>
                                      <p:cBhvr>
                                        <p:cTn id="42" dur="1" fill="hold">
                                          <p:stCondLst>
                                            <p:cond delay="0"/>
                                          </p:stCondLst>
                                        </p:cTn>
                                        <p:tgtEl>
                                          <p:spTgt spid="76804"/>
                                        </p:tgtEl>
                                        <p:attrNameLst>
                                          <p:attrName>style.visibility</p:attrName>
                                        </p:attrNameLst>
                                      </p:cBhvr>
                                      <p:to>
                                        <p:strVal val="visible"/>
                                      </p:to>
                                    </p:set>
                                    <p:anim calcmode="lin" valueType="num">
                                      <p:cBhvr>
                                        <p:cTn id="43" dur="500" fill="hold"/>
                                        <p:tgtEl>
                                          <p:spTgt spid="76804"/>
                                        </p:tgtEl>
                                        <p:attrNameLst>
                                          <p:attrName>ppt_w</p:attrName>
                                        </p:attrNameLst>
                                      </p:cBhvr>
                                      <p:tavLst>
                                        <p:tav tm="0">
                                          <p:val>
                                            <p:fltVal val="0"/>
                                          </p:val>
                                        </p:tav>
                                        <p:tav tm="100000">
                                          <p:val>
                                            <p:strVal val="#ppt_w"/>
                                          </p:val>
                                        </p:tav>
                                      </p:tavLst>
                                    </p:anim>
                                    <p:anim calcmode="lin" valueType="num">
                                      <p:cBhvr>
                                        <p:cTn id="44" dur="500" fill="hold"/>
                                        <p:tgtEl>
                                          <p:spTgt spid="76804"/>
                                        </p:tgtEl>
                                        <p:attrNameLst>
                                          <p:attrName>ppt_h</p:attrName>
                                        </p:attrNameLst>
                                      </p:cBhvr>
                                      <p:tavLst>
                                        <p:tav tm="0">
                                          <p:val>
                                            <p:fltVal val="0"/>
                                          </p:val>
                                        </p:tav>
                                        <p:tav tm="100000">
                                          <p:val>
                                            <p:strVal val="#ppt_h"/>
                                          </p:val>
                                        </p:tav>
                                      </p:tavLst>
                                    </p:anim>
                                    <p:anim calcmode="lin" valueType="num">
                                      <p:cBhvr>
                                        <p:cTn id="45" dur="500" fill="hold"/>
                                        <p:tgtEl>
                                          <p:spTgt spid="76804"/>
                                        </p:tgtEl>
                                        <p:attrNameLst>
                                          <p:attrName>ppt_x</p:attrName>
                                        </p:attrNameLst>
                                      </p:cBhvr>
                                      <p:tavLst>
                                        <p:tav tm="0">
                                          <p:val>
                                            <p:fltVal val="0.5"/>
                                          </p:val>
                                        </p:tav>
                                        <p:tav tm="100000">
                                          <p:val>
                                            <p:strVal val="#ppt_x"/>
                                          </p:val>
                                        </p:tav>
                                      </p:tavLst>
                                    </p:anim>
                                    <p:anim calcmode="lin" valueType="num">
                                      <p:cBhvr>
                                        <p:cTn id="46" dur="500" fill="hold"/>
                                        <p:tgtEl>
                                          <p:spTgt spid="76804"/>
                                        </p:tgtEl>
                                        <p:attrNameLst>
                                          <p:attrName>ppt_y</p:attrName>
                                        </p:attrNameLst>
                                      </p:cBhvr>
                                      <p:tavLst>
                                        <p:tav tm="0">
                                          <p:val>
                                            <p:fltVal val="0.5"/>
                                          </p:val>
                                        </p:tav>
                                        <p:tav tm="100000">
                                          <p:val>
                                            <p:strVal val="#ppt_y"/>
                                          </p:val>
                                        </p:tav>
                                      </p:tavLst>
                                    </p:anim>
                                  </p:childTnLst>
                                </p:cTn>
                              </p:par>
                              <p:par>
                                <p:cTn id="47" presetID="23" presetClass="entr" presetSubtype="528" fill="hold" nodeType="withEffect">
                                  <p:stCondLst>
                                    <p:cond delay="0"/>
                                  </p:stCondLst>
                                  <p:childTnLst>
                                    <p:set>
                                      <p:cBhvr>
                                        <p:cTn id="48" dur="1" fill="hold">
                                          <p:stCondLst>
                                            <p:cond delay="0"/>
                                          </p:stCondLst>
                                        </p:cTn>
                                        <p:tgtEl>
                                          <p:spTgt spid="76805"/>
                                        </p:tgtEl>
                                        <p:attrNameLst>
                                          <p:attrName>style.visibility</p:attrName>
                                        </p:attrNameLst>
                                      </p:cBhvr>
                                      <p:to>
                                        <p:strVal val="visible"/>
                                      </p:to>
                                    </p:set>
                                    <p:anim calcmode="lin" valueType="num">
                                      <p:cBhvr>
                                        <p:cTn id="49" dur="500" fill="hold"/>
                                        <p:tgtEl>
                                          <p:spTgt spid="76805"/>
                                        </p:tgtEl>
                                        <p:attrNameLst>
                                          <p:attrName>ppt_w</p:attrName>
                                        </p:attrNameLst>
                                      </p:cBhvr>
                                      <p:tavLst>
                                        <p:tav tm="0">
                                          <p:val>
                                            <p:fltVal val="0"/>
                                          </p:val>
                                        </p:tav>
                                        <p:tav tm="100000">
                                          <p:val>
                                            <p:strVal val="#ppt_w"/>
                                          </p:val>
                                        </p:tav>
                                      </p:tavLst>
                                    </p:anim>
                                    <p:anim calcmode="lin" valueType="num">
                                      <p:cBhvr>
                                        <p:cTn id="50" dur="500" fill="hold"/>
                                        <p:tgtEl>
                                          <p:spTgt spid="76805"/>
                                        </p:tgtEl>
                                        <p:attrNameLst>
                                          <p:attrName>ppt_h</p:attrName>
                                        </p:attrNameLst>
                                      </p:cBhvr>
                                      <p:tavLst>
                                        <p:tav tm="0">
                                          <p:val>
                                            <p:fltVal val="0"/>
                                          </p:val>
                                        </p:tav>
                                        <p:tav tm="100000">
                                          <p:val>
                                            <p:strVal val="#ppt_h"/>
                                          </p:val>
                                        </p:tav>
                                      </p:tavLst>
                                    </p:anim>
                                    <p:anim calcmode="lin" valueType="num">
                                      <p:cBhvr>
                                        <p:cTn id="51" dur="500" fill="hold"/>
                                        <p:tgtEl>
                                          <p:spTgt spid="76805"/>
                                        </p:tgtEl>
                                        <p:attrNameLst>
                                          <p:attrName>ppt_x</p:attrName>
                                        </p:attrNameLst>
                                      </p:cBhvr>
                                      <p:tavLst>
                                        <p:tav tm="0">
                                          <p:val>
                                            <p:fltVal val="0.5"/>
                                          </p:val>
                                        </p:tav>
                                        <p:tav tm="100000">
                                          <p:val>
                                            <p:strVal val="#ppt_x"/>
                                          </p:val>
                                        </p:tav>
                                      </p:tavLst>
                                    </p:anim>
                                    <p:anim calcmode="lin" valueType="num">
                                      <p:cBhvr>
                                        <p:cTn id="52" dur="500" fill="hold"/>
                                        <p:tgtEl>
                                          <p:spTgt spid="76805"/>
                                        </p:tgtEl>
                                        <p:attrNameLst>
                                          <p:attrName>ppt_y</p:attrName>
                                        </p:attrNameLst>
                                      </p:cBhvr>
                                      <p:tavLst>
                                        <p:tav tm="0">
                                          <p:val>
                                            <p:fltVal val="0.5"/>
                                          </p:val>
                                        </p:tav>
                                        <p:tav tm="100000">
                                          <p:val>
                                            <p:strVal val="#ppt_y"/>
                                          </p:val>
                                        </p:tav>
                                      </p:tavLst>
                                    </p:anim>
                                  </p:childTnLst>
                                </p:cTn>
                              </p:par>
                              <p:par>
                                <p:cTn id="53" presetID="23" presetClass="entr" presetSubtype="528" fill="hold" nodeType="withEffect">
                                  <p:stCondLst>
                                    <p:cond delay="0"/>
                                  </p:stCondLst>
                                  <p:childTnLst>
                                    <p:set>
                                      <p:cBhvr>
                                        <p:cTn id="54" dur="1" fill="hold">
                                          <p:stCondLst>
                                            <p:cond delay="0"/>
                                          </p:stCondLst>
                                        </p:cTn>
                                        <p:tgtEl>
                                          <p:spTgt spid="76806"/>
                                        </p:tgtEl>
                                        <p:attrNameLst>
                                          <p:attrName>style.visibility</p:attrName>
                                        </p:attrNameLst>
                                      </p:cBhvr>
                                      <p:to>
                                        <p:strVal val="visible"/>
                                      </p:to>
                                    </p:set>
                                    <p:anim calcmode="lin" valueType="num">
                                      <p:cBhvr>
                                        <p:cTn id="55" dur="500" fill="hold"/>
                                        <p:tgtEl>
                                          <p:spTgt spid="76806"/>
                                        </p:tgtEl>
                                        <p:attrNameLst>
                                          <p:attrName>ppt_w</p:attrName>
                                        </p:attrNameLst>
                                      </p:cBhvr>
                                      <p:tavLst>
                                        <p:tav tm="0">
                                          <p:val>
                                            <p:fltVal val="0"/>
                                          </p:val>
                                        </p:tav>
                                        <p:tav tm="100000">
                                          <p:val>
                                            <p:strVal val="#ppt_w"/>
                                          </p:val>
                                        </p:tav>
                                      </p:tavLst>
                                    </p:anim>
                                    <p:anim calcmode="lin" valueType="num">
                                      <p:cBhvr>
                                        <p:cTn id="56" dur="500" fill="hold"/>
                                        <p:tgtEl>
                                          <p:spTgt spid="76806"/>
                                        </p:tgtEl>
                                        <p:attrNameLst>
                                          <p:attrName>ppt_h</p:attrName>
                                        </p:attrNameLst>
                                      </p:cBhvr>
                                      <p:tavLst>
                                        <p:tav tm="0">
                                          <p:val>
                                            <p:fltVal val="0"/>
                                          </p:val>
                                        </p:tav>
                                        <p:tav tm="100000">
                                          <p:val>
                                            <p:strVal val="#ppt_h"/>
                                          </p:val>
                                        </p:tav>
                                      </p:tavLst>
                                    </p:anim>
                                    <p:anim calcmode="lin" valueType="num">
                                      <p:cBhvr>
                                        <p:cTn id="57" dur="500" fill="hold"/>
                                        <p:tgtEl>
                                          <p:spTgt spid="76806"/>
                                        </p:tgtEl>
                                        <p:attrNameLst>
                                          <p:attrName>ppt_x</p:attrName>
                                        </p:attrNameLst>
                                      </p:cBhvr>
                                      <p:tavLst>
                                        <p:tav tm="0">
                                          <p:val>
                                            <p:fltVal val="0.5"/>
                                          </p:val>
                                        </p:tav>
                                        <p:tav tm="100000">
                                          <p:val>
                                            <p:strVal val="#ppt_x"/>
                                          </p:val>
                                        </p:tav>
                                      </p:tavLst>
                                    </p:anim>
                                    <p:anim calcmode="lin" valueType="num">
                                      <p:cBhvr>
                                        <p:cTn id="58" dur="500" fill="hold"/>
                                        <p:tgtEl>
                                          <p:spTgt spid="76806"/>
                                        </p:tgtEl>
                                        <p:attrNameLst>
                                          <p:attrName>ppt_y</p:attrName>
                                        </p:attrNameLst>
                                      </p:cBhvr>
                                      <p:tavLst>
                                        <p:tav tm="0">
                                          <p:val>
                                            <p:fltVal val="0.5"/>
                                          </p:val>
                                        </p:tav>
                                        <p:tav tm="100000">
                                          <p:val>
                                            <p:strVal val="#ppt_y"/>
                                          </p:val>
                                        </p:tav>
                                      </p:tavLst>
                                    </p:anim>
                                  </p:childTnLst>
                                </p:cTn>
                              </p:par>
                              <p:par>
                                <p:cTn id="59" presetID="23" presetClass="entr" presetSubtype="528" fill="hold" nodeType="withEffect">
                                  <p:stCondLst>
                                    <p:cond delay="0"/>
                                  </p:stCondLst>
                                  <p:childTnLst>
                                    <p:set>
                                      <p:cBhvr>
                                        <p:cTn id="60" dur="1" fill="hold">
                                          <p:stCondLst>
                                            <p:cond delay="0"/>
                                          </p:stCondLst>
                                        </p:cTn>
                                        <p:tgtEl>
                                          <p:spTgt spid="76807"/>
                                        </p:tgtEl>
                                        <p:attrNameLst>
                                          <p:attrName>style.visibility</p:attrName>
                                        </p:attrNameLst>
                                      </p:cBhvr>
                                      <p:to>
                                        <p:strVal val="visible"/>
                                      </p:to>
                                    </p:set>
                                    <p:anim calcmode="lin" valueType="num">
                                      <p:cBhvr>
                                        <p:cTn id="61" dur="500" fill="hold"/>
                                        <p:tgtEl>
                                          <p:spTgt spid="76807"/>
                                        </p:tgtEl>
                                        <p:attrNameLst>
                                          <p:attrName>ppt_w</p:attrName>
                                        </p:attrNameLst>
                                      </p:cBhvr>
                                      <p:tavLst>
                                        <p:tav tm="0">
                                          <p:val>
                                            <p:fltVal val="0"/>
                                          </p:val>
                                        </p:tav>
                                        <p:tav tm="100000">
                                          <p:val>
                                            <p:strVal val="#ppt_w"/>
                                          </p:val>
                                        </p:tav>
                                      </p:tavLst>
                                    </p:anim>
                                    <p:anim calcmode="lin" valueType="num">
                                      <p:cBhvr>
                                        <p:cTn id="62" dur="500" fill="hold"/>
                                        <p:tgtEl>
                                          <p:spTgt spid="76807"/>
                                        </p:tgtEl>
                                        <p:attrNameLst>
                                          <p:attrName>ppt_h</p:attrName>
                                        </p:attrNameLst>
                                      </p:cBhvr>
                                      <p:tavLst>
                                        <p:tav tm="0">
                                          <p:val>
                                            <p:fltVal val="0"/>
                                          </p:val>
                                        </p:tav>
                                        <p:tav tm="100000">
                                          <p:val>
                                            <p:strVal val="#ppt_h"/>
                                          </p:val>
                                        </p:tav>
                                      </p:tavLst>
                                    </p:anim>
                                    <p:anim calcmode="lin" valueType="num">
                                      <p:cBhvr>
                                        <p:cTn id="63" dur="500" fill="hold"/>
                                        <p:tgtEl>
                                          <p:spTgt spid="76807"/>
                                        </p:tgtEl>
                                        <p:attrNameLst>
                                          <p:attrName>ppt_x</p:attrName>
                                        </p:attrNameLst>
                                      </p:cBhvr>
                                      <p:tavLst>
                                        <p:tav tm="0">
                                          <p:val>
                                            <p:fltVal val="0.5"/>
                                          </p:val>
                                        </p:tav>
                                        <p:tav tm="100000">
                                          <p:val>
                                            <p:strVal val="#ppt_x"/>
                                          </p:val>
                                        </p:tav>
                                      </p:tavLst>
                                    </p:anim>
                                    <p:anim calcmode="lin" valueType="num">
                                      <p:cBhvr>
                                        <p:cTn id="64" dur="500" fill="hold"/>
                                        <p:tgtEl>
                                          <p:spTgt spid="76807"/>
                                        </p:tgtEl>
                                        <p:attrNameLst>
                                          <p:attrName>ppt_y</p:attrName>
                                        </p:attrNameLst>
                                      </p:cBhvr>
                                      <p:tavLst>
                                        <p:tav tm="0">
                                          <p:val>
                                            <p:fltVal val="0.5"/>
                                          </p:val>
                                        </p:tav>
                                        <p:tav tm="100000">
                                          <p:val>
                                            <p:strVal val="#ppt_y"/>
                                          </p:val>
                                        </p:tav>
                                      </p:tavLst>
                                    </p:anim>
                                  </p:childTnLst>
                                </p:cTn>
                              </p:par>
                              <p:par>
                                <p:cTn id="65" presetID="23" presetClass="entr" presetSubtype="528" fill="hold" nodeType="withEffect">
                                  <p:stCondLst>
                                    <p:cond delay="0"/>
                                  </p:stCondLst>
                                  <p:childTnLst>
                                    <p:set>
                                      <p:cBhvr>
                                        <p:cTn id="66" dur="1" fill="hold">
                                          <p:stCondLst>
                                            <p:cond delay="0"/>
                                          </p:stCondLst>
                                        </p:cTn>
                                        <p:tgtEl>
                                          <p:spTgt spid="76808"/>
                                        </p:tgtEl>
                                        <p:attrNameLst>
                                          <p:attrName>style.visibility</p:attrName>
                                        </p:attrNameLst>
                                      </p:cBhvr>
                                      <p:to>
                                        <p:strVal val="visible"/>
                                      </p:to>
                                    </p:set>
                                    <p:anim calcmode="lin" valueType="num">
                                      <p:cBhvr>
                                        <p:cTn id="67" dur="500" fill="hold"/>
                                        <p:tgtEl>
                                          <p:spTgt spid="76808"/>
                                        </p:tgtEl>
                                        <p:attrNameLst>
                                          <p:attrName>ppt_w</p:attrName>
                                        </p:attrNameLst>
                                      </p:cBhvr>
                                      <p:tavLst>
                                        <p:tav tm="0">
                                          <p:val>
                                            <p:fltVal val="0"/>
                                          </p:val>
                                        </p:tav>
                                        <p:tav tm="100000">
                                          <p:val>
                                            <p:strVal val="#ppt_w"/>
                                          </p:val>
                                        </p:tav>
                                      </p:tavLst>
                                    </p:anim>
                                    <p:anim calcmode="lin" valueType="num">
                                      <p:cBhvr>
                                        <p:cTn id="68" dur="500" fill="hold"/>
                                        <p:tgtEl>
                                          <p:spTgt spid="76808"/>
                                        </p:tgtEl>
                                        <p:attrNameLst>
                                          <p:attrName>ppt_h</p:attrName>
                                        </p:attrNameLst>
                                      </p:cBhvr>
                                      <p:tavLst>
                                        <p:tav tm="0">
                                          <p:val>
                                            <p:fltVal val="0"/>
                                          </p:val>
                                        </p:tav>
                                        <p:tav tm="100000">
                                          <p:val>
                                            <p:strVal val="#ppt_h"/>
                                          </p:val>
                                        </p:tav>
                                      </p:tavLst>
                                    </p:anim>
                                    <p:anim calcmode="lin" valueType="num">
                                      <p:cBhvr>
                                        <p:cTn id="69" dur="500" fill="hold"/>
                                        <p:tgtEl>
                                          <p:spTgt spid="76808"/>
                                        </p:tgtEl>
                                        <p:attrNameLst>
                                          <p:attrName>ppt_x</p:attrName>
                                        </p:attrNameLst>
                                      </p:cBhvr>
                                      <p:tavLst>
                                        <p:tav tm="0">
                                          <p:val>
                                            <p:fltVal val="0.5"/>
                                          </p:val>
                                        </p:tav>
                                        <p:tav tm="100000">
                                          <p:val>
                                            <p:strVal val="#ppt_x"/>
                                          </p:val>
                                        </p:tav>
                                      </p:tavLst>
                                    </p:anim>
                                    <p:anim calcmode="lin" valueType="num">
                                      <p:cBhvr>
                                        <p:cTn id="70" dur="500" fill="hold"/>
                                        <p:tgtEl>
                                          <p:spTgt spid="76808"/>
                                        </p:tgtEl>
                                        <p:attrNameLst>
                                          <p:attrName>ppt_y</p:attrName>
                                        </p:attrNameLst>
                                      </p:cBhvr>
                                      <p:tavLst>
                                        <p:tav tm="0">
                                          <p:val>
                                            <p:fltVal val="0.5"/>
                                          </p:val>
                                        </p:tav>
                                        <p:tav tm="100000">
                                          <p:val>
                                            <p:strVal val="#ppt_y"/>
                                          </p:val>
                                        </p:tav>
                                      </p:tavLst>
                                    </p:anim>
                                  </p:childTnLst>
                                </p:cTn>
                              </p:par>
                              <p:par>
                                <p:cTn id="71" presetID="23" presetClass="entr" presetSubtype="528" fill="hold" nodeType="withEffect">
                                  <p:stCondLst>
                                    <p:cond delay="0"/>
                                  </p:stCondLst>
                                  <p:childTnLst>
                                    <p:set>
                                      <p:cBhvr>
                                        <p:cTn id="72" dur="1" fill="hold">
                                          <p:stCondLst>
                                            <p:cond delay="0"/>
                                          </p:stCondLst>
                                        </p:cTn>
                                        <p:tgtEl>
                                          <p:spTgt spid="76809"/>
                                        </p:tgtEl>
                                        <p:attrNameLst>
                                          <p:attrName>style.visibility</p:attrName>
                                        </p:attrNameLst>
                                      </p:cBhvr>
                                      <p:to>
                                        <p:strVal val="visible"/>
                                      </p:to>
                                    </p:set>
                                    <p:anim calcmode="lin" valueType="num">
                                      <p:cBhvr>
                                        <p:cTn id="73" dur="500" fill="hold"/>
                                        <p:tgtEl>
                                          <p:spTgt spid="76809"/>
                                        </p:tgtEl>
                                        <p:attrNameLst>
                                          <p:attrName>ppt_w</p:attrName>
                                        </p:attrNameLst>
                                      </p:cBhvr>
                                      <p:tavLst>
                                        <p:tav tm="0">
                                          <p:val>
                                            <p:fltVal val="0"/>
                                          </p:val>
                                        </p:tav>
                                        <p:tav tm="100000">
                                          <p:val>
                                            <p:strVal val="#ppt_w"/>
                                          </p:val>
                                        </p:tav>
                                      </p:tavLst>
                                    </p:anim>
                                    <p:anim calcmode="lin" valueType="num">
                                      <p:cBhvr>
                                        <p:cTn id="74" dur="500" fill="hold"/>
                                        <p:tgtEl>
                                          <p:spTgt spid="76809"/>
                                        </p:tgtEl>
                                        <p:attrNameLst>
                                          <p:attrName>ppt_h</p:attrName>
                                        </p:attrNameLst>
                                      </p:cBhvr>
                                      <p:tavLst>
                                        <p:tav tm="0">
                                          <p:val>
                                            <p:fltVal val="0"/>
                                          </p:val>
                                        </p:tav>
                                        <p:tav tm="100000">
                                          <p:val>
                                            <p:strVal val="#ppt_h"/>
                                          </p:val>
                                        </p:tav>
                                      </p:tavLst>
                                    </p:anim>
                                    <p:anim calcmode="lin" valueType="num">
                                      <p:cBhvr>
                                        <p:cTn id="75" dur="500" fill="hold"/>
                                        <p:tgtEl>
                                          <p:spTgt spid="76809"/>
                                        </p:tgtEl>
                                        <p:attrNameLst>
                                          <p:attrName>ppt_x</p:attrName>
                                        </p:attrNameLst>
                                      </p:cBhvr>
                                      <p:tavLst>
                                        <p:tav tm="0">
                                          <p:val>
                                            <p:fltVal val="0.5"/>
                                          </p:val>
                                        </p:tav>
                                        <p:tav tm="100000">
                                          <p:val>
                                            <p:strVal val="#ppt_x"/>
                                          </p:val>
                                        </p:tav>
                                      </p:tavLst>
                                    </p:anim>
                                    <p:anim calcmode="lin" valueType="num">
                                      <p:cBhvr>
                                        <p:cTn id="76" dur="500" fill="hold"/>
                                        <p:tgtEl>
                                          <p:spTgt spid="76809"/>
                                        </p:tgtEl>
                                        <p:attrNameLst>
                                          <p:attrName>ppt_y</p:attrName>
                                        </p:attrNameLst>
                                      </p:cBhvr>
                                      <p:tavLst>
                                        <p:tav tm="0">
                                          <p:val>
                                            <p:fltVal val="0.5"/>
                                          </p:val>
                                        </p:tav>
                                        <p:tav tm="100000">
                                          <p:val>
                                            <p:strVal val="#ppt_y"/>
                                          </p:val>
                                        </p:tav>
                                      </p:tavLst>
                                    </p:anim>
                                  </p:childTnLst>
                                </p:cTn>
                              </p:par>
                              <p:par>
                                <p:cTn id="77" presetID="23" presetClass="entr" presetSubtype="528" fill="hold" nodeType="withEffect">
                                  <p:stCondLst>
                                    <p:cond delay="0"/>
                                  </p:stCondLst>
                                  <p:childTnLst>
                                    <p:set>
                                      <p:cBhvr>
                                        <p:cTn id="78" dur="1" fill="hold">
                                          <p:stCondLst>
                                            <p:cond delay="0"/>
                                          </p:stCondLst>
                                        </p:cTn>
                                        <p:tgtEl>
                                          <p:spTgt spid="76810"/>
                                        </p:tgtEl>
                                        <p:attrNameLst>
                                          <p:attrName>style.visibility</p:attrName>
                                        </p:attrNameLst>
                                      </p:cBhvr>
                                      <p:to>
                                        <p:strVal val="visible"/>
                                      </p:to>
                                    </p:set>
                                    <p:anim calcmode="lin" valueType="num">
                                      <p:cBhvr>
                                        <p:cTn id="79" dur="500" fill="hold"/>
                                        <p:tgtEl>
                                          <p:spTgt spid="76810"/>
                                        </p:tgtEl>
                                        <p:attrNameLst>
                                          <p:attrName>ppt_w</p:attrName>
                                        </p:attrNameLst>
                                      </p:cBhvr>
                                      <p:tavLst>
                                        <p:tav tm="0">
                                          <p:val>
                                            <p:fltVal val="0"/>
                                          </p:val>
                                        </p:tav>
                                        <p:tav tm="100000">
                                          <p:val>
                                            <p:strVal val="#ppt_w"/>
                                          </p:val>
                                        </p:tav>
                                      </p:tavLst>
                                    </p:anim>
                                    <p:anim calcmode="lin" valueType="num">
                                      <p:cBhvr>
                                        <p:cTn id="80" dur="500" fill="hold"/>
                                        <p:tgtEl>
                                          <p:spTgt spid="76810"/>
                                        </p:tgtEl>
                                        <p:attrNameLst>
                                          <p:attrName>ppt_h</p:attrName>
                                        </p:attrNameLst>
                                      </p:cBhvr>
                                      <p:tavLst>
                                        <p:tav tm="0">
                                          <p:val>
                                            <p:fltVal val="0"/>
                                          </p:val>
                                        </p:tav>
                                        <p:tav tm="100000">
                                          <p:val>
                                            <p:strVal val="#ppt_h"/>
                                          </p:val>
                                        </p:tav>
                                      </p:tavLst>
                                    </p:anim>
                                    <p:anim calcmode="lin" valueType="num">
                                      <p:cBhvr>
                                        <p:cTn id="81" dur="500" fill="hold"/>
                                        <p:tgtEl>
                                          <p:spTgt spid="76810"/>
                                        </p:tgtEl>
                                        <p:attrNameLst>
                                          <p:attrName>ppt_x</p:attrName>
                                        </p:attrNameLst>
                                      </p:cBhvr>
                                      <p:tavLst>
                                        <p:tav tm="0">
                                          <p:val>
                                            <p:fltVal val="0.5"/>
                                          </p:val>
                                        </p:tav>
                                        <p:tav tm="100000">
                                          <p:val>
                                            <p:strVal val="#ppt_x"/>
                                          </p:val>
                                        </p:tav>
                                      </p:tavLst>
                                    </p:anim>
                                    <p:anim calcmode="lin" valueType="num">
                                      <p:cBhvr>
                                        <p:cTn id="82" dur="500" fill="hold"/>
                                        <p:tgtEl>
                                          <p:spTgt spid="76810"/>
                                        </p:tgtEl>
                                        <p:attrNameLst>
                                          <p:attrName>ppt_y</p:attrName>
                                        </p:attrNameLst>
                                      </p:cBhvr>
                                      <p:tavLst>
                                        <p:tav tm="0">
                                          <p:val>
                                            <p:fltVal val="0.5"/>
                                          </p:val>
                                        </p:tav>
                                        <p:tav tm="100000">
                                          <p:val>
                                            <p:strVal val="#ppt_y"/>
                                          </p:val>
                                        </p:tav>
                                      </p:tavLst>
                                    </p:anim>
                                  </p:childTnLst>
                                </p:cTn>
                              </p:par>
                              <p:par>
                                <p:cTn id="83" presetID="23" presetClass="entr" presetSubtype="528" fill="hold" grpId="0" nodeType="withEffect">
                                  <p:stCondLst>
                                    <p:cond delay="0"/>
                                  </p:stCondLst>
                                  <p:childTnLst>
                                    <p:set>
                                      <p:cBhvr>
                                        <p:cTn id="84" dur="1" fill="hold">
                                          <p:stCondLst>
                                            <p:cond delay="0"/>
                                          </p:stCondLst>
                                        </p:cTn>
                                        <p:tgtEl>
                                          <p:spTgt spid="76811"/>
                                        </p:tgtEl>
                                        <p:attrNameLst>
                                          <p:attrName>style.visibility</p:attrName>
                                        </p:attrNameLst>
                                      </p:cBhvr>
                                      <p:to>
                                        <p:strVal val="visible"/>
                                      </p:to>
                                    </p:set>
                                    <p:anim calcmode="lin" valueType="num">
                                      <p:cBhvr>
                                        <p:cTn id="85" dur="500" fill="hold"/>
                                        <p:tgtEl>
                                          <p:spTgt spid="76811"/>
                                        </p:tgtEl>
                                        <p:attrNameLst>
                                          <p:attrName>ppt_w</p:attrName>
                                        </p:attrNameLst>
                                      </p:cBhvr>
                                      <p:tavLst>
                                        <p:tav tm="0">
                                          <p:val>
                                            <p:fltVal val="0"/>
                                          </p:val>
                                        </p:tav>
                                        <p:tav tm="100000">
                                          <p:val>
                                            <p:strVal val="#ppt_w"/>
                                          </p:val>
                                        </p:tav>
                                      </p:tavLst>
                                    </p:anim>
                                    <p:anim calcmode="lin" valueType="num">
                                      <p:cBhvr>
                                        <p:cTn id="86" dur="500" fill="hold"/>
                                        <p:tgtEl>
                                          <p:spTgt spid="76811"/>
                                        </p:tgtEl>
                                        <p:attrNameLst>
                                          <p:attrName>ppt_h</p:attrName>
                                        </p:attrNameLst>
                                      </p:cBhvr>
                                      <p:tavLst>
                                        <p:tav tm="0">
                                          <p:val>
                                            <p:fltVal val="0"/>
                                          </p:val>
                                        </p:tav>
                                        <p:tav tm="100000">
                                          <p:val>
                                            <p:strVal val="#ppt_h"/>
                                          </p:val>
                                        </p:tav>
                                      </p:tavLst>
                                    </p:anim>
                                    <p:anim calcmode="lin" valueType="num">
                                      <p:cBhvr>
                                        <p:cTn id="87" dur="500" fill="hold"/>
                                        <p:tgtEl>
                                          <p:spTgt spid="76811"/>
                                        </p:tgtEl>
                                        <p:attrNameLst>
                                          <p:attrName>ppt_x</p:attrName>
                                        </p:attrNameLst>
                                      </p:cBhvr>
                                      <p:tavLst>
                                        <p:tav tm="0">
                                          <p:val>
                                            <p:fltVal val="0.5"/>
                                          </p:val>
                                        </p:tav>
                                        <p:tav tm="100000">
                                          <p:val>
                                            <p:strVal val="#ppt_x"/>
                                          </p:val>
                                        </p:tav>
                                      </p:tavLst>
                                    </p:anim>
                                    <p:anim calcmode="lin" valueType="num">
                                      <p:cBhvr>
                                        <p:cTn id="88" dur="500" fill="hold"/>
                                        <p:tgtEl>
                                          <p:spTgt spid="76811"/>
                                        </p:tgtEl>
                                        <p:attrNameLst>
                                          <p:attrName>ppt_y</p:attrName>
                                        </p:attrNameLst>
                                      </p:cBhvr>
                                      <p:tavLst>
                                        <p:tav tm="0">
                                          <p:val>
                                            <p:fltVal val="0.5"/>
                                          </p:val>
                                        </p:tav>
                                        <p:tav tm="100000">
                                          <p:val>
                                            <p:strVal val="#ppt_y"/>
                                          </p:val>
                                        </p:tav>
                                      </p:tavLst>
                                    </p:anim>
                                  </p:childTnLst>
                                </p:cTn>
                              </p:par>
                              <p:par>
                                <p:cTn id="89" presetID="23" presetClass="entr" presetSubtype="528" fill="hold" nodeType="withEffect">
                                  <p:stCondLst>
                                    <p:cond delay="0"/>
                                  </p:stCondLst>
                                  <p:childTnLst>
                                    <p:set>
                                      <p:cBhvr>
                                        <p:cTn id="90" dur="1" fill="hold">
                                          <p:stCondLst>
                                            <p:cond delay="0"/>
                                          </p:stCondLst>
                                        </p:cTn>
                                        <p:tgtEl>
                                          <p:spTgt spid="76812"/>
                                        </p:tgtEl>
                                        <p:attrNameLst>
                                          <p:attrName>style.visibility</p:attrName>
                                        </p:attrNameLst>
                                      </p:cBhvr>
                                      <p:to>
                                        <p:strVal val="visible"/>
                                      </p:to>
                                    </p:set>
                                    <p:anim calcmode="lin" valueType="num">
                                      <p:cBhvr>
                                        <p:cTn id="91" dur="500" fill="hold"/>
                                        <p:tgtEl>
                                          <p:spTgt spid="76812"/>
                                        </p:tgtEl>
                                        <p:attrNameLst>
                                          <p:attrName>ppt_w</p:attrName>
                                        </p:attrNameLst>
                                      </p:cBhvr>
                                      <p:tavLst>
                                        <p:tav tm="0">
                                          <p:val>
                                            <p:fltVal val="0"/>
                                          </p:val>
                                        </p:tav>
                                        <p:tav tm="100000">
                                          <p:val>
                                            <p:strVal val="#ppt_w"/>
                                          </p:val>
                                        </p:tav>
                                      </p:tavLst>
                                    </p:anim>
                                    <p:anim calcmode="lin" valueType="num">
                                      <p:cBhvr>
                                        <p:cTn id="92" dur="500" fill="hold"/>
                                        <p:tgtEl>
                                          <p:spTgt spid="76812"/>
                                        </p:tgtEl>
                                        <p:attrNameLst>
                                          <p:attrName>ppt_h</p:attrName>
                                        </p:attrNameLst>
                                      </p:cBhvr>
                                      <p:tavLst>
                                        <p:tav tm="0">
                                          <p:val>
                                            <p:fltVal val="0"/>
                                          </p:val>
                                        </p:tav>
                                        <p:tav tm="100000">
                                          <p:val>
                                            <p:strVal val="#ppt_h"/>
                                          </p:val>
                                        </p:tav>
                                      </p:tavLst>
                                    </p:anim>
                                    <p:anim calcmode="lin" valueType="num">
                                      <p:cBhvr>
                                        <p:cTn id="93" dur="500" fill="hold"/>
                                        <p:tgtEl>
                                          <p:spTgt spid="76812"/>
                                        </p:tgtEl>
                                        <p:attrNameLst>
                                          <p:attrName>ppt_x</p:attrName>
                                        </p:attrNameLst>
                                      </p:cBhvr>
                                      <p:tavLst>
                                        <p:tav tm="0">
                                          <p:val>
                                            <p:fltVal val="0.5"/>
                                          </p:val>
                                        </p:tav>
                                        <p:tav tm="100000">
                                          <p:val>
                                            <p:strVal val="#ppt_x"/>
                                          </p:val>
                                        </p:tav>
                                      </p:tavLst>
                                    </p:anim>
                                    <p:anim calcmode="lin" valueType="num">
                                      <p:cBhvr>
                                        <p:cTn id="94" dur="500" fill="hold"/>
                                        <p:tgtEl>
                                          <p:spTgt spid="76812"/>
                                        </p:tgtEl>
                                        <p:attrNameLst>
                                          <p:attrName>ppt_y</p:attrName>
                                        </p:attrNameLst>
                                      </p:cBhvr>
                                      <p:tavLst>
                                        <p:tav tm="0">
                                          <p:val>
                                            <p:fltVal val="0.5"/>
                                          </p:val>
                                        </p:tav>
                                        <p:tav tm="100000">
                                          <p:val>
                                            <p:strVal val="#ppt_y"/>
                                          </p:val>
                                        </p:tav>
                                      </p:tavLst>
                                    </p:anim>
                                  </p:childTnLst>
                                </p:cTn>
                              </p:par>
                              <p:par>
                                <p:cTn id="95" presetID="23" presetClass="entr" presetSubtype="528" fill="hold" nodeType="withEffect">
                                  <p:stCondLst>
                                    <p:cond delay="0"/>
                                  </p:stCondLst>
                                  <p:childTnLst>
                                    <p:set>
                                      <p:cBhvr>
                                        <p:cTn id="96" dur="1" fill="hold">
                                          <p:stCondLst>
                                            <p:cond delay="0"/>
                                          </p:stCondLst>
                                        </p:cTn>
                                        <p:tgtEl>
                                          <p:spTgt spid="76813"/>
                                        </p:tgtEl>
                                        <p:attrNameLst>
                                          <p:attrName>style.visibility</p:attrName>
                                        </p:attrNameLst>
                                      </p:cBhvr>
                                      <p:to>
                                        <p:strVal val="visible"/>
                                      </p:to>
                                    </p:set>
                                    <p:anim calcmode="lin" valueType="num">
                                      <p:cBhvr>
                                        <p:cTn id="97" dur="500" fill="hold"/>
                                        <p:tgtEl>
                                          <p:spTgt spid="76813"/>
                                        </p:tgtEl>
                                        <p:attrNameLst>
                                          <p:attrName>ppt_w</p:attrName>
                                        </p:attrNameLst>
                                      </p:cBhvr>
                                      <p:tavLst>
                                        <p:tav tm="0">
                                          <p:val>
                                            <p:fltVal val="0"/>
                                          </p:val>
                                        </p:tav>
                                        <p:tav tm="100000">
                                          <p:val>
                                            <p:strVal val="#ppt_w"/>
                                          </p:val>
                                        </p:tav>
                                      </p:tavLst>
                                    </p:anim>
                                    <p:anim calcmode="lin" valueType="num">
                                      <p:cBhvr>
                                        <p:cTn id="98" dur="500" fill="hold"/>
                                        <p:tgtEl>
                                          <p:spTgt spid="76813"/>
                                        </p:tgtEl>
                                        <p:attrNameLst>
                                          <p:attrName>ppt_h</p:attrName>
                                        </p:attrNameLst>
                                      </p:cBhvr>
                                      <p:tavLst>
                                        <p:tav tm="0">
                                          <p:val>
                                            <p:fltVal val="0"/>
                                          </p:val>
                                        </p:tav>
                                        <p:tav tm="100000">
                                          <p:val>
                                            <p:strVal val="#ppt_h"/>
                                          </p:val>
                                        </p:tav>
                                      </p:tavLst>
                                    </p:anim>
                                    <p:anim calcmode="lin" valueType="num">
                                      <p:cBhvr>
                                        <p:cTn id="99" dur="500" fill="hold"/>
                                        <p:tgtEl>
                                          <p:spTgt spid="76813"/>
                                        </p:tgtEl>
                                        <p:attrNameLst>
                                          <p:attrName>ppt_x</p:attrName>
                                        </p:attrNameLst>
                                      </p:cBhvr>
                                      <p:tavLst>
                                        <p:tav tm="0">
                                          <p:val>
                                            <p:fltVal val="0.5"/>
                                          </p:val>
                                        </p:tav>
                                        <p:tav tm="100000">
                                          <p:val>
                                            <p:strVal val="#ppt_x"/>
                                          </p:val>
                                        </p:tav>
                                      </p:tavLst>
                                    </p:anim>
                                    <p:anim calcmode="lin" valueType="num">
                                      <p:cBhvr>
                                        <p:cTn id="100" dur="500" fill="hold"/>
                                        <p:tgtEl>
                                          <p:spTgt spid="76813"/>
                                        </p:tgtEl>
                                        <p:attrNameLst>
                                          <p:attrName>ppt_y</p:attrName>
                                        </p:attrNameLst>
                                      </p:cBhvr>
                                      <p:tavLst>
                                        <p:tav tm="0">
                                          <p:val>
                                            <p:fltVal val="0.5"/>
                                          </p:val>
                                        </p:tav>
                                        <p:tav tm="100000">
                                          <p:val>
                                            <p:strVal val="#ppt_y"/>
                                          </p:val>
                                        </p:tav>
                                      </p:tavLst>
                                    </p:anim>
                                  </p:childTnLst>
                                </p:cTn>
                              </p:par>
                              <p:par>
                                <p:cTn id="101" presetID="23" presetClass="entr" presetSubtype="528" fill="hold" nodeType="withEffect">
                                  <p:stCondLst>
                                    <p:cond delay="0"/>
                                  </p:stCondLst>
                                  <p:childTnLst>
                                    <p:set>
                                      <p:cBhvr>
                                        <p:cTn id="102" dur="1" fill="hold">
                                          <p:stCondLst>
                                            <p:cond delay="0"/>
                                          </p:stCondLst>
                                        </p:cTn>
                                        <p:tgtEl>
                                          <p:spTgt spid="76814"/>
                                        </p:tgtEl>
                                        <p:attrNameLst>
                                          <p:attrName>style.visibility</p:attrName>
                                        </p:attrNameLst>
                                      </p:cBhvr>
                                      <p:to>
                                        <p:strVal val="visible"/>
                                      </p:to>
                                    </p:set>
                                    <p:anim calcmode="lin" valueType="num">
                                      <p:cBhvr>
                                        <p:cTn id="103" dur="500" fill="hold"/>
                                        <p:tgtEl>
                                          <p:spTgt spid="76814"/>
                                        </p:tgtEl>
                                        <p:attrNameLst>
                                          <p:attrName>ppt_w</p:attrName>
                                        </p:attrNameLst>
                                      </p:cBhvr>
                                      <p:tavLst>
                                        <p:tav tm="0">
                                          <p:val>
                                            <p:fltVal val="0"/>
                                          </p:val>
                                        </p:tav>
                                        <p:tav tm="100000">
                                          <p:val>
                                            <p:strVal val="#ppt_w"/>
                                          </p:val>
                                        </p:tav>
                                      </p:tavLst>
                                    </p:anim>
                                    <p:anim calcmode="lin" valueType="num">
                                      <p:cBhvr>
                                        <p:cTn id="104" dur="500" fill="hold"/>
                                        <p:tgtEl>
                                          <p:spTgt spid="76814"/>
                                        </p:tgtEl>
                                        <p:attrNameLst>
                                          <p:attrName>ppt_h</p:attrName>
                                        </p:attrNameLst>
                                      </p:cBhvr>
                                      <p:tavLst>
                                        <p:tav tm="0">
                                          <p:val>
                                            <p:fltVal val="0"/>
                                          </p:val>
                                        </p:tav>
                                        <p:tav tm="100000">
                                          <p:val>
                                            <p:strVal val="#ppt_h"/>
                                          </p:val>
                                        </p:tav>
                                      </p:tavLst>
                                    </p:anim>
                                    <p:anim calcmode="lin" valueType="num">
                                      <p:cBhvr>
                                        <p:cTn id="105" dur="500" fill="hold"/>
                                        <p:tgtEl>
                                          <p:spTgt spid="76814"/>
                                        </p:tgtEl>
                                        <p:attrNameLst>
                                          <p:attrName>ppt_x</p:attrName>
                                        </p:attrNameLst>
                                      </p:cBhvr>
                                      <p:tavLst>
                                        <p:tav tm="0">
                                          <p:val>
                                            <p:fltVal val="0.5"/>
                                          </p:val>
                                        </p:tav>
                                        <p:tav tm="100000">
                                          <p:val>
                                            <p:strVal val="#ppt_x"/>
                                          </p:val>
                                        </p:tav>
                                      </p:tavLst>
                                    </p:anim>
                                    <p:anim calcmode="lin" valueType="num">
                                      <p:cBhvr>
                                        <p:cTn id="106" dur="500" fill="hold"/>
                                        <p:tgtEl>
                                          <p:spTgt spid="76814"/>
                                        </p:tgtEl>
                                        <p:attrNameLst>
                                          <p:attrName>ppt_y</p:attrName>
                                        </p:attrNameLst>
                                      </p:cBhvr>
                                      <p:tavLst>
                                        <p:tav tm="0">
                                          <p:val>
                                            <p:fltVal val="0.5"/>
                                          </p:val>
                                        </p:tav>
                                        <p:tav tm="100000">
                                          <p:val>
                                            <p:strVal val="#ppt_y"/>
                                          </p:val>
                                        </p:tav>
                                      </p:tavLst>
                                    </p:anim>
                                  </p:childTnLst>
                                </p:cTn>
                              </p:par>
                              <p:par>
                                <p:cTn id="107" presetID="23" presetClass="entr" presetSubtype="528" fill="hold" nodeType="withEffect">
                                  <p:stCondLst>
                                    <p:cond delay="0"/>
                                  </p:stCondLst>
                                  <p:childTnLst>
                                    <p:set>
                                      <p:cBhvr>
                                        <p:cTn id="108" dur="1" fill="hold">
                                          <p:stCondLst>
                                            <p:cond delay="0"/>
                                          </p:stCondLst>
                                        </p:cTn>
                                        <p:tgtEl>
                                          <p:spTgt spid="76815"/>
                                        </p:tgtEl>
                                        <p:attrNameLst>
                                          <p:attrName>style.visibility</p:attrName>
                                        </p:attrNameLst>
                                      </p:cBhvr>
                                      <p:to>
                                        <p:strVal val="visible"/>
                                      </p:to>
                                    </p:set>
                                    <p:anim calcmode="lin" valueType="num">
                                      <p:cBhvr>
                                        <p:cTn id="109" dur="500" fill="hold"/>
                                        <p:tgtEl>
                                          <p:spTgt spid="76815"/>
                                        </p:tgtEl>
                                        <p:attrNameLst>
                                          <p:attrName>ppt_w</p:attrName>
                                        </p:attrNameLst>
                                      </p:cBhvr>
                                      <p:tavLst>
                                        <p:tav tm="0">
                                          <p:val>
                                            <p:fltVal val="0"/>
                                          </p:val>
                                        </p:tav>
                                        <p:tav tm="100000">
                                          <p:val>
                                            <p:strVal val="#ppt_w"/>
                                          </p:val>
                                        </p:tav>
                                      </p:tavLst>
                                    </p:anim>
                                    <p:anim calcmode="lin" valueType="num">
                                      <p:cBhvr>
                                        <p:cTn id="110" dur="500" fill="hold"/>
                                        <p:tgtEl>
                                          <p:spTgt spid="76815"/>
                                        </p:tgtEl>
                                        <p:attrNameLst>
                                          <p:attrName>ppt_h</p:attrName>
                                        </p:attrNameLst>
                                      </p:cBhvr>
                                      <p:tavLst>
                                        <p:tav tm="0">
                                          <p:val>
                                            <p:fltVal val="0"/>
                                          </p:val>
                                        </p:tav>
                                        <p:tav tm="100000">
                                          <p:val>
                                            <p:strVal val="#ppt_h"/>
                                          </p:val>
                                        </p:tav>
                                      </p:tavLst>
                                    </p:anim>
                                    <p:anim calcmode="lin" valueType="num">
                                      <p:cBhvr>
                                        <p:cTn id="111" dur="500" fill="hold"/>
                                        <p:tgtEl>
                                          <p:spTgt spid="76815"/>
                                        </p:tgtEl>
                                        <p:attrNameLst>
                                          <p:attrName>ppt_x</p:attrName>
                                        </p:attrNameLst>
                                      </p:cBhvr>
                                      <p:tavLst>
                                        <p:tav tm="0">
                                          <p:val>
                                            <p:fltVal val="0.5"/>
                                          </p:val>
                                        </p:tav>
                                        <p:tav tm="100000">
                                          <p:val>
                                            <p:strVal val="#ppt_x"/>
                                          </p:val>
                                        </p:tav>
                                      </p:tavLst>
                                    </p:anim>
                                    <p:anim calcmode="lin" valueType="num">
                                      <p:cBhvr>
                                        <p:cTn id="112" dur="500" fill="hold"/>
                                        <p:tgtEl>
                                          <p:spTgt spid="76815"/>
                                        </p:tgtEl>
                                        <p:attrNameLst>
                                          <p:attrName>ppt_y</p:attrName>
                                        </p:attrNameLst>
                                      </p:cBhvr>
                                      <p:tavLst>
                                        <p:tav tm="0">
                                          <p:val>
                                            <p:fltVal val="0.5"/>
                                          </p:val>
                                        </p:tav>
                                        <p:tav tm="100000">
                                          <p:val>
                                            <p:strVal val="#ppt_y"/>
                                          </p:val>
                                        </p:tav>
                                      </p:tavLst>
                                    </p:anim>
                                  </p:childTnLst>
                                </p:cTn>
                              </p:par>
                              <p:par>
                                <p:cTn id="113" presetID="23" presetClass="entr" presetSubtype="528" fill="hold" nodeType="withEffect">
                                  <p:stCondLst>
                                    <p:cond delay="0"/>
                                  </p:stCondLst>
                                  <p:childTnLst>
                                    <p:set>
                                      <p:cBhvr>
                                        <p:cTn id="114" dur="1" fill="hold">
                                          <p:stCondLst>
                                            <p:cond delay="0"/>
                                          </p:stCondLst>
                                        </p:cTn>
                                        <p:tgtEl>
                                          <p:spTgt spid="76816"/>
                                        </p:tgtEl>
                                        <p:attrNameLst>
                                          <p:attrName>style.visibility</p:attrName>
                                        </p:attrNameLst>
                                      </p:cBhvr>
                                      <p:to>
                                        <p:strVal val="visible"/>
                                      </p:to>
                                    </p:set>
                                    <p:anim calcmode="lin" valueType="num">
                                      <p:cBhvr>
                                        <p:cTn id="115" dur="500" fill="hold"/>
                                        <p:tgtEl>
                                          <p:spTgt spid="76816"/>
                                        </p:tgtEl>
                                        <p:attrNameLst>
                                          <p:attrName>ppt_w</p:attrName>
                                        </p:attrNameLst>
                                      </p:cBhvr>
                                      <p:tavLst>
                                        <p:tav tm="0">
                                          <p:val>
                                            <p:fltVal val="0"/>
                                          </p:val>
                                        </p:tav>
                                        <p:tav tm="100000">
                                          <p:val>
                                            <p:strVal val="#ppt_w"/>
                                          </p:val>
                                        </p:tav>
                                      </p:tavLst>
                                    </p:anim>
                                    <p:anim calcmode="lin" valueType="num">
                                      <p:cBhvr>
                                        <p:cTn id="116" dur="500" fill="hold"/>
                                        <p:tgtEl>
                                          <p:spTgt spid="76816"/>
                                        </p:tgtEl>
                                        <p:attrNameLst>
                                          <p:attrName>ppt_h</p:attrName>
                                        </p:attrNameLst>
                                      </p:cBhvr>
                                      <p:tavLst>
                                        <p:tav tm="0">
                                          <p:val>
                                            <p:fltVal val="0"/>
                                          </p:val>
                                        </p:tav>
                                        <p:tav tm="100000">
                                          <p:val>
                                            <p:strVal val="#ppt_h"/>
                                          </p:val>
                                        </p:tav>
                                      </p:tavLst>
                                    </p:anim>
                                    <p:anim calcmode="lin" valueType="num">
                                      <p:cBhvr>
                                        <p:cTn id="117" dur="500" fill="hold"/>
                                        <p:tgtEl>
                                          <p:spTgt spid="76816"/>
                                        </p:tgtEl>
                                        <p:attrNameLst>
                                          <p:attrName>ppt_x</p:attrName>
                                        </p:attrNameLst>
                                      </p:cBhvr>
                                      <p:tavLst>
                                        <p:tav tm="0">
                                          <p:val>
                                            <p:fltVal val="0.5"/>
                                          </p:val>
                                        </p:tav>
                                        <p:tav tm="100000">
                                          <p:val>
                                            <p:strVal val="#ppt_x"/>
                                          </p:val>
                                        </p:tav>
                                      </p:tavLst>
                                    </p:anim>
                                    <p:anim calcmode="lin" valueType="num">
                                      <p:cBhvr>
                                        <p:cTn id="118" dur="500" fill="hold"/>
                                        <p:tgtEl>
                                          <p:spTgt spid="76816"/>
                                        </p:tgtEl>
                                        <p:attrNameLst>
                                          <p:attrName>ppt_y</p:attrName>
                                        </p:attrNameLst>
                                      </p:cBhvr>
                                      <p:tavLst>
                                        <p:tav tm="0">
                                          <p:val>
                                            <p:fltVal val="0.5"/>
                                          </p:val>
                                        </p:tav>
                                        <p:tav tm="100000">
                                          <p:val>
                                            <p:strVal val="#ppt_y"/>
                                          </p:val>
                                        </p:tav>
                                      </p:tavLst>
                                    </p:anim>
                                  </p:childTnLst>
                                </p:cTn>
                              </p:par>
                              <p:par>
                                <p:cTn id="119" presetID="23" presetClass="entr" presetSubtype="528" fill="hold" nodeType="withEffect">
                                  <p:stCondLst>
                                    <p:cond delay="0"/>
                                  </p:stCondLst>
                                  <p:childTnLst>
                                    <p:set>
                                      <p:cBhvr>
                                        <p:cTn id="120" dur="1" fill="hold">
                                          <p:stCondLst>
                                            <p:cond delay="0"/>
                                          </p:stCondLst>
                                        </p:cTn>
                                        <p:tgtEl>
                                          <p:spTgt spid="76817"/>
                                        </p:tgtEl>
                                        <p:attrNameLst>
                                          <p:attrName>style.visibility</p:attrName>
                                        </p:attrNameLst>
                                      </p:cBhvr>
                                      <p:to>
                                        <p:strVal val="visible"/>
                                      </p:to>
                                    </p:set>
                                    <p:anim calcmode="lin" valueType="num">
                                      <p:cBhvr>
                                        <p:cTn id="121" dur="500" fill="hold"/>
                                        <p:tgtEl>
                                          <p:spTgt spid="76817"/>
                                        </p:tgtEl>
                                        <p:attrNameLst>
                                          <p:attrName>ppt_w</p:attrName>
                                        </p:attrNameLst>
                                      </p:cBhvr>
                                      <p:tavLst>
                                        <p:tav tm="0">
                                          <p:val>
                                            <p:fltVal val="0"/>
                                          </p:val>
                                        </p:tav>
                                        <p:tav tm="100000">
                                          <p:val>
                                            <p:strVal val="#ppt_w"/>
                                          </p:val>
                                        </p:tav>
                                      </p:tavLst>
                                    </p:anim>
                                    <p:anim calcmode="lin" valueType="num">
                                      <p:cBhvr>
                                        <p:cTn id="122" dur="500" fill="hold"/>
                                        <p:tgtEl>
                                          <p:spTgt spid="76817"/>
                                        </p:tgtEl>
                                        <p:attrNameLst>
                                          <p:attrName>ppt_h</p:attrName>
                                        </p:attrNameLst>
                                      </p:cBhvr>
                                      <p:tavLst>
                                        <p:tav tm="0">
                                          <p:val>
                                            <p:fltVal val="0"/>
                                          </p:val>
                                        </p:tav>
                                        <p:tav tm="100000">
                                          <p:val>
                                            <p:strVal val="#ppt_h"/>
                                          </p:val>
                                        </p:tav>
                                      </p:tavLst>
                                    </p:anim>
                                    <p:anim calcmode="lin" valueType="num">
                                      <p:cBhvr>
                                        <p:cTn id="123" dur="500" fill="hold"/>
                                        <p:tgtEl>
                                          <p:spTgt spid="76817"/>
                                        </p:tgtEl>
                                        <p:attrNameLst>
                                          <p:attrName>ppt_x</p:attrName>
                                        </p:attrNameLst>
                                      </p:cBhvr>
                                      <p:tavLst>
                                        <p:tav tm="0">
                                          <p:val>
                                            <p:fltVal val="0.5"/>
                                          </p:val>
                                        </p:tav>
                                        <p:tav tm="100000">
                                          <p:val>
                                            <p:strVal val="#ppt_x"/>
                                          </p:val>
                                        </p:tav>
                                      </p:tavLst>
                                    </p:anim>
                                    <p:anim calcmode="lin" valueType="num">
                                      <p:cBhvr>
                                        <p:cTn id="124" dur="500" fill="hold"/>
                                        <p:tgtEl>
                                          <p:spTgt spid="76817"/>
                                        </p:tgtEl>
                                        <p:attrNameLst>
                                          <p:attrName>ppt_y</p:attrName>
                                        </p:attrNameLst>
                                      </p:cBhvr>
                                      <p:tavLst>
                                        <p:tav tm="0">
                                          <p:val>
                                            <p:fltVal val="0.5"/>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17" presetClass="entr" presetSubtype="8" fill="hold" grpId="0" nodeType="clickEffect">
                                  <p:stCondLst>
                                    <p:cond delay="0"/>
                                  </p:stCondLst>
                                  <p:childTnLst>
                                    <p:set>
                                      <p:cBhvr>
                                        <p:cTn id="128" dur="1" fill="hold">
                                          <p:stCondLst>
                                            <p:cond delay="0"/>
                                          </p:stCondLst>
                                        </p:cTn>
                                        <p:tgtEl>
                                          <p:spTgt spid="76820"/>
                                        </p:tgtEl>
                                        <p:attrNameLst>
                                          <p:attrName>style.visibility</p:attrName>
                                        </p:attrNameLst>
                                      </p:cBhvr>
                                      <p:to>
                                        <p:strVal val="visible"/>
                                      </p:to>
                                    </p:set>
                                    <p:anim calcmode="lin" valueType="num">
                                      <p:cBhvr>
                                        <p:cTn id="129" dur="500" fill="hold"/>
                                        <p:tgtEl>
                                          <p:spTgt spid="76820"/>
                                        </p:tgtEl>
                                        <p:attrNameLst>
                                          <p:attrName>ppt_x</p:attrName>
                                        </p:attrNameLst>
                                      </p:cBhvr>
                                      <p:tavLst>
                                        <p:tav tm="0">
                                          <p:val>
                                            <p:strVal val="#ppt_x-#ppt_w/2"/>
                                          </p:val>
                                        </p:tav>
                                        <p:tav tm="100000">
                                          <p:val>
                                            <p:strVal val="#ppt_x"/>
                                          </p:val>
                                        </p:tav>
                                      </p:tavLst>
                                    </p:anim>
                                    <p:anim calcmode="lin" valueType="num">
                                      <p:cBhvr>
                                        <p:cTn id="130" dur="500" fill="hold"/>
                                        <p:tgtEl>
                                          <p:spTgt spid="76820"/>
                                        </p:tgtEl>
                                        <p:attrNameLst>
                                          <p:attrName>ppt_y</p:attrName>
                                        </p:attrNameLst>
                                      </p:cBhvr>
                                      <p:tavLst>
                                        <p:tav tm="0">
                                          <p:val>
                                            <p:strVal val="#ppt_y"/>
                                          </p:val>
                                        </p:tav>
                                        <p:tav tm="100000">
                                          <p:val>
                                            <p:strVal val="#ppt_y"/>
                                          </p:val>
                                        </p:tav>
                                      </p:tavLst>
                                    </p:anim>
                                    <p:anim calcmode="lin" valueType="num">
                                      <p:cBhvr>
                                        <p:cTn id="131" dur="500" fill="hold"/>
                                        <p:tgtEl>
                                          <p:spTgt spid="76820"/>
                                        </p:tgtEl>
                                        <p:attrNameLst>
                                          <p:attrName>ppt_w</p:attrName>
                                        </p:attrNameLst>
                                      </p:cBhvr>
                                      <p:tavLst>
                                        <p:tav tm="0">
                                          <p:val>
                                            <p:fltVal val="0"/>
                                          </p:val>
                                        </p:tav>
                                        <p:tav tm="100000">
                                          <p:val>
                                            <p:strVal val="#ppt_w"/>
                                          </p:val>
                                        </p:tav>
                                      </p:tavLst>
                                    </p:anim>
                                    <p:anim calcmode="lin" valueType="num">
                                      <p:cBhvr>
                                        <p:cTn id="132" dur="500" fill="hold"/>
                                        <p:tgtEl>
                                          <p:spTgt spid="76820"/>
                                        </p:tgtEl>
                                        <p:attrNameLst>
                                          <p:attrName>ppt_h</p:attrName>
                                        </p:attrNameLst>
                                      </p:cBhvr>
                                      <p:tavLst>
                                        <p:tav tm="0">
                                          <p:val>
                                            <p:strVal val="#ppt_h"/>
                                          </p:val>
                                        </p:tav>
                                        <p:tav tm="100000">
                                          <p:val>
                                            <p:strVal val="#ppt_h"/>
                                          </p:val>
                                        </p:tav>
                                      </p:tavLst>
                                    </p:anim>
                                  </p:childTnLst>
                                </p:cTn>
                              </p:par>
                            </p:childTnLst>
                          </p:cTn>
                        </p:par>
                        <p:par>
                          <p:cTn id="133" fill="hold">
                            <p:stCondLst>
                              <p:cond delay="500"/>
                            </p:stCondLst>
                            <p:childTnLst>
                              <p:par>
                                <p:cTn id="134" presetID="10" presetClass="entr" presetSubtype="0" fill="hold" grpId="0" nodeType="afterEffect">
                                  <p:stCondLst>
                                    <p:cond delay="0"/>
                                  </p:stCondLst>
                                  <p:childTnLst>
                                    <p:set>
                                      <p:cBhvr>
                                        <p:cTn id="135" dur="1" fill="hold">
                                          <p:stCondLst>
                                            <p:cond delay="0"/>
                                          </p:stCondLst>
                                        </p:cTn>
                                        <p:tgtEl>
                                          <p:spTgt spid="76819">
                                            <p:bg/>
                                          </p:spTgt>
                                        </p:tgtEl>
                                        <p:attrNameLst>
                                          <p:attrName>style.visibility</p:attrName>
                                        </p:attrNameLst>
                                      </p:cBhvr>
                                      <p:to>
                                        <p:strVal val="visible"/>
                                      </p:to>
                                    </p:set>
                                    <p:animEffect transition="in" filter="fade">
                                      <p:cBhvr>
                                        <p:cTn id="136" dur="1000"/>
                                        <p:tgtEl>
                                          <p:spTgt spid="76819">
                                            <p:bg/>
                                          </p:spTgt>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76819">
                                            <p:txEl>
                                              <p:pRg st="0" end="0"/>
                                            </p:txEl>
                                          </p:spTgt>
                                        </p:tgtEl>
                                        <p:attrNameLst>
                                          <p:attrName>style.visibility</p:attrName>
                                        </p:attrNameLst>
                                      </p:cBhvr>
                                      <p:to>
                                        <p:strVal val="visible"/>
                                      </p:to>
                                    </p:set>
                                    <p:animEffect transition="in" filter="fade">
                                      <p:cBhvr>
                                        <p:cTn id="139" dur="1000"/>
                                        <p:tgtEl>
                                          <p:spTgt spid="76819">
                                            <p:txEl>
                                              <p:pRg st="0" end="0"/>
                                            </p:txEl>
                                          </p:spTgt>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76819">
                                            <p:txEl>
                                              <p:pRg st="1" end="1"/>
                                            </p:txEl>
                                          </p:spTgt>
                                        </p:tgtEl>
                                        <p:attrNameLst>
                                          <p:attrName>style.visibility</p:attrName>
                                        </p:attrNameLst>
                                      </p:cBhvr>
                                      <p:to>
                                        <p:strVal val="visible"/>
                                      </p:to>
                                    </p:set>
                                    <p:animEffect transition="in" filter="fade">
                                      <p:cBhvr>
                                        <p:cTn id="142" dur="1000"/>
                                        <p:tgtEl>
                                          <p:spTgt spid="76819">
                                            <p:txEl>
                                              <p:pRg st="1" end="1"/>
                                            </p:txEl>
                                          </p:spTgt>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76819">
                                            <p:txEl>
                                              <p:pRg st="2" end="2"/>
                                            </p:txEl>
                                          </p:spTgt>
                                        </p:tgtEl>
                                        <p:attrNameLst>
                                          <p:attrName>style.visibility</p:attrName>
                                        </p:attrNameLst>
                                      </p:cBhvr>
                                      <p:to>
                                        <p:strVal val="visible"/>
                                      </p:to>
                                    </p:set>
                                    <p:animEffect transition="in" filter="fade">
                                      <p:cBhvr>
                                        <p:cTn id="145" dur="1000"/>
                                        <p:tgtEl>
                                          <p:spTgt spid="76819">
                                            <p:txEl>
                                              <p:pRg st="2" end="2"/>
                                            </p:txEl>
                                          </p:spTgt>
                                        </p:tgtEl>
                                      </p:cBhvr>
                                    </p:animEffect>
                                  </p:childTnLst>
                                </p:cTn>
                              </p:par>
                            </p:childTnLst>
                          </p:cTn>
                        </p:par>
                      </p:childTnLst>
                    </p:cTn>
                  </p:par>
                  <p:par>
                    <p:cTn id="146" fill="hold">
                      <p:stCondLst>
                        <p:cond delay="indefinite"/>
                      </p:stCondLst>
                      <p:childTnLst>
                        <p:par>
                          <p:cTn id="147" fill="hold">
                            <p:stCondLst>
                              <p:cond delay="0"/>
                            </p:stCondLst>
                            <p:childTnLst>
                              <p:par>
                                <p:cTn id="148" presetID="17" presetClass="entr" presetSubtype="8" fill="hold" grpId="0" nodeType="clickEffect">
                                  <p:stCondLst>
                                    <p:cond delay="0"/>
                                  </p:stCondLst>
                                  <p:childTnLst>
                                    <p:set>
                                      <p:cBhvr>
                                        <p:cTn id="149" dur="1" fill="hold">
                                          <p:stCondLst>
                                            <p:cond delay="0"/>
                                          </p:stCondLst>
                                        </p:cTn>
                                        <p:tgtEl>
                                          <p:spTgt spid="76821"/>
                                        </p:tgtEl>
                                        <p:attrNameLst>
                                          <p:attrName>style.visibility</p:attrName>
                                        </p:attrNameLst>
                                      </p:cBhvr>
                                      <p:to>
                                        <p:strVal val="visible"/>
                                      </p:to>
                                    </p:set>
                                    <p:anim calcmode="lin" valueType="num">
                                      <p:cBhvr>
                                        <p:cTn id="150" dur="500" fill="hold"/>
                                        <p:tgtEl>
                                          <p:spTgt spid="76821"/>
                                        </p:tgtEl>
                                        <p:attrNameLst>
                                          <p:attrName>ppt_x</p:attrName>
                                        </p:attrNameLst>
                                      </p:cBhvr>
                                      <p:tavLst>
                                        <p:tav tm="0">
                                          <p:val>
                                            <p:strVal val="#ppt_x-#ppt_w/2"/>
                                          </p:val>
                                        </p:tav>
                                        <p:tav tm="100000">
                                          <p:val>
                                            <p:strVal val="#ppt_x"/>
                                          </p:val>
                                        </p:tav>
                                      </p:tavLst>
                                    </p:anim>
                                    <p:anim calcmode="lin" valueType="num">
                                      <p:cBhvr>
                                        <p:cTn id="151" dur="500" fill="hold"/>
                                        <p:tgtEl>
                                          <p:spTgt spid="76821"/>
                                        </p:tgtEl>
                                        <p:attrNameLst>
                                          <p:attrName>ppt_y</p:attrName>
                                        </p:attrNameLst>
                                      </p:cBhvr>
                                      <p:tavLst>
                                        <p:tav tm="0">
                                          <p:val>
                                            <p:strVal val="#ppt_y"/>
                                          </p:val>
                                        </p:tav>
                                        <p:tav tm="100000">
                                          <p:val>
                                            <p:strVal val="#ppt_y"/>
                                          </p:val>
                                        </p:tav>
                                      </p:tavLst>
                                    </p:anim>
                                    <p:anim calcmode="lin" valueType="num">
                                      <p:cBhvr>
                                        <p:cTn id="152" dur="500" fill="hold"/>
                                        <p:tgtEl>
                                          <p:spTgt spid="76821"/>
                                        </p:tgtEl>
                                        <p:attrNameLst>
                                          <p:attrName>ppt_w</p:attrName>
                                        </p:attrNameLst>
                                      </p:cBhvr>
                                      <p:tavLst>
                                        <p:tav tm="0">
                                          <p:val>
                                            <p:fltVal val="0"/>
                                          </p:val>
                                        </p:tav>
                                        <p:tav tm="100000">
                                          <p:val>
                                            <p:strVal val="#ppt_w"/>
                                          </p:val>
                                        </p:tav>
                                      </p:tavLst>
                                    </p:anim>
                                    <p:anim calcmode="lin" valueType="num">
                                      <p:cBhvr>
                                        <p:cTn id="153" dur="500" fill="hold"/>
                                        <p:tgtEl>
                                          <p:spTgt spid="76821"/>
                                        </p:tgtEl>
                                        <p:attrNameLst>
                                          <p:attrName>ppt_h</p:attrName>
                                        </p:attrNameLst>
                                      </p:cBhvr>
                                      <p:tavLst>
                                        <p:tav tm="0">
                                          <p:val>
                                            <p:strVal val="#ppt_h"/>
                                          </p:val>
                                        </p:tav>
                                        <p:tav tm="100000">
                                          <p:val>
                                            <p:strVal val="#ppt_h"/>
                                          </p:val>
                                        </p:tav>
                                      </p:tavLst>
                                    </p:anim>
                                  </p:childTnLst>
                                </p:cTn>
                              </p:par>
                            </p:childTnLst>
                          </p:cTn>
                        </p:par>
                        <p:par>
                          <p:cTn id="154" fill="hold">
                            <p:stCondLst>
                              <p:cond delay="500"/>
                            </p:stCondLst>
                            <p:childTnLst>
                              <p:par>
                                <p:cTn id="155" presetID="10" presetClass="entr" presetSubtype="0" fill="hold" grpId="0" nodeType="afterEffect">
                                  <p:stCondLst>
                                    <p:cond delay="0"/>
                                  </p:stCondLst>
                                  <p:childTnLst>
                                    <p:set>
                                      <p:cBhvr>
                                        <p:cTn id="156" dur="1" fill="hold">
                                          <p:stCondLst>
                                            <p:cond delay="0"/>
                                          </p:stCondLst>
                                        </p:cTn>
                                        <p:tgtEl>
                                          <p:spTgt spid="76818"/>
                                        </p:tgtEl>
                                        <p:attrNameLst>
                                          <p:attrName>style.visibility</p:attrName>
                                        </p:attrNameLst>
                                      </p:cBhvr>
                                      <p:to>
                                        <p:strVal val="visible"/>
                                      </p:to>
                                    </p:set>
                                    <p:animEffect transition="in" filter="fade">
                                      <p:cBhvr>
                                        <p:cTn id="157" dur="1000"/>
                                        <p:tgtEl>
                                          <p:spTgt spid="76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advAuto="0" autoUpdateAnimBg="0" build="p"/>
      <p:bldP spid="76804" grpId="0" animBg="1" autoUpdateAnimBg="0"/>
      <p:bldP spid="76811" grpId="0" animBg="1" autoUpdateAnimBg="0"/>
      <p:bldP spid="76818" grpId="0" animBg="1"/>
      <p:bldP spid="76819" grpId="0" animBg="1" build="allAtOnce"/>
      <p:bldP spid="76820" grpId="0" animBg="1"/>
      <p:bldP spid="7682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lide Number Placeholder 2"/>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8C2D7C00-47B4-4120-B664-CD643352E6F6}" type="slidenum">
              <a:rPr lang="en-US" altLang="en-US">
                <a:solidFill>
                  <a:srgbClr val="FF99FF"/>
                </a:solidFill>
              </a:rPr>
            </a:fld>
            <a:endParaRPr lang="en-US" altLang="en-US">
              <a:solidFill>
                <a:srgbClr val="FF99FF"/>
              </a:solidFill>
            </a:endParaRPr>
          </a:p>
        </p:txBody>
      </p:sp>
      <p:sp>
        <p:nvSpPr>
          <p:cNvPr id="35843" name="Rectangle 2"/>
          <p:cNvSpPr>
            <a:spLocks noGrp="1" noChangeArrowheads="1"/>
          </p:cNvSpPr>
          <p:nvPr>
            <p:ph type="title"/>
          </p:nvPr>
        </p:nvSpPr>
        <p:spPr>
          <a:xfrm>
            <a:off x="-35511" y="-151015"/>
            <a:ext cx="8229600" cy="1143000"/>
          </a:xfrm>
        </p:spPr>
        <p:txBody>
          <a:bodyPr/>
          <a:lstStyle/>
          <a:p>
            <a:pPr eaLnBrk="1" hangingPunct="1"/>
            <a:r>
              <a:rPr lang="en-US" altLang="en-US" b="1" dirty="0">
                <a:solidFill>
                  <a:srgbClr val="FF0000"/>
                </a:solidFill>
              </a:rPr>
              <a:t>Flow of data</a:t>
            </a:r>
            <a:r>
              <a:rPr lang="en-US" altLang="en-US" sz="5400" b="1" dirty="0">
                <a:solidFill>
                  <a:srgbClr val="FF0000"/>
                </a:solidFill>
              </a:rPr>
              <a:t> </a:t>
            </a:r>
            <a:r>
              <a:rPr lang="en-US" altLang="en-US" b="1" dirty="0">
                <a:solidFill>
                  <a:srgbClr val="FF0000"/>
                </a:solidFill>
              </a:rPr>
              <a:t>in Compiler modules</a:t>
            </a:r>
            <a:endParaRPr lang="en-US" altLang="en-US" b="1" dirty="0">
              <a:solidFill>
                <a:srgbClr val="FF0000"/>
              </a:solidFill>
            </a:endParaRPr>
          </a:p>
        </p:txBody>
      </p:sp>
      <p:sp>
        <p:nvSpPr>
          <p:cNvPr id="45059" name="Oval 3"/>
          <p:cNvSpPr>
            <a:spLocks noChangeArrowheads="1"/>
          </p:cNvSpPr>
          <p:nvPr/>
        </p:nvSpPr>
        <p:spPr bwMode="auto">
          <a:xfrm>
            <a:off x="1187450" y="1052513"/>
            <a:ext cx="2447925" cy="596900"/>
          </a:xfrm>
          <a:prstGeom prst="ellipse">
            <a:avLst/>
          </a:prstGeom>
          <a:solidFill>
            <a:srgbClr val="CCFFCC"/>
          </a:solidFill>
          <a:ln w="12700">
            <a:solidFill>
              <a:schemeClr val="tx1"/>
            </a:solidFill>
            <a:round/>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dirty="0">
                <a:solidFill>
                  <a:srgbClr val="000000"/>
                </a:solidFill>
                <a:latin typeface="Times New Roman" panose="02020603050405020304" pitchFamily="18" charset="0"/>
              </a:rPr>
              <a:t>Source program</a:t>
            </a:r>
            <a:endParaRPr lang="en-US" altLang="en-US" sz="2400" b="1" dirty="0">
              <a:solidFill>
                <a:srgbClr val="000000"/>
              </a:solidFill>
              <a:latin typeface="Times New Roman" panose="02020603050405020304" pitchFamily="18" charset="0"/>
            </a:endParaRPr>
          </a:p>
        </p:txBody>
      </p:sp>
      <p:grpSp>
        <p:nvGrpSpPr>
          <p:cNvPr id="2" name="Group 4"/>
          <p:cNvGrpSpPr/>
          <p:nvPr/>
        </p:nvGrpSpPr>
        <p:grpSpPr bwMode="auto">
          <a:xfrm>
            <a:off x="539750" y="1722438"/>
            <a:ext cx="3671888" cy="1524000"/>
            <a:chOff x="725" y="1296"/>
            <a:chExt cx="2005" cy="960"/>
          </a:xfrm>
        </p:grpSpPr>
        <p:sp>
          <p:nvSpPr>
            <p:cNvPr id="35871" name="Rectangle 5"/>
            <p:cNvSpPr>
              <a:spLocks noChangeArrowheads="1"/>
            </p:cNvSpPr>
            <p:nvPr/>
          </p:nvSpPr>
          <p:spPr bwMode="auto">
            <a:xfrm>
              <a:off x="725" y="1514"/>
              <a:ext cx="2005" cy="283"/>
            </a:xfrm>
            <a:prstGeom prst="rect">
              <a:avLst/>
            </a:prstGeom>
            <a:solidFill>
              <a:srgbClr val="FFFFCC"/>
            </a:solidFill>
            <a:ln w="12700">
              <a:solidFill>
                <a:schemeClr val="tx1"/>
              </a:solidFill>
              <a:miter lim="800000"/>
              <a:headEnd type="none" w="sm" len="sm"/>
              <a:tailEnd type="none" w="sm" len="sm"/>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a:solidFill>
                    <a:srgbClr val="000000"/>
                  </a:solidFill>
                  <a:latin typeface="Times New Roman" panose="02020603050405020304" pitchFamily="18" charset="0"/>
                </a:rPr>
                <a:t>Lexical Analyzer (Scanner</a:t>
              </a:r>
              <a:r>
                <a:rPr lang="en-US" altLang="en-US" b="1">
                  <a:solidFill>
                    <a:srgbClr val="000000"/>
                  </a:solidFill>
                  <a:latin typeface="Times New Roman" panose="02020603050405020304" pitchFamily="18" charset="0"/>
                </a:rPr>
                <a:t>)</a:t>
              </a:r>
              <a:endParaRPr lang="en-US" altLang="en-US" b="1">
                <a:solidFill>
                  <a:srgbClr val="000000"/>
                </a:solidFill>
                <a:latin typeface="Times New Roman" panose="02020603050405020304" pitchFamily="18" charset="0"/>
              </a:endParaRPr>
            </a:p>
          </p:txBody>
        </p:sp>
        <p:sp>
          <p:nvSpPr>
            <p:cNvPr id="35872" name="Oval 6"/>
            <p:cNvSpPr>
              <a:spLocks noChangeArrowheads="1"/>
            </p:cNvSpPr>
            <p:nvPr/>
          </p:nvSpPr>
          <p:spPr bwMode="auto">
            <a:xfrm>
              <a:off x="1104" y="2016"/>
              <a:ext cx="1248" cy="240"/>
            </a:xfrm>
            <a:prstGeom prst="ellipse">
              <a:avLst/>
            </a:prstGeom>
            <a:solidFill>
              <a:srgbClr val="CCFFCC"/>
            </a:solidFill>
            <a:ln w="12700">
              <a:solidFill>
                <a:schemeClr val="tx1"/>
              </a:solidFill>
              <a:round/>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a:solidFill>
                    <a:srgbClr val="000000"/>
                  </a:solidFill>
                  <a:latin typeface="Times New Roman" panose="02020603050405020304" pitchFamily="18" charset="0"/>
                </a:rPr>
                <a:t>Tokens</a:t>
              </a:r>
              <a:endParaRPr lang="en-US" altLang="en-US" sz="2400" b="1">
                <a:solidFill>
                  <a:srgbClr val="000000"/>
                </a:solidFill>
                <a:latin typeface="Times New Roman" panose="02020603050405020304" pitchFamily="18" charset="0"/>
              </a:endParaRPr>
            </a:p>
          </p:txBody>
        </p:sp>
        <p:cxnSp>
          <p:nvCxnSpPr>
            <p:cNvPr id="35873" name="AutoShape 7"/>
            <p:cNvCxnSpPr>
              <a:cxnSpLocks noChangeShapeType="1"/>
              <a:stCxn id="45059" idx="4"/>
              <a:endCxn id="35871" idx="0"/>
            </p:cNvCxnSpPr>
            <p:nvPr/>
          </p:nvCxnSpPr>
          <p:spPr bwMode="auto">
            <a:xfrm>
              <a:off x="1728" y="1296"/>
              <a:ext cx="0" cy="218"/>
            </a:xfrm>
            <a:prstGeom prst="straightConnector1">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cxnSp>
        <p:cxnSp>
          <p:nvCxnSpPr>
            <p:cNvPr id="35874" name="AutoShape 8"/>
            <p:cNvCxnSpPr>
              <a:cxnSpLocks noChangeShapeType="1"/>
              <a:stCxn id="35871" idx="2"/>
              <a:endCxn id="35872" idx="0"/>
            </p:cNvCxnSpPr>
            <p:nvPr/>
          </p:nvCxnSpPr>
          <p:spPr bwMode="auto">
            <a:xfrm>
              <a:off x="1728" y="1797"/>
              <a:ext cx="0" cy="219"/>
            </a:xfrm>
            <a:prstGeom prst="straightConnector1">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cxnSp>
      </p:grpSp>
      <p:grpSp>
        <p:nvGrpSpPr>
          <p:cNvPr id="3" name="Group 9"/>
          <p:cNvGrpSpPr/>
          <p:nvPr/>
        </p:nvGrpSpPr>
        <p:grpSpPr bwMode="auto">
          <a:xfrm>
            <a:off x="468313" y="3246438"/>
            <a:ext cx="3719512" cy="1524000"/>
            <a:chOff x="725" y="2256"/>
            <a:chExt cx="2005" cy="960"/>
          </a:xfrm>
        </p:grpSpPr>
        <p:sp>
          <p:nvSpPr>
            <p:cNvPr id="35867" name="Rectangle 10"/>
            <p:cNvSpPr>
              <a:spLocks noChangeArrowheads="1"/>
            </p:cNvSpPr>
            <p:nvPr/>
          </p:nvSpPr>
          <p:spPr bwMode="auto">
            <a:xfrm>
              <a:off x="725" y="2474"/>
              <a:ext cx="2005" cy="283"/>
            </a:xfrm>
            <a:prstGeom prst="rect">
              <a:avLst/>
            </a:prstGeom>
            <a:solidFill>
              <a:srgbClr val="FFFFCC"/>
            </a:solidFill>
            <a:ln w="12700">
              <a:solidFill>
                <a:schemeClr val="tx1"/>
              </a:solidFill>
              <a:miter lim="800000"/>
              <a:headEnd type="none" w="sm" len="sm"/>
              <a:tailEnd type="none" w="sm" len="sm"/>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a:solidFill>
                    <a:srgbClr val="000000"/>
                  </a:solidFill>
                  <a:latin typeface="Times New Roman" panose="02020603050405020304" pitchFamily="18" charset="0"/>
                </a:rPr>
                <a:t>Syntax Analyzer (Parser)</a:t>
              </a:r>
              <a:endParaRPr lang="en-US" altLang="en-US" sz="2400" b="1">
                <a:solidFill>
                  <a:srgbClr val="000000"/>
                </a:solidFill>
                <a:latin typeface="Times New Roman" panose="02020603050405020304" pitchFamily="18" charset="0"/>
              </a:endParaRPr>
            </a:p>
          </p:txBody>
        </p:sp>
        <p:sp>
          <p:nvSpPr>
            <p:cNvPr id="35868" name="Oval 11"/>
            <p:cNvSpPr>
              <a:spLocks noChangeArrowheads="1"/>
            </p:cNvSpPr>
            <p:nvPr/>
          </p:nvSpPr>
          <p:spPr bwMode="auto">
            <a:xfrm>
              <a:off x="1104" y="2976"/>
              <a:ext cx="1248" cy="240"/>
            </a:xfrm>
            <a:prstGeom prst="ellipse">
              <a:avLst/>
            </a:prstGeom>
            <a:solidFill>
              <a:srgbClr val="CCFFCC"/>
            </a:solidFill>
            <a:ln w="12700">
              <a:solidFill>
                <a:schemeClr val="tx1"/>
              </a:solidFill>
              <a:round/>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a:solidFill>
                    <a:srgbClr val="000000"/>
                  </a:solidFill>
                  <a:latin typeface="Times New Roman" panose="02020603050405020304" pitchFamily="18" charset="0"/>
                </a:rPr>
                <a:t>Parse</a:t>
              </a:r>
              <a:r>
                <a:rPr lang="en-US" altLang="en-US" sz="2400">
                  <a:solidFill>
                    <a:srgbClr val="000000"/>
                  </a:solidFill>
                  <a:latin typeface="Times New Roman" panose="02020603050405020304" pitchFamily="18" charset="0"/>
                </a:rPr>
                <a:t> </a:t>
              </a:r>
              <a:r>
                <a:rPr lang="en-US" altLang="en-US" sz="2400" b="1">
                  <a:solidFill>
                    <a:srgbClr val="000000"/>
                  </a:solidFill>
                  <a:latin typeface="Times New Roman" panose="02020603050405020304" pitchFamily="18" charset="0"/>
                </a:rPr>
                <a:t>tree</a:t>
              </a:r>
              <a:endParaRPr lang="en-US" altLang="en-US" sz="2400" b="1">
                <a:solidFill>
                  <a:srgbClr val="000000"/>
                </a:solidFill>
                <a:latin typeface="Times New Roman" panose="02020603050405020304" pitchFamily="18" charset="0"/>
              </a:endParaRPr>
            </a:p>
          </p:txBody>
        </p:sp>
        <p:cxnSp>
          <p:nvCxnSpPr>
            <p:cNvPr id="35869" name="AutoShape 12"/>
            <p:cNvCxnSpPr>
              <a:cxnSpLocks noChangeShapeType="1"/>
              <a:stCxn id="35872" idx="4"/>
              <a:endCxn id="35867" idx="0"/>
            </p:cNvCxnSpPr>
            <p:nvPr/>
          </p:nvCxnSpPr>
          <p:spPr bwMode="auto">
            <a:xfrm>
              <a:off x="1728" y="2256"/>
              <a:ext cx="0" cy="218"/>
            </a:xfrm>
            <a:prstGeom prst="straightConnector1">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cxnSp>
        <p:cxnSp>
          <p:nvCxnSpPr>
            <p:cNvPr id="35870" name="AutoShape 13"/>
            <p:cNvCxnSpPr>
              <a:cxnSpLocks noChangeShapeType="1"/>
              <a:stCxn id="35867" idx="2"/>
              <a:endCxn id="35868" idx="0"/>
            </p:cNvCxnSpPr>
            <p:nvPr/>
          </p:nvCxnSpPr>
          <p:spPr bwMode="auto">
            <a:xfrm>
              <a:off x="1728" y="2757"/>
              <a:ext cx="0" cy="219"/>
            </a:xfrm>
            <a:prstGeom prst="straightConnector1">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cxnSp>
      </p:grpSp>
      <p:grpSp>
        <p:nvGrpSpPr>
          <p:cNvPr id="4" name="Group 14"/>
          <p:cNvGrpSpPr/>
          <p:nvPr/>
        </p:nvGrpSpPr>
        <p:grpSpPr bwMode="auto">
          <a:xfrm>
            <a:off x="0" y="4724400"/>
            <a:ext cx="4859338" cy="1800225"/>
            <a:chOff x="432" y="3216"/>
            <a:chExt cx="2592" cy="960"/>
          </a:xfrm>
        </p:grpSpPr>
        <p:sp>
          <p:nvSpPr>
            <p:cNvPr id="35863" name="Rectangle 15"/>
            <p:cNvSpPr>
              <a:spLocks noChangeArrowheads="1"/>
            </p:cNvSpPr>
            <p:nvPr/>
          </p:nvSpPr>
          <p:spPr bwMode="auto">
            <a:xfrm>
              <a:off x="712" y="3434"/>
              <a:ext cx="2031" cy="283"/>
            </a:xfrm>
            <a:prstGeom prst="rect">
              <a:avLst/>
            </a:prstGeom>
            <a:solidFill>
              <a:srgbClr val="FFFFCC"/>
            </a:solidFill>
            <a:ln w="12700">
              <a:solidFill>
                <a:schemeClr val="tx1"/>
              </a:solidFill>
              <a:miter lim="800000"/>
              <a:headEnd type="none" w="sm" len="sm"/>
              <a:tailEnd type="none" w="sm" len="sm"/>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a:solidFill>
                    <a:srgbClr val="000000"/>
                  </a:solidFill>
                  <a:latin typeface="Times New Roman" panose="02020603050405020304" pitchFamily="18" charset="0"/>
                </a:rPr>
                <a:t>Semantic Analyzer</a:t>
              </a:r>
              <a:endParaRPr lang="en-US" altLang="en-US" sz="2400" b="1">
                <a:solidFill>
                  <a:srgbClr val="000000"/>
                </a:solidFill>
                <a:latin typeface="Times New Roman" panose="02020603050405020304" pitchFamily="18" charset="0"/>
              </a:endParaRPr>
            </a:p>
          </p:txBody>
        </p:sp>
        <p:sp>
          <p:nvSpPr>
            <p:cNvPr id="35864" name="Oval 16"/>
            <p:cNvSpPr>
              <a:spLocks noChangeArrowheads="1"/>
            </p:cNvSpPr>
            <p:nvPr/>
          </p:nvSpPr>
          <p:spPr bwMode="auto">
            <a:xfrm>
              <a:off x="432" y="3936"/>
              <a:ext cx="2592" cy="240"/>
            </a:xfrm>
            <a:prstGeom prst="ellipse">
              <a:avLst/>
            </a:prstGeom>
            <a:solidFill>
              <a:srgbClr val="CCFFCC"/>
            </a:solidFill>
            <a:ln w="12700">
              <a:solidFill>
                <a:schemeClr val="tx1"/>
              </a:solidFill>
              <a:round/>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a:solidFill>
                    <a:srgbClr val="000000"/>
                  </a:solidFill>
                  <a:latin typeface="Times New Roman" panose="02020603050405020304" pitchFamily="18" charset="0"/>
                </a:rPr>
                <a:t>Abstract Syntax Tree w/ Attributes</a:t>
              </a:r>
              <a:endParaRPr lang="en-US" altLang="en-US" sz="2400" b="1">
                <a:solidFill>
                  <a:srgbClr val="000000"/>
                </a:solidFill>
                <a:latin typeface="Times New Roman" panose="02020603050405020304" pitchFamily="18" charset="0"/>
              </a:endParaRPr>
            </a:p>
          </p:txBody>
        </p:sp>
        <p:cxnSp>
          <p:nvCxnSpPr>
            <p:cNvPr id="35865" name="AutoShape 17"/>
            <p:cNvCxnSpPr>
              <a:cxnSpLocks noChangeShapeType="1"/>
              <a:stCxn id="35868" idx="4"/>
              <a:endCxn id="35863" idx="0"/>
            </p:cNvCxnSpPr>
            <p:nvPr/>
          </p:nvCxnSpPr>
          <p:spPr bwMode="auto">
            <a:xfrm>
              <a:off x="1728" y="3216"/>
              <a:ext cx="0" cy="218"/>
            </a:xfrm>
            <a:prstGeom prst="straightConnector1">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cxnSp>
        <p:cxnSp>
          <p:nvCxnSpPr>
            <p:cNvPr id="35866" name="AutoShape 18"/>
            <p:cNvCxnSpPr>
              <a:cxnSpLocks noChangeShapeType="1"/>
              <a:stCxn id="35863" idx="2"/>
              <a:endCxn id="35864" idx="0"/>
            </p:cNvCxnSpPr>
            <p:nvPr/>
          </p:nvCxnSpPr>
          <p:spPr bwMode="auto">
            <a:xfrm>
              <a:off x="1728" y="3717"/>
              <a:ext cx="0" cy="219"/>
            </a:xfrm>
            <a:prstGeom prst="straightConnector1">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cxnSp>
      </p:grpSp>
      <p:grpSp>
        <p:nvGrpSpPr>
          <p:cNvPr id="5" name="Group 19"/>
          <p:cNvGrpSpPr/>
          <p:nvPr/>
        </p:nvGrpSpPr>
        <p:grpSpPr bwMode="auto">
          <a:xfrm>
            <a:off x="4500563" y="2854325"/>
            <a:ext cx="4643437" cy="1719263"/>
            <a:chOff x="3216" y="2009"/>
            <a:chExt cx="2208" cy="1083"/>
          </a:xfrm>
        </p:grpSpPr>
        <p:sp>
          <p:nvSpPr>
            <p:cNvPr id="35859" name="Rectangle 20"/>
            <p:cNvSpPr>
              <a:spLocks noChangeArrowheads="1"/>
            </p:cNvSpPr>
            <p:nvPr/>
          </p:nvSpPr>
          <p:spPr bwMode="auto">
            <a:xfrm>
              <a:off x="3301" y="2289"/>
              <a:ext cx="2039" cy="283"/>
            </a:xfrm>
            <a:prstGeom prst="rect">
              <a:avLst/>
            </a:prstGeom>
            <a:solidFill>
              <a:srgbClr val="FFFFCC"/>
            </a:solidFill>
            <a:ln w="12700">
              <a:solidFill>
                <a:schemeClr val="tx1"/>
              </a:solidFill>
              <a:miter lim="800000"/>
              <a:headEnd type="none" w="sm" len="sm"/>
              <a:tailEnd type="none" w="sm" len="sm"/>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a:solidFill>
                    <a:srgbClr val="000000"/>
                  </a:solidFill>
                  <a:latin typeface="Times New Roman" panose="02020603050405020304" pitchFamily="18" charset="0"/>
                </a:rPr>
                <a:t>Intermediate-code Optimizer</a:t>
              </a:r>
              <a:endParaRPr lang="en-US" altLang="en-US" sz="2400" b="1">
                <a:solidFill>
                  <a:srgbClr val="000000"/>
                </a:solidFill>
                <a:latin typeface="Times New Roman" panose="02020603050405020304" pitchFamily="18" charset="0"/>
              </a:endParaRPr>
            </a:p>
          </p:txBody>
        </p:sp>
        <p:sp>
          <p:nvSpPr>
            <p:cNvPr id="35860" name="Oval 21"/>
            <p:cNvSpPr>
              <a:spLocks noChangeArrowheads="1"/>
            </p:cNvSpPr>
            <p:nvPr/>
          </p:nvSpPr>
          <p:spPr bwMode="auto">
            <a:xfrm>
              <a:off x="3216" y="2852"/>
              <a:ext cx="2208" cy="240"/>
            </a:xfrm>
            <a:prstGeom prst="ellipse">
              <a:avLst/>
            </a:prstGeom>
            <a:solidFill>
              <a:srgbClr val="CCFFCC"/>
            </a:solidFill>
            <a:ln w="12700">
              <a:solidFill>
                <a:schemeClr val="tx1"/>
              </a:solidFill>
              <a:round/>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a:solidFill>
                    <a:srgbClr val="000000"/>
                  </a:solidFill>
                  <a:latin typeface="Times New Roman" panose="02020603050405020304" pitchFamily="18" charset="0"/>
                </a:rPr>
                <a:t>Optimized Intermediate Code</a:t>
              </a:r>
              <a:endParaRPr lang="en-US" altLang="en-US" sz="2400" b="1">
                <a:solidFill>
                  <a:srgbClr val="000000"/>
                </a:solidFill>
                <a:latin typeface="Times New Roman" panose="02020603050405020304" pitchFamily="18" charset="0"/>
              </a:endParaRPr>
            </a:p>
          </p:txBody>
        </p:sp>
        <p:cxnSp>
          <p:nvCxnSpPr>
            <p:cNvPr id="35861" name="AutoShape 22"/>
            <p:cNvCxnSpPr>
              <a:cxnSpLocks noChangeShapeType="1"/>
              <a:stCxn id="35852" idx="4"/>
              <a:endCxn id="35859" idx="0"/>
            </p:cNvCxnSpPr>
            <p:nvPr/>
          </p:nvCxnSpPr>
          <p:spPr bwMode="auto">
            <a:xfrm>
              <a:off x="4320" y="2009"/>
              <a:ext cx="1" cy="280"/>
            </a:xfrm>
            <a:prstGeom prst="straightConnector1">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cxnSp>
        <p:cxnSp>
          <p:nvCxnSpPr>
            <p:cNvPr id="35862" name="AutoShape 23"/>
            <p:cNvCxnSpPr>
              <a:cxnSpLocks noChangeShapeType="1"/>
              <a:stCxn id="35859" idx="2"/>
              <a:endCxn id="35860" idx="0"/>
            </p:cNvCxnSpPr>
            <p:nvPr/>
          </p:nvCxnSpPr>
          <p:spPr bwMode="auto">
            <a:xfrm flipH="1">
              <a:off x="4320" y="2572"/>
              <a:ext cx="1" cy="280"/>
            </a:xfrm>
            <a:prstGeom prst="straightConnector1">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cxnSp>
      </p:grpSp>
      <p:grpSp>
        <p:nvGrpSpPr>
          <p:cNvPr id="6" name="Group 24"/>
          <p:cNvGrpSpPr/>
          <p:nvPr/>
        </p:nvGrpSpPr>
        <p:grpSpPr bwMode="auto">
          <a:xfrm>
            <a:off x="4859338" y="4573588"/>
            <a:ext cx="4033837" cy="1720850"/>
            <a:chOff x="3312" y="3092"/>
            <a:chExt cx="2016" cy="1084"/>
          </a:xfrm>
        </p:grpSpPr>
        <p:sp>
          <p:nvSpPr>
            <p:cNvPr id="35855" name="Rectangle 25"/>
            <p:cNvSpPr>
              <a:spLocks noChangeArrowheads="1"/>
            </p:cNvSpPr>
            <p:nvPr/>
          </p:nvSpPr>
          <p:spPr bwMode="auto">
            <a:xfrm>
              <a:off x="3313" y="3372"/>
              <a:ext cx="2014" cy="283"/>
            </a:xfrm>
            <a:prstGeom prst="rect">
              <a:avLst/>
            </a:prstGeom>
            <a:solidFill>
              <a:srgbClr val="FFFFCC"/>
            </a:solidFill>
            <a:ln w="12700">
              <a:solidFill>
                <a:schemeClr val="tx1"/>
              </a:solidFill>
              <a:miter lim="800000"/>
              <a:headEnd type="none" w="sm" len="sm"/>
              <a:tailEnd type="none" w="sm" len="sm"/>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a:solidFill>
                    <a:srgbClr val="000000"/>
                  </a:solidFill>
                  <a:latin typeface="Times New Roman" panose="02020603050405020304" pitchFamily="18" charset="0"/>
                </a:rPr>
                <a:t>Target-code Generator</a:t>
              </a:r>
              <a:endParaRPr lang="en-US" altLang="en-US" sz="2400" b="1">
                <a:solidFill>
                  <a:srgbClr val="000000"/>
                </a:solidFill>
                <a:latin typeface="Times New Roman" panose="02020603050405020304" pitchFamily="18" charset="0"/>
              </a:endParaRPr>
            </a:p>
          </p:txBody>
        </p:sp>
        <p:sp>
          <p:nvSpPr>
            <p:cNvPr id="35856" name="Oval 26"/>
            <p:cNvSpPr>
              <a:spLocks noChangeArrowheads="1"/>
            </p:cNvSpPr>
            <p:nvPr/>
          </p:nvSpPr>
          <p:spPr bwMode="auto">
            <a:xfrm>
              <a:off x="3312" y="3936"/>
              <a:ext cx="2016" cy="240"/>
            </a:xfrm>
            <a:prstGeom prst="ellipse">
              <a:avLst/>
            </a:prstGeom>
            <a:solidFill>
              <a:srgbClr val="CCFFCC"/>
            </a:solidFill>
            <a:ln w="12700">
              <a:solidFill>
                <a:schemeClr val="tx1"/>
              </a:solidFill>
              <a:round/>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a:solidFill>
                    <a:srgbClr val="000000"/>
                  </a:solidFill>
                  <a:latin typeface="Times New Roman" panose="02020603050405020304" pitchFamily="18" charset="0"/>
                </a:rPr>
                <a:t>Target machine code</a:t>
              </a:r>
              <a:endParaRPr lang="en-US" altLang="en-US" sz="2400" b="1">
                <a:solidFill>
                  <a:srgbClr val="000000"/>
                </a:solidFill>
                <a:latin typeface="Times New Roman" panose="02020603050405020304" pitchFamily="18" charset="0"/>
              </a:endParaRPr>
            </a:p>
          </p:txBody>
        </p:sp>
        <p:cxnSp>
          <p:nvCxnSpPr>
            <p:cNvPr id="35857" name="AutoShape 27"/>
            <p:cNvCxnSpPr>
              <a:cxnSpLocks noChangeShapeType="1"/>
              <a:stCxn id="35860" idx="4"/>
              <a:endCxn id="35855" idx="0"/>
            </p:cNvCxnSpPr>
            <p:nvPr/>
          </p:nvCxnSpPr>
          <p:spPr bwMode="auto">
            <a:xfrm>
              <a:off x="4320" y="3092"/>
              <a:ext cx="0" cy="280"/>
            </a:xfrm>
            <a:prstGeom prst="straightConnector1">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cxnSp>
        <p:cxnSp>
          <p:nvCxnSpPr>
            <p:cNvPr id="35858" name="AutoShape 28"/>
            <p:cNvCxnSpPr>
              <a:cxnSpLocks noChangeShapeType="1"/>
              <a:stCxn id="35855" idx="2"/>
              <a:endCxn id="35856" idx="0"/>
            </p:cNvCxnSpPr>
            <p:nvPr/>
          </p:nvCxnSpPr>
          <p:spPr bwMode="auto">
            <a:xfrm>
              <a:off x="4320" y="3655"/>
              <a:ext cx="0" cy="281"/>
            </a:xfrm>
            <a:prstGeom prst="straightConnector1">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cxnSp>
      </p:grpSp>
      <p:grpSp>
        <p:nvGrpSpPr>
          <p:cNvPr id="7" name="Group 29"/>
          <p:cNvGrpSpPr/>
          <p:nvPr/>
        </p:nvGrpSpPr>
        <p:grpSpPr bwMode="auto">
          <a:xfrm>
            <a:off x="4284663" y="1125538"/>
            <a:ext cx="4859337" cy="1728787"/>
            <a:chOff x="3024" y="1056"/>
            <a:chExt cx="2592" cy="953"/>
          </a:xfrm>
        </p:grpSpPr>
        <p:sp>
          <p:nvSpPr>
            <p:cNvPr id="35851" name="Rectangle 30"/>
            <p:cNvSpPr>
              <a:spLocks noChangeArrowheads="1"/>
            </p:cNvSpPr>
            <p:nvPr/>
          </p:nvSpPr>
          <p:spPr bwMode="auto">
            <a:xfrm>
              <a:off x="3305" y="1206"/>
              <a:ext cx="2031" cy="283"/>
            </a:xfrm>
            <a:prstGeom prst="rect">
              <a:avLst/>
            </a:prstGeom>
            <a:solidFill>
              <a:srgbClr val="FFFFCC"/>
            </a:solidFill>
            <a:ln w="12700">
              <a:solidFill>
                <a:schemeClr val="tx1"/>
              </a:solidFill>
              <a:miter lim="800000"/>
              <a:headEnd type="none" w="sm" len="sm"/>
              <a:tailEnd type="none" w="sm" len="sm"/>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a:solidFill>
                    <a:srgbClr val="000000"/>
                  </a:solidFill>
                  <a:latin typeface="Times New Roman" panose="02020603050405020304" pitchFamily="18" charset="0"/>
                </a:rPr>
                <a:t>Intermediate-code Generator</a:t>
              </a:r>
              <a:endParaRPr lang="en-US" altLang="en-US" sz="2400" b="1">
                <a:solidFill>
                  <a:srgbClr val="000000"/>
                </a:solidFill>
                <a:latin typeface="Times New Roman" panose="02020603050405020304" pitchFamily="18" charset="0"/>
              </a:endParaRPr>
            </a:p>
          </p:txBody>
        </p:sp>
        <p:sp>
          <p:nvSpPr>
            <p:cNvPr id="35852" name="Oval 31"/>
            <p:cNvSpPr>
              <a:spLocks noChangeArrowheads="1"/>
            </p:cNvSpPr>
            <p:nvPr/>
          </p:nvSpPr>
          <p:spPr bwMode="auto">
            <a:xfrm>
              <a:off x="3024" y="1769"/>
              <a:ext cx="2592" cy="240"/>
            </a:xfrm>
            <a:prstGeom prst="ellipse">
              <a:avLst/>
            </a:prstGeom>
            <a:solidFill>
              <a:srgbClr val="CCFFCC"/>
            </a:solidFill>
            <a:ln w="12700">
              <a:solidFill>
                <a:schemeClr val="tx1"/>
              </a:solidFill>
              <a:round/>
            </a:ln>
          </p:spPr>
          <p:txBody>
            <a:bodyPr wrap="none" anchor="ct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ctr">
                <a:spcBef>
                  <a:spcPct val="0"/>
                </a:spcBef>
                <a:buClrTx/>
                <a:buFontTx/>
                <a:buNone/>
              </a:pPr>
              <a:r>
                <a:rPr lang="en-US" altLang="en-US" sz="2400" b="1">
                  <a:solidFill>
                    <a:srgbClr val="000000"/>
                  </a:solidFill>
                  <a:latin typeface="Times New Roman" panose="02020603050405020304" pitchFamily="18" charset="0"/>
                </a:rPr>
                <a:t>Non-optimized Intermediate Code</a:t>
              </a:r>
              <a:endParaRPr lang="en-US" altLang="en-US" sz="2400" b="1">
                <a:solidFill>
                  <a:srgbClr val="000000"/>
                </a:solidFill>
                <a:latin typeface="Times New Roman" panose="02020603050405020304" pitchFamily="18" charset="0"/>
              </a:endParaRPr>
            </a:p>
          </p:txBody>
        </p:sp>
        <p:cxnSp>
          <p:nvCxnSpPr>
            <p:cNvPr id="35853" name="AutoShape 32"/>
            <p:cNvCxnSpPr>
              <a:cxnSpLocks noChangeShapeType="1"/>
              <a:stCxn id="35851" idx="2"/>
              <a:endCxn id="35852" idx="0"/>
            </p:cNvCxnSpPr>
            <p:nvPr/>
          </p:nvCxnSpPr>
          <p:spPr bwMode="auto">
            <a:xfrm flipH="1">
              <a:off x="4320" y="1489"/>
              <a:ext cx="1" cy="280"/>
            </a:xfrm>
            <a:prstGeom prst="straightConnector1">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cxnSp>
        <p:cxnSp>
          <p:nvCxnSpPr>
            <p:cNvPr id="35854" name="AutoShape 33"/>
            <p:cNvCxnSpPr>
              <a:cxnSpLocks noChangeShapeType="1"/>
              <a:endCxn id="35851" idx="0"/>
            </p:cNvCxnSpPr>
            <p:nvPr/>
          </p:nvCxnSpPr>
          <p:spPr bwMode="auto">
            <a:xfrm>
              <a:off x="4320" y="1056"/>
              <a:ext cx="1" cy="150"/>
            </a:xfrm>
            <a:prstGeom prst="straightConnector1">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up)">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up)">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up)">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up)">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6F5C4552-1CE8-4307-93CE-45FE60D37E39}" type="slidenum">
              <a:rPr lang="en-US">
                <a:solidFill>
                  <a:srgbClr val="FF99FF"/>
                </a:solidFill>
              </a:rPr>
            </a:fld>
            <a:endParaRPr lang="en-US">
              <a:solidFill>
                <a:srgbClr val="FF99FF"/>
              </a:solidFill>
            </a:endParaRPr>
          </a:p>
        </p:txBody>
      </p:sp>
      <p:sp>
        <p:nvSpPr>
          <p:cNvPr id="36867" name="Rectangle 2"/>
          <p:cNvSpPr>
            <a:spLocks noGrp="1" noChangeArrowheads="1"/>
          </p:cNvSpPr>
          <p:nvPr>
            <p:ph type="title"/>
          </p:nvPr>
        </p:nvSpPr>
        <p:spPr/>
        <p:txBody>
          <a:bodyPr/>
          <a:lstStyle/>
          <a:p>
            <a:pPr eaLnBrk="1" hangingPunct="1"/>
            <a:r>
              <a:rPr lang="en-US" b="1" dirty="0">
                <a:solidFill>
                  <a:srgbClr val="FF0000"/>
                </a:solidFill>
              </a:rPr>
              <a:t>LEXICAL ANALYSER </a:t>
            </a:r>
            <a:endParaRPr lang="en-US" b="1" dirty="0">
              <a:solidFill>
                <a:srgbClr val="FF0000"/>
              </a:solidFill>
            </a:endParaRPr>
          </a:p>
        </p:txBody>
      </p:sp>
      <p:sp>
        <p:nvSpPr>
          <p:cNvPr id="47107" name="Rectangle 3"/>
          <p:cNvSpPr>
            <a:spLocks noGrp="1" noChangeArrowheads="1"/>
          </p:cNvSpPr>
          <p:nvPr>
            <p:ph type="body" idx="1"/>
          </p:nvPr>
        </p:nvSpPr>
        <p:spPr>
          <a:xfrm>
            <a:off x="50483" y="1629058"/>
            <a:ext cx="8785225" cy="1727870"/>
          </a:xfrm>
        </p:spPr>
        <p:txBody>
          <a:bodyPr/>
          <a:lstStyle/>
          <a:p>
            <a:pPr eaLnBrk="1" hangingPunct="1">
              <a:lnSpc>
                <a:spcPct val="90000"/>
              </a:lnSpc>
              <a:buNone/>
            </a:pPr>
            <a:r>
              <a:rPr lang="en-US" sz="2400" b="1" dirty="0">
                <a:solidFill>
                  <a:srgbClr val="FF0000"/>
                </a:solidFill>
              </a:rPr>
              <a:t>Functionality</a:t>
            </a:r>
            <a:endParaRPr lang="en-US" sz="2400" b="1" dirty="0">
              <a:solidFill>
                <a:srgbClr val="FF0000"/>
              </a:solidFill>
            </a:endParaRPr>
          </a:p>
          <a:p>
            <a:pPr eaLnBrk="1" hangingPunct="1">
              <a:lnSpc>
                <a:spcPct val="90000"/>
              </a:lnSpc>
              <a:buFont typeface="Wingdings" panose="05000000000000000000" pitchFamily="2" charset="2"/>
              <a:buNone/>
            </a:pPr>
            <a:r>
              <a:rPr lang="en-US" sz="2400" b="1" dirty="0">
                <a:solidFill>
                  <a:srgbClr val="1F15A7"/>
                </a:solidFill>
              </a:rPr>
              <a:t>INPUT</a:t>
            </a:r>
            <a:r>
              <a:rPr lang="en-US" sz="2400" dirty="0"/>
              <a:t> – Program text as a sequence of Characters</a:t>
            </a:r>
            <a:endParaRPr lang="en-US" sz="2400" dirty="0"/>
          </a:p>
          <a:p>
            <a:pPr eaLnBrk="1" hangingPunct="1">
              <a:lnSpc>
                <a:spcPct val="90000"/>
              </a:lnSpc>
              <a:buFont typeface="Wingdings" panose="05000000000000000000" pitchFamily="2" charset="2"/>
              <a:buNone/>
            </a:pPr>
            <a:r>
              <a:rPr lang="en-US" sz="2400" b="1" dirty="0">
                <a:solidFill>
                  <a:srgbClr val="FF0000"/>
                </a:solidFill>
              </a:rPr>
              <a:t>OUTPUT</a:t>
            </a:r>
            <a:r>
              <a:rPr lang="en-US" sz="2400" dirty="0">
                <a:solidFill>
                  <a:srgbClr val="FF0000"/>
                </a:solidFill>
              </a:rPr>
              <a:t> </a:t>
            </a:r>
            <a:r>
              <a:rPr lang="en-US" sz="2400" dirty="0"/>
              <a:t>– Program Text as a sequence of symbols 			(Tokens)</a:t>
            </a:r>
            <a:endParaRPr lang="en-US" sz="2400" dirty="0"/>
          </a:p>
          <a:p>
            <a:pPr eaLnBrk="1" hangingPunct="1">
              <a:lnSpc>
                <a:spcPct val="80000"/>
              </a:lnSpc>
              <a:buFont typeface="Wingdings" panose="05000000000000000000" pitchFamily="2" charset="2"/>
              <a:buNone/>
            </a:pPr>
            <a:endParaRPr lang="en-US" sz="2400" dirty="0"/>
          </a:p>
        </p:txBody>
      </p:sp>
      <p:sp>
        <p:nvSpPr>
          <p:cNvPr id="47108" name="Rectangle 4"/>
          <p:cNvSpPr>
            <a:spLocks noChangeArrowheads="1"/>
          </p:cNvSpPr>
          <p:nvPr/>
        </p:nvSpPr>
        <p:spPr bwMode="auto">
          <a:xfrm>
            <a:off x="1331913" y="3500438"/>
            <a:ext cx="532606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lnSpc>
                <a:spcPct val="90000"/>
              </a:lnSpc>
              <a:buClr>
                <a:schemeClr val="accent2"/>
              </a:buClr>
              <a:buSzPct val="80000"/>
              <a:buFont typeface="Wingdings" panose="05000000000000000000" pitchFamily="2" charset="2"/>
              <a:buNone/>
            </a:pPr>
            <a:r>
              <a:rPr lang="en-US" sz="3200" b="1" i="1" dirty="0">
                <a:solidFill>
                  <a:srgbClr val="9900CC"/>
                </a:solidFill>
                <a:latin typeface="Arial" panose="020B0704020202020204" pitchFamily="34" charset="0"/>
              </a:rPr>
              <a:t>position = initial + rate * 60</a:t>
            </a:r>
            <a:endParaRPr lang="en-US" sz="3200" b="1" i="1" dirty="0">
              <a:solidFill>
                <a:srgbClr val="9900CC"/>
              </a:solidFill>
              <a:latin typeface="Arial" panose="020B0704020202020204" pitchFamily="34" charset="0"/>
            </a:endParaRPr>
          </a:p>
        </p:txBody>
      </p:sp>
      <p:sp>
        <p:nvSpPr>
          <p:cNvPr id="47109" name="Line 5"/>
          <p:cNvSpPr>
            <a:spLocks noChangeShapeType="1"/>
          </p:cNvSpPr>
          <p:nvPr/>
        </p:nvSpPr>
        <p:spPr bwMode="auto">
          <a:xfrm flipH="1">
            <a:off x="3997325" y="4246563"/>
            <a:ext cx="0" cy="1008062"/>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wrap="none"/>
          <a:lstStyle/>
          <a:p>
            <a:endParaRPr lang="en-US"/>
          </a:p>
        </p:txBody>
      </p:sp>
      <p:sp>
        <p:nvSpPr>
          <p:cNvPr id="47110" name="Text Box 6"/>
          <p:cNvSpPr txBox="1">
            <a:spLocks noChangeArrowheads="1"/>
          </p:cNvSpPr>
          <p:nvPr/>
        </p:nvSpPr>
        <p:spPr bwMode="auto">
          <a:xfrm>
            <a:off x="2413000" y="5327650"/>
            <a:ext cx="3429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0"/>
              </a:spcBef>
              <a:buClrTx/>
              <a:buFontTx/>
              <a:buNone/>
            </a:pPr>
            <a:r>
              <a:rPr lang="en-US" sz="3200">
                <a:latin typeface="Times New Roman" panose="02020603050405020304" pitchFamily="18" charset="0"/>
              </a:rPr>
              <a:t>id1:= id2 + id3 * 60</a:t>
            </a:r>
            <a:endParaRPr lang="en-US" sz="32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7108"/>
                                        </p:tgtEl>
                                        <p:attrNameLst>
                                          <p:attrName>style.visibility</p:attrName>
                                        </p:attrNameLst>
                                      </p:cBhvr>
                                      <p:to>
                                        <p:strVal val="visible"/>
                                      </p:to>
                                    </p:set>
                                    <p:animEffect transition="in" filter="fade">
                                      <p:cBhvr>
                                        <p:cTn id="19" dur="1000"/>
                                        <p:tgtEl>
                                          <p:spTgt spid="4710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47109"/>
                                        </p:tgtEl>
                                        <p:attrNameLst>
                                          <p:attrName>style.visibility</p:attrName>
                                        </p:attrNameLst>
                                      </p:cBhvr>
                                      <p:to>
                                        <p:strVal val="visible"/>
                                      </p:to>
                                    </p:set>
                                    <p:animEffect transition="in" filter="wipe(up)">
                                      <p:cBhvr>
                                        <p:cTn id="24" dur="1000"/>
                                        <p:tgtEl>
                                          <p:spTgt spid="47109"/>
                                        </p:tgtEl>
                                      </p:cBhvr>
                                    </p:animEffect>
                                  </p:childTnLst>
                                </p:cTn>
                              </p:par>
                            </p:childTnLst>
                          </p:cTn>
                        </p:par>
                        <p:par>
                          <p:cTn id="25" fill="hold">
                            <p:stCondLst>
                              <p:cond delay="1000"/>
                            </p:stCondLst>
                            <p:childTnLst>
                              <p:par>
                                <p:cTn id="26" presetID="9" presetClass="entr" presetSubtype="0" fill="hold" grpId="0" nodeType="afterEffect">
                                  <p:stCondLst>
                                    <p:cond delay="500"/>
                                  </p:stCondLst>
                                  <p:childTnLst>
                                    <p:set>
                                      <p:cBhvr>
                                        <p:cTn id="27" dur="1" fill="hold">
                                          <p:stCondLst>
                                            <p:cond delay="0"/>
                                          </p:stCondLst>
                                        </p:cTn>
                                        <p:tgtEl>
                                          <p:spTgt spid="47110"/>
                                        </p:tgtEl>
                                        <p:attrNameLst>
                                          <p:attrName>style.visibility</p:attrName>
                                        </p:attrNameLst>
                                      </p:cBhvr>
                                      <p:to>
                                        <p:strVal val="visible"/>
                                      </p:to>
                                    </p:set>
                                    <p:animEffect transition="in" filter="dissolve">
                                      <p:cBhvr>
                                        <p:cTn id="28" dur="500"/>
                                        <p:tgtEl>
                                          <p:spTgt spid="47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P spid="47108" grpId="0"/>
      <p:bldP spid="47109" grpId="0" animBg="1"/>
      <p:bldP spid="47110"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E17BFEDB-805D-43B2-8891-C5F54C14C9C7}" type="slidenum">
              <a:rPr lang="en-US" altLang="en-US">
                <a:solidFill>
                  <a:srgbClr val="FF99FF"/>
                </a:solidFill>
              </a:rPr>
            </a:fld>
            <a:endParaRPr lang="en-US" altLang="en-US">
              <a:solidFill>
                <a:srgbClr val="FF99FF"/>
              </a:solidFill>
            </a:endParaRPr>
          </a:p>
        </p:txBody>
      </p:sp>
      <p:sp>
        <p:nvSpPr>
          <p:cNvPr id="37891" name="Rectangle 2"/>
          <p:cNvSpPr>
            <a:spLocks noGrp="1" noChangeArrowheads="1"/>
          </p:cNvSpPr>
          <p:nvPr>
            <p:ph type="title"/>
          </p:nvPr>
        </p:nvSpPr>
        <p:spPr>
          <a:xfrm>
            <a:off x="428596" y="214290"/>
            <a:ext cx="8229600" cy="1143000"/>
          </a:xfrm>
        </p:spPr>
        <p:txBody>
          <a:bodyPr/>
          <a:lstStyle/>
          <a:p>
            <a:pPr eaLnBrk="1" hangingPunct="1"/>
            <a:r>
              <a:rPr lang="en-US" altLang="en-US" sz="4000" b="1" dirty="0">
                <a:solidFill>
                  <a:srgbClr val="FF0000"/>
                </a:solidFill>
              </a:rPr>
              <a:t>LEXICAL ANALYSER</a:t>
            </a:r>
            <a:endParaRPr lang="en-US" altLang="en-US" sz="4000" b="1" dirty="0">
              <a:solidFill>
                <a:srgbClr val="FF0000"/>
              </a:solidFill>
            </a:endParaRPr>
          </a:p>
        </p:txBody>
      </p:sp>
      <p:sp>
        <p:nvSpPr>
          <p:cNvPr id="37892" name="Rectangle 3"/>
          <p:cNvSpPr>
            <a:spLocks noGrp="1" noChangeArrowheads="1"/>
          </p:cNvSpPr>
          <p:nvPr>
            <p:ph type="body" idx="1"/>
          </p:nvPr>
        </p:nvSpPr>
        <p:spPr>
          <a:xfrm>
            <a:off x="13805" y="1366565"/>
            <a:ext cx="9144000" cy="5040858"/>
          </a:xfrm>
        </p:spPr>
        <p:txBody>
          <a:bodyPr/>
          <a:lstStyle/>
          <a:p>
            <a:pPr marL="351155" indent="-351155" eaLnBrk="1" hangingPunct="1">
              <a:lnSpc>
                <a:spcPct val="105000"/>
              </a:lnSpc>
            </a:pPr>
            <a:r>
              <a:rPr lang="en-US" altLang="en-US" sz="2000" dirty="0">
                <a:solidFill>
                  <a:srgbClr val="FF0000"/>
                </a:solidFill>
                <a:latin typeface="Arial" panose="020B0704020202020204" pitchFamily="34" charset="0"/>
                <a:cs typeface="Arial" panose="020B0704020202020204" pitchFamily="34" charset="0"/>
              </a:rPr>
              <a:t>Tasks involved are </a:t>
            </a:r>
            <a:endParaRPr lang="en-US" altLang="en-US" sz="2000" dirty="0">
              <a:solidFill>
                <a:srgbClr val="FF0000"/>
              </a:solidFill>
              <a:latin typeface="Arial" panose="020B0704020202020204" pitchFamily="34" charset="0"/>
              <a:cs typeface="Arial" panose="020B0704020202020204" pitchFamily="34" charset="0"/>
            </a:endParaRPr>
          </a:p>
          <a:p>
            <a:pPr marL="746125" lvl="1" indent="-281305" eaLnBrk="1" hangingPunct="1">
              <a:lnSpc>
                <a:spcPct val="105000"/>
              </a:lnSpc>
              <a:buFontTx/>
              <a:buAutoNum type="arabicPeriod"/>
            </a:pPr>
            <a:r>
              <a:rPr lang="en-US" altLang="en-US" sz="2000" dirty="0">
                <a:latin typeface="Arial" panose="020B0704020202020204" pitchFamily="34" charset="0"/>
                <a:cs typeface="Arial" panose="020B0704020202020204" pitchFamily="34" charset="0"/>
              </a:rPr>
              <a:t>Read the input file</a:t>
            </a:r>
            <a:endParaRPr lang="en-US" altLang="en-US" sz="2000" dirty="0">
              <a:latin typeface="Arial" panose="020B0704020202020204" pitchFamily="34" charset="0"/>
              <a:cs typeface="Arial" panose="020B0704020202020204" pitchFamily="34" charset="0"/>
            </a:endParaRPr>
          </a:p>
          <a:p>
            <a:pPr marL="746125" lvl="1" indent="-281305" eaLnBrk="1" hangingPunct="1">
              <a:lnSpc>
                <a:spcPct val="105000"/>
              </a:lnSpc>
              <a:buFontTx/>
              <a:buAutoNum type="arabicPeriod"/>
            </a:pPr>
            <a:r>
              <a:rPr lang="en-US" altLang="en-US" sz="2000" dirty="0">
                <a:solidFill>
                  <a:srgbClr val="1F15A7"/>
                </a:solidFill>
                <a:latin typeface="Arial" panose="020B0704020202020204" pitchFamily="34" charset="0"/>
                <a:cs typeface="Arial" panose="020B0704020202020204" pitchFamily="34" charset="0"/>
              </a:rPr>
              <a:t>Compresses the text by Ignoring spaces (but not inside quotes)</a:t>
            </a:r>
            <a:endParaRPr lang="en-US" altLang="en-US" sz="2000" dirty="0">
              <a:solidFill>
                <a:srgbClr val="1F15A7"/>
              </a:solidFill>
              <a:latin typeface="Arial" panose="020B0704020202020204" pitchFamily="34" charset="0"/>
              <a:cs typeface="Arial" panose="020B0704020202020204" pitchFamily="34" charset="0"/>
            </a:endParaRPr>
          </a:p>
          <a:p>
            <a:pPr marL="746125" lvl="1" indent="-281305" eaLnBrk="1" hangingPunct="1">
              <a:lnSpc>
                <a:spcPct val="105000"/>
              </a:lnSpc>
              <a:buFontTx/>
              <a:buAutoNum type="arabicPeriod"/>
            </a:pPr>
            <a:r>
              <a:rPr lang="en-US" altLang="en-US" sz="2000" dirty="0">
                <a:latin typeface="Arial" panose="020B0704020202020204" pitchFamily="34" charset="0"/>
                <a:cs typeface="Arial" panose="020B0704020202020204" pitchFamily="34" charset="0"/>
              </a:rPr>
              <a:t>Identify “TOKENS” – the language key words &amp; identifiers</a:t>
            </a:r>
            <a:endParaRPr lang="en-US" altLang="en-US" sz="2000" dirty="0">
              <a:latin typeface="Arial" panose="020B0704020202020204" pitchFamily="34" charset="0"/>
              <a:cs typeface="Arial" panose="020B0704020202020204" pitchFamily="34" charset="0"/>
            </a:endParaRPr>
          </a:p>
          <a:p>
            <a:pPr marL="1203325" lvl="2" indent="-281305" eaLnBrk="1" hangingPunct="1">
              <a:lnSpc>
                <a:spcPct val="105000"/>
              </a:lnSpc>
            </a:pPr>
            <a:r>
              <a:rPr lang="en-US" altLang="en-US" sz="2000" dirty="0">
                <a:latin typeface="Arial" panose="020B0704020202020204" pitchFamily="34" charset="0"/>
                <a:cs typeface="Arial" panose="020B0704020202020204" pitchFamily="34" charset="0"/>
              </a:rPr>
              <a:t>Notation to denote the composition of tokens (regular expressions).</a:t>
            </a:r>
            <a:endParaRPr lang="en-US" altLang="en-US" sz="2000" dirty="0">
              <a:latin typeface="Arial" panose="020B0704020202020204" pitchFamily="34" charset="0"/>
              <a:cs typeface="Arial" panose="020B0704020202020204" pitchFamily="34" charset="0"/>
            </a:endParaRPr>
          </a:p>
          <a:p>
            <a:pPr marL="1203325" lvl="2" indent="-281305" eaLnBrk="1" hangingPunct="1">
              <a:lnSpc>
                <a:spcPct val="105000"/>
              </a:lnSpc>
            </a:pPr>
            <a:r>
              <a:rPr lang="en-US" altLang="en-US" sz="2000" dirty="0">
                <a:latin typeface="Arial" panose="020B0704020202020204" pitchFamily="34" charset="0"/>
                <a:cs typeface="Arial" panose="020B0704020202020204" pitchFamily="34" charset="0"/>
              </a:rPr>
              <a:t>Internal representation of token definition(finite state machines ).</a:t>
            </a:r>
            <a:endParaRPr lang="en-US" altLang="en-US" sz="2000" dirty="0">
              <a:latin typeface="Arial" panose="020B0704020202020204" pitchFamily="34" charset="0"/>
              <a:cs typeface="Arial" panose="020B0704020202020204" pitchFamily="34" charset="0"/>
            </a:endParaRPr>
          </a:p>
          <a:p>
            <a:pPr marL="1203325" lvl="2" indent="-281305" eaLnBrk="1" hangingPunct="1">
              <a:lnSpc>
                <a:spcPct val="105000"/>
              </a:lnSpc>
            </a:pPr>
            <a:r>
              <a:rPr lang="en-US" altLang="en-US" sz="2000" dirty="0">
                <a:latin typeface="Arial" panose="020B0704020202020204" pitchFamily="34" charset="0"/>
                <a:cs typeface="Arial" panose="020B0704020202020204" pitchFamily="34" charset="0"/>
              </a:rPr>
              <a:t>Algorithms for identifying tokens.</a:t>
            </a:r>
            <a:endParaRPr lang="en-US" altLang="en-US" sz="2000" dirty="0">
              <a:latin typeface="Arial" panose="020B0704020202020204" pitchFamily="34" charset="0"/>
              <a:cs typeface="Arial" panose="020B0704020202020204" pitchFamily="34" charset="0"/>
            </a:endParaRPr>
          </a:p>
          <a:p>
            <a:pPr marL="746125" lvl="1" indent="-281305" eaLnBrk="1" hangingPunct="1">
              <a:lnSpc>
                <a:spcPct val="105000"/>
              </a:lnSpc>
              <a:buFontTx/>
              <a:buAutoNum type="arabicPeriod"/>
            </a:pPr>
            <a:r>
              <a:rPr lang="en-US" altLang="en-US" sz="2000" dirty="0">
                <a:solidFill>
                  <a:srgbClr val="1F15A7"/>
                </a:solidFill>
                <a:latin typeface="Arial" panose="020B0704020202020204" pitchFamily="34" charset="0"/>
                <a:cs typeface="Arial" panose="020B0704020202020204" pitchFamily="34" charset="0"/>
              </a:rPr>
              <a:t>Count line numbers</a:t>
            </a:r>
            <a:endParaRPr lang="en-US" altLang="en-US" sz="2000" dirty="0">
              <a:solidFill>
                <a:srgbClr val="1F15A7"/>
              </a:solidFill>
              <a:latin typeface="Arial" panose="020B0704020202020204" pitchFamily="34" charset="0"/>
              <a:cs typeface="Arial" panose="020B0704020202020204" pitchFamily="34" charset="0"/>
            </a:endParaRPr>
          </a:p>
          <a:p>
            <a:pPr marL="746125" lvl="1" indent="-281305" eaLnBrk="1" hangingPunct="1">
              <a:lnSpc>
                <a:spcPct val="105000"/>
              </a:lnSpc>
              <a:buFontTx/>
              <a:buAutoNum type="arabicPeriod"/>
            </a:pPr>
            <a:r>
              <a:rPr lang="en-US" altLang="en-US" sz="2000" dirty="0">
                <a:latin typeface="Arial" panose="020B0704020202020204" pitchFamily="34" charset="0"/>
                <a:cs typeface="Arial" panose="020B0704020202020204" pitchFamily="34" charset="0"/>
              </a:rPr>
              <a:t>Report errors about symbols illegal in the language</a:t>
            </a:r>
            <a:endParaRPr lang="en-US" altLang="en-US" sz="2000" dirty="0">
              <a:latin typeface="Arial" panose="020B0704020202020204" pitchFamily="34" charset="0"/>
              <a:cs typeface="Arial" panose="020B0704020202020204" pitchFamily="34" charset="0"/>
            </a:endParaRPr>
          </a:p>
          <a:p>
            <a:pPr marL="351155" indent="-351155" eaLnBrk="1" hangingPunct="1">
              <a:lnSpc>
                <a:spcPct val="105000"/>
              </a:lnSpc>
            </a:pPr>
            <a:r>
              <a:rPr lang="en-US" altLang="en-US" sz="2000" dirty="0">
                <a:solidFill>
                  <a:srgbClr val="1F15A7"/>
                </a:solidFill>
                <a:latin typeface="Arial" panose="020B0704020202020204" pitchFamily="34" charset="0"/>
                <a:cs typeface="Arial" panose="020B0704020202020204" pitchFamily="34" charset="0"/>
              </a:rPr>
              <a:t>Tools available for defining tokens, which automatically generate a program for identifying them (e.g., LEX)</a:t>
            </a:r>
            <a:endParaRPr lang="en-US" altLang="en-US" sz="2000" dirty="0">
              <a:solidFill>
                <a:srgbClr val="1F15A7"/>
              </a:solidFill>
              <a:latin typeface="Arial" panose="020B0704020202020204" pitchFamily="34" charset="0"/>
              <a:cs typeface="Arial" panose="020B07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31D13014-4DBC-491B-B172-50FC82A9AE98}" type="slidenum">
              <a:rPr lang="en-US" altLang="en-US">
                <a:solidFill>
                  <a:srgbClr val="FF99FF"/>
                </a:solidFill>
              </a:rPr>
            </a:fld>
            <a:endParaRPr lang="en-US" altLang="en-US">
              <a:solidFill>
                <a:srgbClr val="FF99FF"/>
              </a:solidFill>
            </a:endParaRPr>
          </a:p>
        </p:txBody>
      </p:sp>
      <p:sp>
        <p:nvSpPr>
          <p:cNvPr id="38915" name="Rectangle 2"/>
          <p:cNvSpPr>
            <a:spLocks noGrp="1" noChangeArrowheads="1"/>
          </p:cNvSpPr>
          <p:nvPr>
            <p:ph type="title"/>
          </p:nvPr>
        </p:nvSpPr>
        <p:spPr>
          <a:xfrm>
            <a:off x="1187450" y="0"/>
            <a:ext cx="5544790" cy="936625"/>
          </a:xfrm>
        </p:spPr>
        <p:txBody>
          <a:bodyPr/>
          <a:lstStyle/>
          <a:p>
            <a:pPr eaLnBrk="1" hangingPunct="1"/>
            <a:r>
              <a:rPr lang="en-US" altLang="en-US" b="1" dirty="0">
                <a:solidFill>
                  <a:srgbClr val="FF0000"/>
                </a:solidFill>
              </a:rPr>
              <a:t>SYNTAX</a:t>
            </a:r>
            <a:endParaRPr lang="en-US" altLang="en-US" b="1" dirty="0">
              <a:solidFill>
                <a:srgbClr val="FF0000"/>
              </a:solidFill>
            </a:endParaRPr>
          </a:p>
        </p:txBody>
      </p:sp>
      <p:sp>
        <p:nvSpPr>
          <p:cNvPr id="38916" name="Rectangle 3"/>
          <p:cNvSpPr>
            <a:spLocks noGrp="1" noChangeArrowheads="1"/>
          </p:cNvSpPr>
          <p:nvPr>
            <p:ph type="body" idx="1"/>
          </p:nvPr>
        </p:nvSpPr>
        <p:spPr>
          <a:xfrm>
            <a:off x="339090" y="1557020"/>
            <a:ext cx="8500110" cy="4843780"/>
          </a:xfrm>
        </p:spPr>
        <p:txBody>
          <a:bodyPr/>
          <a:lstStyle/>
          <a:p>
            <a:pPr marL="609600" indent="-609600" eaLnBrk="1" hangingPunct="1"/>
            <a:r>
              <a:rPr lang="en-US" altLang="en-US" sz="2400" dirty="0"/>
              <a:t>The syntax of a programming language describes the                structure of programs without any consideration of their       meaning. </a:t>
            </a:r>
            <a:endParaRPr lang="en-US" altLang="en-US" sz="2400" dirty="0"/>
          </a:p>
          <a:p>
            <a:pPr marL="609600" indent="-609600" eaLnBrk="1" hangingPunct="1">
              <a:lnSpc>
                <a:spcPct val="50000"/>
              </a:lnSpc>
            </a:pPr>
            <a:endParaRPr lang="en-US" altLang="en-US" sz="2400" dirty="0"/>
          </a:p>
          <a:p>
            <a:pPr marL="609600" indent="-609600" eaLnBrk="1" hangingPunct="1"/>
            <a:r>
              <a:rPr lang="en-US" altLang="en-US" sz="2400" dirty="0">
                <a:solidFill>
                  <a:srgbClr val="1F15A7"/>
                </a:solidFill>
              </a:rPr>
              <a:t>The syntactic elements of a programming language are           determined by the computation model and pragmatic             concerns</a:t>
            </a:r>
            <a:endParaRPr lang="en-US" altLang="en-US" sz="2400" dirty="0">
              <a:solidFill>
                <a:srgbClr val="1F15A7"/>
              </a:solidFill>
            </a:endParaRPr>
          </a:p>
          <a:p>
            <a:pPr marL="609600" indent="-609600" eaLnBrk="1" hangingPunct="1">
              <a:lnSpc>
                <a:spcPct val="50000"/>
              </a:lnSpc>
            </a:pPr>
            <a:endParaRPr lang="en-US" altLang="en-US" sz="2400" dirty="0"/>
          </a:p>
          <a:p>
            <a:pPr marL="609600" indent="-609600" eaLnBrk="1" hangingPunct="1"/>
            <a:r>
              <a:rPr lang="en-US" altLang="en-US" sz="2400" dirty="0"/>
              <a:t>Well developed tools (regular expression, context-free and attribute grammars) for the description of the syntax of programming  language</a:t>
            </a:r>
            <a:endParaRPr lang="en-US" altLang="en-US" sz="2400" dirty="0"/>
          </a:p>
        </p:txBody>
      </p:sp>
      <mc:AlternateContent xmlns:mc="http://schemas.openxmlformats.org/markup-compatibility/2006" xmlns:p14="http://schemas.microsoft.com/office/powerpoint/2010/main">
        <mc:Choice Requires="p14">
          <p:contentPart r:id="rId1" p14:bwMode="auto">
            <p14:nvContentPartPr>
              <p14:cNvPr id="2" name="Ink 1"/>
              <p14:cNvContentPartPr/>
              <p14:nvPr/>
            </p14:nvContentPartPr>
            <p14:xfrm>
              <a:off x="3905280" y="5702400"/>
              <a:ext cx="360" cy="360"/>
            </p14:xfrm>
          </p:contentPart>
        </mc:Choice>
        <mc:Fallback xmlns="">
          <p:pic>
            <p:nvPicPr>
              <p:cNvPr id="2" name="Ink 1"/>
            </p:nvPicPr>
            <p:blipFill>
              <a:blip r:embed="rId2"/>
            </p:blipFill>
            <p:spPr>
              <a:xfrm>
                <a:off x="3905280" y="5702400"/>
                <a:ext cx="360" cy="360"/>
              </a:xfrm>
              <a:prstGeom prst="rect"/>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956BDF3A-657F-49CD-BAC4-99FC15115EE4}" type="slidenum">
              <a:rPr lang="en-US" altLang="en-US">
                <a:solidFill>
                  <a:srgbClr val="FF99FF"/>
                </a:solidFill>
              </a:rPr>
            </a:fld>
            <a:endParaRPr lang="en-US" altLang="en-US">
              <a:solidFill>
                <a:srgbClr val="FF99FF"/>
              </a:solidFill>
            </a:endParaRPr>
          </a:p>
        </p:txBody>
      </p:sp>
      <p:sp>
        <p:nvSpPr>
          <p:cNvPr id="40963" name="Rectangle 2"/>
          <p:cNvSpPr>
            <a:spLocks noGrp="1" noChangeArrowheads="1"/>
          </p:cNvSpPr>
          <p:nvPr>
            <p:ph type="title"/>
          </p:nvPr>
        </p:nvSpPr>
        <p:spPr/>
        <p:txBody>
          <a:bodyPr/>
          <a:lstStyle/>
          <a:p>
            <a:pPr eaLnBrk="1" hangingPunct="1"/>
            <a:r>
              <a:rPr lang="en-US" altLang="en-US" sz="4000" b="1" dirty="0">
                <a:solidFill>
                  <a:srgbClr val="FF0000"/>
                </a:solidFill>
              </a:rPr>
              <a:t>SYNTAX ANALYSER</a:t>
            </a:r>
            <a:endParaRPr lang="en-US" altLang="en-US" sz="4000" b="1" dirty="0">
              <a:solidFill>
                <a:srgbClr val="FF0000"/>
              </a:solidFill>
            </a:endParaRPr>
          </a:p>
        </p:txBody>
      </p:sp>
      <p:sp>
        <p:nvSpPr>
          <p:cNvPr id="40964" name="Rectangle 3"/>
          <p:cNvSpPr>
            <a:spLocks noGrp="1" noChangeArrowheads="1"/>
          </p:cNvSpPr>
          <p:nvPr>
            <p:ph type="body" idx="1"/>
          </p:nvPr>
        </p:nvSpPr>
        <p:spPr>
          <a:xfrm>
            <a:off x="179387" y="1637593"/>
            <a:ext cx="8785225" cy="3745086"/>
          </a:xfrm>
        </p:spPr>
        <p:txBody>
          <a:bodyPr/>
          <a:lstStyle/>
          <a:p>
            <a:pPr eaLnBrk="1" hangingPunct="1">
              <a:lnSpc>
                <a:spcPct val="120000"/>
              </a:lnSpc>
            </a:pPr>
            <a:r>
              <a:rPr lang="en-US" altLang="en-US" sz="2400" dirty="0"/>
              <a:t>Checks the syntactical correctness of the program and generates errors if any discrepancy is found</a:t>
            </a:r>
            <a:endParaRPr lang="en-US" altLang="en-US" sz="2400" dirty="0"/>
          </a:p>
          <a:p>
            <a:pPr eaLnBrk="1" hangingPunct="1">
              <a:lnSpc>
                <a:spcPct val="120000"/>
              </a:lnSpc>
            </a:pPr>
            <a:r>
              <a:rPr lang="en-US" altLang="en-US" sz="2400" dirty="0">
                <a:solidFill>
                  <a:srgbClr val="1F15A7"/>
                </a:solidFill>
              </a:rPr>
              <a:t>Uses Notation to denote the syntax of a program  (</a:t>
            </a:r>
            <a:r>
              <a:rPr lang="en-US" altLang="en-US" sz="2400" dirty="0" err="1">
                <a:solidFill>
                  <a:srgbClr val="1F15A7"/>
                </a:solidFill>
              </a:rPr>
              <a:t>Bachus</a:t>
            </a:r>
            <a:r>
              <a:rPr lang="en-US" altLang="en-US" sz="2400" dirty="0">
                <a:solidFill>
                  <a:srgbClr val="1F15A7"/>
                </a:solidFill>
              </a:rPr>
              <a:t> </a:t>
            </a:r>
            <a:r>
              <a:rPr lang="en-US" altLang="en-US" sz="2400" dirty="0" err="1">
                <a:solidFill>
                  <a:srgbClr val="1F15A7"/>
                </a:solidFill>
              </a:rPr>
              <a:t>Naur</a:t>
            </a:r>
            <a:r>
              <a:rPr lang="en-US" altLang="en-US" sz="2400" dirty="0">
                <a:solidFill>
                  <a:srgbClr val="1F15A7"/>
                </a:solidFill>
              </a:rPr>
              <a:t>     Form, Context-free grammar)</a:t>
            </a:r>
            <a:endParaRPr lang="en-US" altLang="en-US" sz="2400" dirty="0">
              <a:solidFill>
                <a:srgbClr val="1F15A7"/>
              </a:solidFill>
            </a:endParaRPr>
          </a:p>
          <a:p>
            <a:pPr eaLnBrk="1" hangingPunct="1">
              <a:lnSpc>
                <a:spcPct val="120000"/>
              </a:lnSpc>
            </a:pPr>
            <a:r>
              <a:rPr lang="en-US" altLang="en-US" sz="2400" dirty="0"/>
              <a:t>Internal representation (Pushdown automata, Parse trees).</a:t>
            </a:r>
            <a:endParaRPr lang="en-US" altLang="en-US" sz="2400" dirty="0"/>
          </a:p>
          <a:p>
            <a:pPr eaLnBrk="1" hangingPunct="1">
              <a:lnSpc>
                <a:spcPct val="120000"/>
              </a:lnSpc>
            </a:pPr>
            <a:r>
              <a:rPr lang="en-US" altLang="en-US" sz="2400" dirty="0">
                <a:solidFill>
                  <a:srgbClr val="1F15A7"/>
                </a:solidFill>
              </a:rPr>
              <a:t>Several Algorithms for syntax analysis</a:t>
            </a:r>
            <a:endParaRPr lang="en-US" altLang="en-US" sz="2400" dirty="0">
              <a:solidFill>
                <a:srgbClr val="1F15A7"/>
              </a:solidFill>
            </a:endParaRPr>
          </a:p>
          <a:p>
            <a:pPr eaLnBrk="1" hangingPunct="1">
              <a:lnSpc>
                <a:spcPct val="120000"/>
              </a:lnSpc>
            </a:pPr>
            <a:r>
              <a:rPr lang="en-US" altLang="en-US" sz="2400" dirty="0"/>
              <a:t>Tools for generating the syntax analyzer (YACC)</a:t>
            </a:r>
            <a:endParaRPr lang="en-US" alt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38830B2F-EDFB-4083-9665-0DD30A3CC101}" type="slidenum">
              <a:rPr lang="en-US" altLang="en-US">
                <a:solidFill>
                  <a:srgbClr val="FF99FF"/>
                </a:solidFill>
              </a:rPr>
            </a:fld>
            <a:endParaRPr lang="en-US" altLang="en-US">
              <a:solidFill>
                <a:srgbClr val="FF99FF"/>
              </a:solidFill>
            </a:endParaRPr>
          </a:p>
        </p:txBody>
      </p:sp>
      <p:sp>
        <p:nvSpPr>
          <p:cNvPr id="39939" name="Rectangle 2"/>
          <p:cNvSpPr>
            <a:spLocks noGrp="1" noChangeArrowheads="1"/>
          </p:cNvSpPr>
          <p:nvPr>
            <p:ph type="title"/>
          </p:nvPr>
        </p:nvSpPr>
        <p:spPr>
          <a:xfrm>
            <a:off x="107315" y="283845"/>
            <a:ext cx="8229600" cy="721360"/>
          </a:xfrm>
        </p:spPr>
        <p:txBody>
          <a:bodyPr/>
          <a:lstStyle/>
          <a:p>
            <a:pPr eaLnBrk="1" hangingPunct="1"/>
            <a:r>
              <a:rPr lang="en-US" altLang="en-US" sz="4000" b="1" dirty="0">
                <a:solidFill>
                  <a:srgbClr val="FF0000"/>
                </a:solidFill>
              </a:rPr>
              <a:t>SYNTAX ANALYSER</a:t>
            </a:r>
            <a:endParaRPr lang="en-US" altLang="en-US" sz="4000" b="1" dirty="0">
              <a:solidFill>
                <a:srgbClr val="FF0000"/>
              </a:solidFill>
            </a:endParaRPr>
          </a:p>
        </p:txBody>
      </p:sp>
      <p:sp>
        <p:nvSpPr>
          <p:cNvPr id="50179" name="Rectangle 3"/>
          <p:cNvSpPr>
            <a:spLocks noGrp="1" noChangeArrowheads="1"/>
          </p:cNvSpPr>
          <p:nvPr>
            <p:ph type="body" idx="1"/>
          </p:nvPr>
        </p:nvSpPr>
        <p:spPr>
          <a:xfrm>
            <a:off x="123031" y="1402094"/>
            <a:ext cx="9144000" cy="1484313"/>
          </a:xfrm>
        </p:spPr>
        <p:txBody>
          <a:bodyPr/>
          <a:lstStyle/>
          <a:p>
            <a:pPr eaLnBrk="1" hangingPunct="1">
              <a:buNone/>
            </a:pPr>
            <a:r>
              <a:rPr lang="en-US" altLang="en-US" sz="2400" dirty="0">
                <a:solidFill>
                  <a:srgbClr val="FF0000"/>
                </a:solidFill>
              </a:rPr>
              <a:t>Functionality</a:t>
            </a:r>
            <a:endParaRPr lang="en-US" altLang="en-US" sz="2400" dirty="0">
              <a:solidFill>
                <a:srgbClr val="FF0000"/>
              </a:solidFill>
            </a:endParaRPr>
          </a:p>
          <a:p>
            <a:pPr eaLnBrk="1" hangingPunct="1">
              <a:buFont typeface="Wingdings" panose="05000000000000000000" pitchFamily="2" charset="2"/>
              <a:buNone/>
            </a:pPr>
            <a:r>
              <a:rPr lang="en-US" altLang="en-US" sz="2400" dirty="0"/>
              <a:t>	</a:t>
            </a:r>
            <a:r>
              <a:rPr lang="en-US" altLang="en-US" sz="2400" dirty="0">
                <a:solidFill>
                  <a:srgbClr val="1F15A7"/>
                </a:solidFill>
              </a:rPr>
              <a:t>INPUT</a:t>
            </a:r>
            <a:r>
              <a:rPr lang="en-US" altLang="en-US" sz="2400" dirty="0"/>
              <a:t> – Sequence of symbols (tokens)</a:t>
            </a:r>
            <a:endParaRPr lang="en-US" altLang="en-US" sz="2400" dirty="0"/>
          </a:p>
          <a:p>
            <a:pPr eaLnBrk="1" hangingPunct="1">
              <a:buFont typeface="Wingdings" panose="05000000000000000000" pitchFamily="2" charset="2"/>
              <a:buNone/>
            </a:pPr>
            <a:r>
              <a:rPr lang="en-US" altLang="en-US" sz="2400" dirty="0"/>
              <a:t>	</a:t>
            </a:r>
            <a:r>
              <a:rPr lang="en-US" altLang="en-US" sz="2400" dirty="0">
                <a:solidFill>
                  <a:srgbClr val="FF0000"/>
                </a:solidFill>
              </a:rPr>
              <a:t>OUTPUT</a:t>
            </a:r>
            <a:r>
              <a:rPr lang="en-US" altLang="en-US" sz="2400" dirty="0"/>
              <a:t> – Structure of the program ( an abstract syntax tree)</a:t>
            </a:r>
            <a:endParaRPr lang="en-US" altLang="en-US" sz="2400" dirty="0"/>
          </a:p>
          <a:p>
            <a:pPr lvl="1" eaLnBrk="1" hangingPunct="1"/>
            <a:endParaRPr lang="en-US" altLang="en-US" sz="2400" dirty="0"/>
          </a:p>
        </p:txBody>
      </p:sp>
      <p:sp>
        <p:nvSpPr>
          <p:cNvPr id="50180" name="Text Box 4"/>
          <p:cNvSpPr txBox="1">
            <a:spLocks noChangeArrowheads="1"/>
          </p:cNvSpPr>
          <p:nvPr/>
        </p:nvSpPr>
        <p:spPr bwMode="auto">
          <a:xfrm>
            <a:off x="2627313" y="2894807"/>
            <a:ext cx="353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0"/>
              </a:spcBef>
              <a:buClrTx/>
              <a:buFontTx/>
              <a:buNone/>
            </a:pPr>
            <a:r>
              <a:rPr lang="en-US" altLang="en-US" sz="3200" dirty="0">
                <a:latin typeface="Times New Roman" panose="02020603050405020304" pitchFamily="18" charset="0"/>
              </a:rPr>
              <a:t>id1:= id2 + id3 * 60 </a:t>
            </a:r>
            <a:endParaRPr lang="en-US" altLang="en-US" sz="3200" dirty="0">
              <a:latin typeface="Times New Roman" panose="02020603050405020304" pitchFamily="18" charset="0"/>
            </a:endParaRPr>
          </a:p>
        </p:txBody>
      </p:sp>
      <p:sp>
        <p:nvSpPr>
          <p:cNvPr id="50181" name="Rectangle 5"/>
          <p:cNvSpPr>
            <a:spLocks noChangeArrowheads="1"/>
          </p:cNvSpPr>
          <p:nvPr/>
        </p:nvSpPr>
        <p:spPr bwMode="auto">
          <a:xfrm>
            <a:off x="3848100" y="3573463"/>
            <a:ext cx="36195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lnSpc>
                <a:spcPct val="90000"/>
              </a:lnSpc>
              <a:buClr>
                <a:schemeClr val="accent2"/>
              </a:buClr>
              <a:buSzPct val="80000"/>
              <a:buFont typeface="Wingdings" panose="05000000000000000000" pitchFamily="2" charset="2"/>
              <a:buNone/>
            </a:pPr>
            <a:r>
              <a:rPr lang="en-US" altLang="en-US" sz="2400" b="1" i="1">
                <a:solidFill>
                  <a:srgbClr val="9900CC"/>
                </a:solidFill>
                <a:latin typeface="Arial" panose="020B0704020202020204" pitchFamily="34" charset="0"/>
              </a:rPr>
              <a:t>=</a:t>
            </a:r>
            <a:endParaRPr lang="en-US" altLang="en-US" sz="2400" b="1" i="1">
              <a:solidFill>
                <a:srgbClr val="9900CC"/>
              </a:solidFill>
              <a:latin typeface="Arial" panose="020B0704020202020204" pitchFamily="34" charset="0"/>
            </a:endParaRPr>
          </a:p>
        </p:txBody>
      </p:sp>
      <p:sp>
        <p:nvSpPr>
          <p:cNvPr id="50182" name="Rectangle 6"/>
          <p:cNvSpPr>
            <a:spLocks noChangeArrowheads="1"/>
          </p:cNvSpPr>
          <p:nvPr/>
        </p:nvSpPr>
        <p:spPr bwMode="auto">
          <a:xfrm>
            <a:off x="2627313" y="4341813"/>
            <a:ext cx="617537" cy="482600"/>
          </a:xfrm>
          <a:prstGeom prst="rect">
            <a:avLst/>
          </a:prstGeom>
          <a:noFill/>
          <a:ln w="254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993366"/>
                </a:solidFill>
                <a:latin typeface="Arial" panose="020B0704020202020204" pitchFamily="34" charset="0"/>
              </a:rPr>
              <a:t>id1</a:t>
            </a:r>
            <a:endParaRPr lang="en-US" altLang="en-US" sz="2400" i="1">
              <a:solidFill>
                <a:srgbClr val="993366"/>
              </a:solidFill>
              <a:latin typeface="Arial" panose="020B0704020202020204" pitchFamily="34" charset="0"/>
            </a:endParaRPr>
          </a:p>
        </p:txBody>
      </p:sp>
      <p:sp>
        <p:nvSpPr>
          <p:cNvPr id="50183" name="Rectangle 7"/>
          <p:cNvSpPr>
            <a:spLocks noChangeArrowheads="1"/>
          </p:cNvSpPr>
          <p:nvPr/>
        </p:nvSpPr>
        <p:spPr bwMode="auto">
          <a:xfrm>
            <a:off x="4386263" y="5311775"/>
            <a:ext cx="617537" cy="482600"/>
          </a:xfrm>
          <a:prstGeom prst="rect">
            <a:avLst/>
          </a:prstGeom>
          <a:noFill/>
          <a:ln w="254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993366"/>
                </a:solidFill>
                <a:latin typeface="Arial" panose="020B0704020202020204" pitchFamily="34" charset="0"/>
              </a:rPr>
              <a:t>id2</a:t>
            </a:r>
            <a:endParaRPr lang="en-US" altLang="en-US" sz="2400" i="1">
              <a:solidFill>
                <a:srgbClr val="993366"/>
              </a:solidFill>
              <a:latin typeface="Arial" panose="020B0704020202020204" pitchFamily="34" charset="0"/>
            </a:endParaRPr>
          </a:p>
        </p:txBody>
      </p:sp>
      <p:sp>
        <p:nvSpPr>
          <p:cNvPr id="50184" name="Rectangle 8"/>
          <p:cNvSpPr>
            <a:spLocks noChangeArrowheads="1"/>
          </p:cNvSpPr>
          <p:nvPr/>
        </p:nvSpPr>
        <p:spPr bwMode="auto">
          <a:xfrm>
            <a:off x="5638800" y="4452938"/>
            <a:ext cx="36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9900CC"/>
                </a:solidFill>
                <a:latin typeface="Arial" panose="020B0704020202020204" pitchFamily="34" charset="0"/>
              </a:rPr>
              <a:t>+</a:t>
            </a:r>
            <a:endParaRPr lang="en-US" altLang="en-US" sz="2400" i="1">
              <a:solidFill>
                <a:srgbClr val="9900CC"/>
              </a:solidFill>
              <a:latin typeface="Arial" panose="020B0704020202020204" pitchFamily="34" charset="0"/>
            </a:endParaRPr>
          </a:p>
        </p:txBody>
      </p:sp>
      <p:sp>
        <p:nvSpPr>
          <p:cNvPr id="50185" name="Rectangle 9"/>
          <p:cNvSpPr>
            <a:spLocks noChangeArrowheads="1"/>
          </p:cNvSpPr>
          <p:nvPr/>
        </p:nvSpPr>
        <p:spPr bwMode="auto">
          <a:xfrm>
            <a:off x="7572375" y="5429250"/>
            <a:ext cx="303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9900CC"/>
                </a:solidFill>
                <a:latin typeface="Arial" panose="020B0704020202020204" pitchFamily="34" charset="0"/>
              </a:rPr>
              <a:t>*</a:t>
            </a:r>
            <a:endParaRPr lang="en-US" altLang="en-US" sz="2400" i="1">
              <a:solidFill>
                <a:srgbClr val="9900CC"/>
              </a:solidFill>
              <a:latin typeface="Arial" panose="020B0704020202020204" pitchFamily="34" charset="0"/>
            </a:endParaRPr>
          </a:p>
        </p:txBody>
      </p:sp>
      <p:sp>
        <p:nvSpPr>
          <p:cNvPr id="50186" name="Rectangle 10"/>
          <p:cNvSpPr>
            <a:spLocks noChangeArrowheads="1"/>
          </p:cNvSpPr>
          <p:nvPr/>
        </p:nvSpPr>
        <p:spPr bwMode="auto">
          <a:xfrm>
            <a:off x="6289675" y="6226175"/>
            <a:ext cx="617538" cy="482600"/>
          </a:xfrm>
          <a:prstGeom prst="rect">
            <a:avLst/>
          </a:prstGeom>
          <a:noFill/>
          <a:ln w="254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993366"/>
                </a:solidFill>
                <a:latin typeface="Arial" panose="020B0704020202020204" pitchFamily="34" charset="0"/>
              </a:rPr>
              <a:t>id3</a:t>
            </a:r>
            <a:endParaRPr lang="en-US" altLang="en-US" sz="2400" i="1">
              <a:solidFill>
                <a:srgbClr val="993366"/>
              </a:solidFill>
              <a:latin typeface="Arial" panose="020B0704020202020204" pitchFamily="34" charset="0"/>
            </a:endParaRPr>
          </a:p>
        </p:txBody>
      </p:sp>
      <p:sp>
        <p:nvSpPr>
          <p:cNvPr id="50187" name="Rectangle 11"/>
          <p:cNvSpPr>
            <a:spLocks noChangeArrowheads="1"/>
          </p:cNvSpPr>
          <p:nvPr/>
        </p:nvSpPr>
        <p:spPr bwMode="auto">
          <a:xfrm>
            <a:off x="8270875" y="6226175"/>
            <a:ext cx="549275" cy="482600"/>
          </a:xfrm>
          <a:prstGeom prst="rect">
            <a:avLst/>
          </a:prstGeom>
          <a:solidFill>
            <a:srgbClr val="00002E"/>
          </a:solidFill>
          <a:ln w="25400" cap="sq">
            <a:solidFill>
              <a:srgbClr val="FFCCFF"/>
            </a:solidFill>
            <a:miter lim="800000"/>
            <a:headEnd type="none" w="sm" len="sm"/>
            <a:tailEnd type="none" w="sm" len="sm"/>
          </a:ln>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FFCCFF"/>
                </a:solidFill>
                <a:latin typeface="Arial" panose="020B0704020202020204" pitchFamily="34" charset="0"/>
              </a:rPr>
              <a:t>60</a:t>
            </a:r>
            <a:endParaRPr lang="en-US" altLang="en-US" sz="2400" i="1">
              <a:solidFill>
                <a:srgbClr val="FFCCFF"/>
              </a:solidFill>
              <a:latin typeface="Arial" panose="020B0704020202020204" pitchFamily="34" charset="0"/>
            </a:endParaRPr>
          </a:p>
        </p:txBody>
      </p:sp>
      <p:sp>
        <p:nvSpPr>
          <p:cNvPr id="50188" name="Line 12"/>
          <p:cNvSpPr>
            <a:spLocks noChangeShapeType="1"/>
          </p:cNvSpPr>
          <p:nvPr/>
        </p:nvSpPr>
        <p:spPr bwMode="auto">
          <a:xfrm flipH="1">
            <a:off x="3254375" y="3881438"/>
            <a:ext cx="495300" cy="363537"/>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0189" name="Line 13"/>
          <p:cNvSpPr>
            <a:spLocks noChangeShapeType="1"/>
          </p:cNvSpPr>
          <p:nvPr/>
        </p:nvSpPr>
        <p:spPr bwMode="auto">
          <a:xfrm>
            <a:off x="4211638" y="3887788"/>
            <a:ext cx="1511300" cy="720725"/>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0190" name="Line 14"/>
          <p:cNvSpPr>
            <a:spLocks noChangeShapeType="1"/>
          </p:cNvSpPr>
          <p:nvPr/>
        </p:nvSpPr>
        <p:spPr bwMode="auto">
          <a:xfrm flipH="1">
            <a:off x="5083175" y="4824413"/>
            <a:ext cx="568325" cy="411162"/>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0191" name="Line 15"/>
          <p:cNvSpPr>
            <a:spLocks noChangeShapeType="1"/>
          </p:cNvSpPr>
          <p:nvPr/>
        </p:nvSpPr>
        <p:spPr bwMode="auto">
          <a:xfrm>
            <a:off x="6011863" y="4824413"/>
            <a:ext cx="1547812" cy="733425"/>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0192" name="Line 16"/>
          <p:cNvSpPr>
            <a:spLocks noChangeShapeType="1"/>
          </p:cNvSpPr>
          <p:nvPr/>
        </p:nvSpPr>
        <p:spPr bwMode="auto">
          <a:xfrm flipH="1">
            <a:off x="6911975" y="5710238"/>
            <a:ext cx="723900" cy="515937"/>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0193" name="Line 17"/>
          <p:cNvSpPr>
            <a:spLocks noChangeShapeType="1"/>
          </p:cNvSpPr>
          <p:nvPr/>
        </p:nvSpPr>
        <p:spPr bwMode="auto">
          <a:xfrm>
            <a:off x="7883525" y="5759450"/>
            <a:ext cx="552450" cy="390525"/>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iterate type="wd">
                                    <p:tmPct val="100000"/>
                                  </p:iterate>
                                  <p:childTnLst>
                                    <p:set>
                                      <p:cBhvr>
                                        <p:cTn id="18" dur="1" fill="hold">
                                          <p:stCondLst>
                                            <p:cond delay="0"/>
                                          </p:stCondLst>
                                        </p:cTn>
                                        <p:tgtEl>
                                          <p:spTgt spid="50180"/>
                                        </p:tgtEl>
                                        <p:attrNameLst>
                                          <p:attrName>style.visibility</p:attrName>
                                        </p:attrNameLst>
                                      </p:cBhvr>
                                      <p:to>
                                        <p:strVal val="visible"/>
                                      </p:to>
                                    </p:set>
                                    <p:animEffect transition="in" filter="dissolve">
                                      <p:cBhvr>
                                        <p:cTn id="19" dur="500"/>
                                        <p:tgtEl>
                                          <p:spTgt spid="50180"/>
                                        </p:tgtEl>
                                      </p:cBhvr>
                                    </p:animEffect>
                                  </p:childTnLst>
                                </p:cTn>
                              </p:par>
                            </p:childTnLst>
                          </p:cTn>
                        </p:par>
                        <p:par>
                          <p:cTn id="20" fill="hold">
                            <p:stCondLst>
                              <p:cond delay="10500"/>
                            </p:stCondLst>
                            <p:childTnLst>
                              <p:par>
                                <p:cTn id="21" presetID="9" presetClass="entr" presetSubtype="0" fill="hold" grpId="0" nodeType="afterEffect">
                                  <p:stCondLst>
                                    <p:cond delay="500"/>
                                  </p:stCondLst>
                                  <p:childTnLst>
                                    <p:set>
                                      <p:cBhvr>
                                        <p:cTn id="22" dur="1" fill="hold">
                                          <p:stCondLst>
                                            <p:cond delay="0"/>
                                          </p:stCondLst>
                                        </p:cTn>
                                        <p:tgtEl>
                                          <p:spTgt spid="50181"/>
                                        </p:tgtEl>
                                        <p:attrNameLst>
                                          <p:attrName>style.visibility</p:attrName>
                                        </p:attrNameLst>
                                      </p:cBhvr>
                                      <p:to>
                                        <p:strVal val="visible"/>
                                      </p:to>
                                    </p:set>
                                    <p:animEffect transition="in" filter="dissolve">
                                      <p:cBhvr>
                                        <p:cTn id="23" dur="500"/>
                                        <p:tgtEl>
                                          <p:spTgt spid="50181"/>
                                        </p:tgtEl>
                                      </p:cBhvr>
                                    </p:animEffect>
                                  </p:childTnLst>
                                </p:cTn>
                              </p:par>
                            </p:childTnLst>
                          </p:cTn>
                        </p:par>
                        <p:par>
                          <p:cTn id="24" fill="hold">
                            <p:stCondLst>
                              <p:cond delay="11500"/>
                            </p:stCondLst>
                            <p:childTnLst>
                              <p:par>
                                <p:cTn id="25" presetID="22" presetClass="entr" presetSubtype="1" fill="hold" nodeType="afterEffect">
                                  <p:stCondLst>
                                    <p:cond delay="500"/>
                                  </p:stCondLst>
                                  <p:childTnLst>
                                    <p:set>
                                      <p:cBhvr>
                                        <p:cTn id="26" dur="1" fill="hold">
                                          <p:stCondLst>
                                            <p:cond delay="0"/>
                                          </p:stCondLst>
                                        </p:cTn>
                                        <p:tgtEl>
                                          <p:spTgt spid="50188"/>
                                        </p:tgtEl>
                                        <p:attrNameLst>
                                          <p:attrName>style.visibility</p:attrName>
                                        </p:attrNameLst>
                                      </p:cBhvr>
                                      <p:to>
                                        <p:strVal val="visible"/>
                                      </p:to>
                                    </p:set>
                                    <p:animEffect transition="in" filter="wipe(up)">
                                      <p:cBhvr>
                                        <p:cTn id="27" dur="1000"/>
                                        <p:tgtEl>
                                          <p:spTgt spid="50188"/>
                                        </p:tgtEl>
                                      </p:cBhvr>
                                    </p:animEffect>
                                  </p:childTnLst>
                                </p:cTn>
                              </p:par>
                            </p:childTnLst>
                          </p:cTn>
                        </p:par>
                        <p:par>
                          <p:cTn id="28" fill="hold">
                            <p:stCondLst>
                              <p:cond delay="13000"/>
                            </p:stCondLst>
                            <p:childTnLst>
                              <p:par>
                                <p:cTn id="29" presetID="9" presetClass="entr" presetSubtype="0" fill="hold" grpId="0" nodeType="afterEffect">
                                  <p:stCondLst>
                                    <p:cond delay="500"/>
                                  </p:stCondLst>
                                  <p:childTnLst>
                                    <p:set>
                                      <p:cBhvr>
                                        <p:cTn id="30" dur="1" fill="hold">
                                          <p:stCondLst>
                                            <p:cond delay="0"/>
                                          </p:stCondLst>
                                        </p:cTn>
                                        <p:tgtEl>
                                          <p:spTgt spid="50182"/>
                                        </p:tgtEl>
                                        <p:attrNameLst>
                                          <p:attrName>style.visibility</p:attrName>
                                        </p:attrNameLst>
                                      </p:cBhvr>
                                      <p:to>
                                        <p:strVal val="visible"/>
                                      </p:to>
                                    </p:set>
                                    <p:animEffect transition="in" filter="dissolve">
                                      <p:cBhvr>
                                        <p:cTn id="31" dur="500"/>
                                        <p:tgtEl>
                                          <p:spTgt spid="50182"/>
                                        </p:tgtEl>
                                      </p:cBhvr>
                                    </p:animEffect>
                                  </p:childTnLst>
                                </p:cTn>
                              </p:par>
                            </p:childTnLst>
                          </p:cTn>
                        </p:par>
                        <p:par>
                          <p:cTn id="32" fill="hold">
                            <p:stCondLst>
                              <p:cond delay="14000"/>
                            </p:stCondLst>
                            <p:childTnLst>
                              <p:par>
                                <p:cTn id="33" presetID="22" presetClass="entr" presetSubtype="1" fill="hold" nodeType="afterEffect">
                                  <p:stCondLst>
                                    <p:cond delay="500"/>
                                  </p:stCondLst>
                                  <p:childTnLst>
                                    <p:set>
                                      <p:cBhvr>
                                        <p:cTn id="34" dur="1" fill="hold">
                                          <p:stCondLst>
                                            <p:cond delay="0"/>
                                          </p:stCondLst>
                                        </p:cTn>
                                        <p:tgtEl>
                                          <p:spTgt spid="50189"/>
                                        </p:tgtEl>
                                        <p:attrNameLst>
                                          <p:attrName>style.visibility</p:attrName>
                                        </p:attrNameLst>
                                      </p:cBhvr>
                                      <p:to>
                                        <p:strVal val="visible"/>
                                      </p:to>
                                    </p:set>
                                    <p:animEffect transition="in" filter="wipe(up)">
                                      <p:cBhvr>
                                        <p:cTn id="35" dur="1000"/>
                                        <p:tgtEl>
                                          <p:spTgt spid="50189"/>
                                        </p:tgtEl>
                                      </p:cBhvr>
                                    </p:animEffect>
                                  </p:childTnLst>
                                </p:cTn>
                              </p:par>
                            </p:childTnLst>
                          </p:cTn>
                        </p:par>
                        <p:par>
                          <p:cTn id="36" fill="hold">
                            <p:stCondLst>
                              <p:cond delay="15500"/>
                            </p:stCondLst>
                            <p:childTnLst>
                              <p:par>
                                <p:cTn id="37" presetID="9" presetClass="entr" presetSubtype="0" fill="hold" grpId="0" nodeType="afterEffect">
                                  <p:stCondLst>
                                    <p:cond delay="500"/>
                                  </p:stCondLst>
                                  <p:childTnLst>
                                    <p:set>
                                      <p:cBhvr>
                                        <p:cTn id="38" dur="1" fill="hold">
                                          <p:stCondLst>
                                            <p:cond delay="0"/>
                                          </p:stCondLst>
                                        </p:cTn>
                                        <p:tgtEl>
                                          <p:spTgt spid="50184"/>
                                        </p:tgtEl>
                                        <p:attrNameLst>
                                          <p:attrName>style.visibility</p:attrName>
                                        </p:attrNameLst>
                                      </p:cBhvr>
                                      <p:to>
                                        <p:strVal val="visible"/>
                                      </p:to>
                                    </p:set>
                                    <p:animEffect transition="in" filter="dissolve">
                                      <p:cBhvr>
                                        <p:cTn id="39" dur="500"/>
                                        <p:tgtEl>
                                          <p:spTgt spid="50184"/>
                                        </p:tgtEl>
                                      </p:cBhvr>
                                    </p:animEffect>
                                  </p:childTnLst>
                                </p:cTn>
                              </p:par>
                            </p:childTnLst>
                          </p:cTn>
                        </p:par>
                        <p:par>
                          <p:cTn id="40" fill="hold">
                            <p:stCondLst>
                              <p:cond delay="16500"/>
                            </p:stCondLst>
                            <p:childTnLst>
                              <p:par>
                                <p:cTn id="41" presetID="22" presetClass="entr" presetSubtype="1" fill="hold" nodeType="afterEffect">
                                  <p:stCondLst>
                                    <p:cond delay="500"/>
                                  </p:stCondLst>
                                  <p:childTnLst>
                                    <p:set>
                                      <p:cBhvr>
                                        <p:cTn id="42" dur="1" fill="hold">
                                          <p:stCondLst>
                                            <p:cond delay="0"/>
                                          </p:stCondLst>
                                        </p:cTn>
                                        <p:tgtEl>
                                          <p:spTgt spid="50190"/>
                                        </p:tgtEl>
                                        <p:attrNameLst>
                                          <p:attrName>style.visibility</p:attrName>
                                        </p:attrNameLst>
                                      </p:cBhvr>
                                      <p:to>
                                        <p:strVal val="visible"/>
                                      </p:to>
                                    </p:set>
                                    <p:animEffect transition="in" filter="wipe(up)">
                                      <p:cBhvr>
                                        <p:cTn id="43" dur="1000"/>
                                        <p:tgtEl>
                                          <p:spTgt spid="50190"/>
                                        </p:tgtEl>
                                      </p:cBhvr>
                                    </p:animEffect>
                                  </p:childTnLst>
                                </p:cTn>
                              </p:par>
                            </p:childTnLst>
                          </p:cTn>
                        </p:par>
                        <p:par>
                          <p:cTn id="44" fill="hold">
                            <p:stCondLst>
                              <p:cond delay="18000"/>
                            </p:stCondLst>
                            <p:childTnLst>
                              <p:par>
                                <p:cTn id="45" presetID="9" presetClass="entr" presetSubtype="0" fill="hold" grpId="0" nodeType="afterEffect">
                                  <p:stCondLst>
                                    <p:cond delay="500"/>
                                  </p:stCondLst>
                                  <p:childTnLst>
                                    <p:set>
                                      <p:cBhvr>
                                        <p:cTn id="46" dur="1" fill="hold">
                                          <p:stCondLst>
                                            <p:cond delay="0"/>
                                          </p:stCondLst>
                                        </p:cTn>
                                        <p:tgtEl>
                                          <p:spTgt spid="50183"/>
                                        </p:tgtEl>
                                        <p:attrNameLst>
                                          <p:attrName>style.visibility</p:attrName>
                                        </p:attrNameLst>
                                      </p:cBhvr>
                                      <p:to>
                                        <p:strVal val="visible"/>
                                      </p:to>
                                    </p:set>
                                    <p:animEffect transition="in" filter="dissolve">
                                      <p:cBhvr>
                                        <p:cTn id="47" dur="500"/>
                                        <p:tgtEl>
                                          <p:spTgt spid="50183"/>
                                        </p:tgtEl>
                                      </p:cBhvr>
                                    </p:animEffect>
                                  </p:childTnLst>
                                </p:cTn>
                              </p:par>
                            </p:childTnLst>
                          </p:cTn>
                        </p:par>
                        <p:par>
                          <p:cTn id="48" fill="hold">
                            <p:stCondLst>
                              <p:cond delay="19000"/>
                            </p:stCondLst>
                            <p:childTnLst>
                              <p:par>
                                <p:cTn id="49" presetID="22" presetClass="entr" presetSubtype="1" fill="hold" nodeType="afterEffect">
                                  <p:stCondLst>
                                    <p:cond delay="500"/>
                                  </p:stCondLst>
                                  <p:childTnLst>
                                    <p:set>
                                      <p:cBhvr>
                                        <p:cTn id="50" dur="1" fill="hold">
                                          <p:stCondLst>
                                            <p:cond delay="0"/>
                                          </p:stCondLst>
                                        </p:cTn>
                                        <p:tgtEl>
                                          <p:spTgt spid="50191"/>
                                        </p:tgtEl>
                                        <p:attrNameLst>
                                          <p:attrName>style.visibility</p:attrName>
                                        </p:attrNameLst>
                                      </p:cBhvr>
                                      <p:to>
                                        <p:strVal val="visible"/>
                                      </p:to>
                                    </p:set>
                                    <p:animEffect transition="in" filter="wipe(up)">
                                      <p:cBhvr>
                                        <p:cTn id="51" dur="1000"/>
                                        <p:tgtEl>
                                          <p:spTgt spid="50191"/>
                                        </p:tgtEl>
                                      </p:cBhvr>
                                    </p:animEffect>
                                  </p:childTnLst>
                                </p:cTn>
                              </p:par>
                            </p:childTnLst>
                          </p:cTn>
                        </p:par>
                        <p:par>
                          <p:cTn id="52" fill="hold">
                            <p:stCondLst>
                              <p:cond delay="20500"/>
                            </p:stCondLst>
                            <p:childTnLst>
                              <p:par>
                                <p:cTn id="53" presetID="9" presetClass="entr" presetSubtype="0" fill="hold" grpId="0" nodeType="afterEffect">
                                  <p:stCondLst>
                                    <p:cond delay="500"/>
                                  </p:stCondLst>
                                  <p:childTnLst>
                                    <p:set>
                                      <p:cBhvr>
                                        <p:cTn id="54" dur="1" fill="hold">
                                          <p:stCondLst>
                                            <p:cond delay="0"/>
                                          </p:stCondLst>
                                        </p:cTn>
                                        <p:tgtEl>
                                          <p:spTgt spid="50185"/>
                                        </p:tgtEl>
                                        <p:attrNameLst>
                                          <p:attrName>style.visibility</p:attrName>
                                        </p:attrNameLst>
                                      </p:cBhvr>
                                      <p:to>
                                        <p:strVal val="visible"/>
                                      </p:to>
                                    </p:set>
                                    <p:animEffect transition="in" filter="dissolve">
                                      <p:cBhvr>
                                        <p:cTn id="55" dur="500"/>
                                        <p:tgtEl>
                                          <p:spTgt spid="50185"/>
                                        </p:tgtEl>
                                      </p:cBhvr>
                                    </p:animEffect>
                                  </p:childTnLst>
                                </p:cTn>
                              </p:par>
                            </p:childTnLst>
                          </p:cTn>
                        </p:par>
                        <p:par>
                          <p:cTn id="56" fill="hold">
                            <p:stCondLst>
                              <p:cond delay="21500"/>
                            </p:stCondLst>
                            <p:childTnLst>
                              <p:par>
                                <p:cTn id="57" presetID="22" presetClass="entr" presetSubtype="1" fill="hold" nodeType="afterEffect">
                                  <p:stCondLst>
                                    <p:cond delay="500"/>
                                  </p:stCondLst>
                                  <p:childTnLst>
                                    <p:set>
                                      <p:cBhvr>
                                        <p:cTn id="58" dur="1" fill="hold">
                                          <p:stCondLst>
                                            <p:cond delay="0"/>
                                          </p:stCondLst>
                                        </p:cTn>
                                        <p:tgtEl>
                                          <p:spTgt spid="50192"/>
                                        </p:tgtEl>
                                        <p:attrNameLst>
                                          <p:attrName>style.visibility</p:attrName>
                                        </p:attrNameLst>
                                      </p:cBhvr>
                                      <p:to>
                                        <p:strVal val="visible"/>
                                      </p:to>
                                    </p:set>
                                    <p:animEffect transition="in" filter="wipe(up)">
                                      <p:cBhvr>
                                        <p:cTn id="59" dur="1000"/>
                                        <p:tgtEl>
                                          <p:spTgt spid="50192"/>
                                        </p:tgtEl>
                                      </p:cBhvr>
                                    </p:animEffect>
                                  </p:childTnLst>
                                </p:cTn>
                              </p:par>
                            </p:childTnLst>
                          </p:cTn>
                        </p:par>
                        <p:par>
                          <p:cTn id="60" fill="hold">
                            <p:stCondLst>
                              <p:cond delay="23000"/>
                            </p:stCondLst>
                            <p:childTnLst>
                              <p:par>
                                <p:cTn id="61" presetID="9" presetClass="entr" presetSubtype="0" fill="hold" grpId="0" nodeType="afterEffect">
                                  <p:stCondLst>
                                    <p:cond delay="500"/>
                                  </p:stCondLst>
                                  <p:childTnLst>
                                    <p:set>
                                      <p:cBhvr>
                                        <p:cTn id="62" dur="1" fill="hold">
                                          <p:stCondLst>
                                            <p:cond delay="0"/>
                                          </p:stCondLst>
                                        </p:cTn>
                                        <p:tgtEl>
                                          <p:spTgt spid="50186"/>
                                        </p:tgtEl>
                                        <p:attrNameLst>
                                          <p:attrName>style.visibility</p:attrName>
                                        </p:attrNameLst>
                                      </p:cBhvr>
                                      <p:to>
                                        <p:strVal val="visible"/>
                                      </p:to>
                                    </p:set>
                                    <p:animEffect transition="in" filter="dissolve">
                                      <p:cBhvr>
                                        <p:cTn id="63" dur="500"/>
                                        <p:tgtEl>
                                          <p:spTgt spid="50186"/>
                                        </p:tgtEl>
                                      </p:cBhvr>
                                    </p:animEffect>
                                  </p:childTnLst>
                                </p:cTn>
                              </p:par>
                            </p:childTnLst>
                          </p:cTn>
                        </p:par>
                        <p:par>
                          <p:cTn id="64" fill="hold">
                            <p:stCondLst>
                              <p:cond delay="24000"/>
                            </p:stCondLst>
                            <p:childTnLst>
                              <p:par>
                                <p:cTn id="65" presetID="22" presetClass="entr" presetSubtype="1" fill="hold" nodeType="afterEffect">
                                  <p:stCondLst>
                                    <p:cond delay="500"/>
                                  </p:stCondLst>
                                  <p:childTnLst>
                                    <p:set>
                                      <p:cBhvr>
                                        <p:cTn id="66" dur="1" fill="hold">
                                          <p:stCondLst>
                                            <p:cond delay="0"/>
                                          </p:stCondLst>
                                        </p:cTn>
                                        <p:tgtEl>
                                          <p:spTgt spid="50193"/>
                                        </p:tgtEl>
                                        <p:attrNameLst>
                                          <p:attrName>style.visibility</p:attrName>
                                        </p:attrNameLst>
                                      </p:cBhvr>
                                      <p:to>
                                        <p:strVal val="visible"/>
                                      </p:to>
                                    </p:set>
                                    <p:animEffect transition="in" filter="wipe(up)">
                                      <p:cBhvr>
                                        <p:cTn id="67" dur="1000"/>
                                        <p:tgtEl>
                                          <p:spTgt spid="50193"/>
                                        </p:tgtEl>
                                      </p:cBhvr>
                                    </p:animEffect>
                                  </p:childTnLst>
                                </p:cTn>
                              </p:par>
                            </p:childTnLst>
                          </p:cTn>
                        </p:par>
                        <p:par>
                          <p:cTn id="68" fill="hold">
                            <p:stCondLst>
                              <p:cond delay="25500"/>
                            </p:stCondLst>
                            <p:childTnLst>
                              <p:par>
                                <p:cTn id="69" presetID="9" presetClass="entr" presetSubtype="0" fill="hold" grpId="0" nodeType="afterEffect">
                                  <p:stCondLst>
                                    <p:cond delay="500"/>
                                  </p:stCondLst>
                                  <p:childTnLst>
                                    <p:set>
                                      <p:cBhvr>
                                        <p:cTn id="70" dur="1" fill="hold">
                                          <p:stCondLst>
                                            <p:cond delay="0"/>
                                          </p:stCondLst>
                                        </p:cTn>
                                        <p:tgtEl>
                                          <p:spTgt spid="50187"/>
                                        </p:tgtEl>
                                        <p:attrNameLst>
                                          <p:attrName>style.visibility</p:attrName>
                                        </p:attrNameLst>
                                      </p:cBhvr>
                                      <p:to>
                                        <p:strVal val="visible"/>
                                      </p:to>
                                    </p:set>
                                    <p:animEffect transition="in" filter="dissolve">
                                      <p:cBhvr>
                                        <p:cTn id="71" dur="500"/>
                                        <p:tgtEl>
                                          <p:spTgt spid="50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P spid="50180" grpId="0" autoUpdateAnimBg="0"/>
      <p:bldP spid="50181" grpId="0" autoUpdateAnimBg="0"/>
      <p:bldP spid="50182" grpId="0" animBg="1" autoUpdateAnimBg="0"/>
      <p:bldP spid="50183" grpId="0" animBg="1" autoUpdateAnimBg="0"/>
      <p:bldP spid="50184" grpId="0" autoUpdateAnimBg="0"/>
      <p:bldP spid="50185" grpId="0" autoUpdateAnimBg="0"/>
      <p:bldP spid="50186" grpId="0" animBg="1" autoUpdateAnimBg="0"/>
      <p:bldP spid="50187"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F12128BE-50A9-40F3-BBFA-7CAB8F27937C}" type="slidenum">
              <a:rPr lang="en-US" altLang="en-US">
                <a:solidFill>
                  <a:srgbClr val="FF99FF"/>
                </a:solidFill>
              </a:rPr>
            </a:fld>
            <a:endParaRPr lang="en-US" altLang="en-US">
              <a:solidFill>
                <a:srgbClr val="FF99FF"/>
              </a:solidFill>
            </a:endParaRPr>
          </a:p>
        </p:txBody>
      </p:sp>
      <p:sp>
        <p:nvSpPr>
          <p:cNvPr id="41987" name="Rectangle 2"/>
          <p:cNvSpPr>
            <a:spLocks noGrp="1" noChangeArrowheads="1"/>
          </p:cNvSpPr>
          <p:nvPr>
            <p:ph type="title"/>
          </p:nvPr>
        </p:nvSpPr>
        <p:spPr>
          <a:xfrm>
            <a:off x="457200" y="274955"/>
            <a:ext cx="6115050" cy="732790"/>
          </a:xfrm>
        </p:spPr>
        <p:txBody>
          <a:bodyPr/>
          <a:lstStyle/>
          <a:p>
            <a:pPr eaLnBrk="1" hangingPunct="1"/>
            <a:r>
              <a:rPr lang="en-US" altLang="en-US" sz="3200" b="1" dirty="0">
                <a:solidFill>
                  <a:srgbClr val="FF0000"/>
                </a:solidFill>
              </a:rPr>
              <a:t>SEMANTIC ANALYSER</a:t>
            </a:r>
            <a:endParaRPr lang="en-US" altLang="en-US" sz="3200" b="1" dirty="0">
              <a:solidFill>
                <a:srgbClr val="FF0000"/>
              </a:solidFill>
            </a:endParaRPr>
          </a:p>
        </p:txBody>
      </p:sp>
      <p:sp>
        <p:nvSpPr>
          <p:cNvPr id="52227" name="Rectangle 3"/>
          <p:cNvSpPr>
            <a:spLocks noGrp="1" noChangeArrowheads="1"/>
          </p:cNvSpPr>
          <p:nvPr>
            <p:ph type="body" idx="1"/>
          </p:nvPr>
        </p:nvSpPr>
        <p:spPr>
          <a:xfrm>
            <a:off x="142844" y="1357298"/>
            <a:ext cx="8785225" cy="1284287"/>
          </a:xfrm>
        </p:spPr>
        <p:txBody>
          <a:bodyPr/>
          <a:lstStyle/>
          <a:p>
            <a:pPr eaLnBrk="1" hangingPunct="1">
              <a:lnSpc>
                <a:spcPct val="90000"/>
              </a:lnSpc>
            </a:pPr>
            <a:r>
              <a:rPr lang="en-US" altLang="en-US" sz="2400" dirty="0"/>
              <a:t>Check consistency in types between the different components of the expression.</a:t>
            </a:r>
            <a:endParaRPr lang="en-US" altLang="en-US" sz="2400" dirty="0"/>
          </a:p>
          <a:p>
            <a:pPr eaLnBrk="1" hangingPunct="1">
              <a:lnSpc>
                <a:spcPct val="90000"/>
              </a:lnSpc>
            </a:pPr>
            <a:r>
              <a:rPr lang="en-US" altLang="en-US" sz="2400" dirty="0">
                <a:solidFill>
                  <a:srgbClr val="1F15A7"/>
                </a:solidFill>
              </a:rPr>
              <a:t>Check correspondence between parameters in procedure calls.</a:t>
            </a:r>
            <a:endParaRPr lang="en-US" altLang="en-US" sz="2400" dirty="0">
              <a:solidFill>
                <a:srgbClr val="1F15A7"/>
              </a:solidFill>
            </a:endParaRPr>
          </a:p>
          <a:p>
            <a:pPr eaLnBrk="1" hangingPunct="1">
              <a:lnSpc>
                <a:spcPct val="90000"/>
              </a:lnSpc>
            </a:pPr>
            <a:endParaRPr lang="en-US" altLang="en-US" dirty="0"/>
          </a:p>
        </p:txBody>
      </p:sp>
      <p:sp>
        <p:nvSpPr>
          <p:cNvPr id="52228" name="Rectangle 4"/>
          <p:cNvSpPr>
            <a:spLocks noChangeArrowheads="1"/>
          </p:cNvSpPr>
          <p:nvPr/>
        </p:nvSpPr>
        <p:spPr bwMode="auto">
          <a:xfrm>
            <a:off x="2408238" y="2925763"/>
            <a:ext cx="36195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lnSpc>
                <a:spcPct val="90000"/>
              </a:lnSpc>
              <a:buClr>
                <a:schemeClr val="accent2"/>
              </a:buClr>
              <a:buSzPct val="80000"/>
              <a:buFont typeface="Wingdings" panose="05000000000000000000" pitchFamily="2" charset="2"/>
              <a:buNone/>
            </a:pPr>
            <a:r>
              <a:rPr lang="en-US" altLang="en-US" sz="2400" b="1" i="1">
                <a:solidFill>
                  <a:srgbClr val="9900FF"/>
                </a:solidFill>
                <a:latin typeface="Arial" panose="020B0704020202020204" pitchFamily="34" charset="0"/>
              </a:rPr>
              <a:t>=</a:t>
            </a:r>
            <a:endParaRPr lang="en-US" altLang="en-US" sz="2400" b="1" i="1">
              <a:solidFill>
                <a:srgbClr val="9900FF"/>
              </a:solidFill>
              <a:latin typeface="Arial" panose="020B0704020202020204" pitchFamily="34" charset="0"/>
            </a:endParaRPr>
          </a:p>
        </p:txBody>
      </p:sp>
      <p:sp>
        <p:nvSpPr>
          <p:cNvPr id="52229" name="Rectangle 5"/>
          <p:cNvSpPr>
            <a:spLocks noChangeArrowheads="1"/>
          </p:cNvSpPr>
          <p:nvPr/>
        </p:nvSpPr>
        <p:spPr bwMode="auto">
          <a:xfrm>
            <a:off x="1187450" y="3694113"/>
            <a:ext cx="617538" cy="482600"/>
          </a:xfrm>
          <a:prstGeom prst="rect">
            <a:avLst/>
          </a:prstGeom>
          <a:noFill/>
          <a:ln w="254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660033"/>
                </a:solidFill>
                <a:latin typeface="Arial" panose="020B0704020202020204" pitchFamily="34" charset="0"/>
              </a:rPr>
              <a:t>id1</a:t>
            </a:r>
            <a:endParaRPr lang="en-US" altLang="en-US" sz="2400" i="1">
              <a:solidFill>
                <a:srgbClr val="660033"/>
              </a:solidFill>
              <a:latin typeface="Arial" panose="020B0704020202020204" pitchFamily="34" charset="0"/>
            </a:endParaRPr>
          </a:p>
        </p:txBody>
      </p:sp>
      <p:sp>
        <p:nvSpPr>
          <p:cNvPr id="52230" name="Rectangle 6"/>
          <p:cNvSpPr>
            <a:spLocks noChangeArrowheads="1"/>
          </p:cNvSpPr>
          <p:nvPr/>
        </p:nvSpPr>
        <p:spPr bwMode="auto">
          <a:xfrm>
            <a:off x="2946400" y="4664075"/>
            <a:ext cx="617538" cy="482600"/>
          </a:xfrm>
          <a:prstGeom prst="rect">
            <a:avLst/>
          </a:prstGeom>
          <a:noFill/>
          <a:ln w="254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660033"/>
                </a:solidFill>
                <a:latin typeface="Arial" panose="020B0704020202020204" pitchFamily="34" charset="0"/>
              </a:rPr>
              <a:t>id2</a:t>
            </a:r>
            <a:endParaRPr lang="en-US" altLang="en-US" sz="2400" i="1">
              <a:solidFill>
                <a:srgbClr val="660033"/>
              </a:solidFill>
              <a:latin typeface="Arial" panose="020B0704020202020204" pitchFamily="34" charset="0"/>
            </a:endParaRPr>
          </a:p>
        </p:txBody>
      </p:sp>
      <p:sp>
        <p:nvSpPr>
          <p:cNvPr id="52231" name="Rectangle 7"/>
          <p:cNvSpPr>
            <a:spLocks noChangeArrowheads="1"/>
          </p:cNvSpPr>
          <p:nvPr/>
        </p:nvSpPr>
        <p:spPr bwMode="auto">
          <a:xfrm>
            <a:off x="4198938" y="3805238"/>
            <a:ext cx="36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9900FF"/>
                </a:solidFill>
                <a:latin typeface="Arial" panose="020B0704020202020204" pitchFamily="34" charset="0"/>
              </a:rPr>
              <a:t>+</a:t>
            </a:r>
            <a:endParaRPr lang="en-US" altLang="en-US" sz="2400" i="1">
              <a:solidFill>
                <a:srgbClr val="9900FF"/>
              </a:solidFill>
              <a:latin typeface="Arial" panose="020B0704020202020204" pitchFamily="34" charset="0"/>
            </a:endParaRPr>
          </a:p>
        </p:txBody>
      </p:sp>
      <p:sp>
        <p:nvSpPr>
          <p:cNvPr id="52232" name="Rectangle 8"/>
          <p:cNvSpPr>
            <a:spLocks noChangeArrowheads="1"/>
          </p:cNvSpPr>
          <p:nvPr/>
        </p:nvSpPr>
        <p:spPr bwMode="auto">
          <a:xfrm>
            <a:off x="6132513" y="4781550"/>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9900FF"/>
                </a:solidFill>
                <a:latin typeface="Arial" panose="020B0704020202020204" pitchFamily="34" charset="0"/>
              </a:rPr>
              <a:t>*</a:t>
            </a:r>
            <a:endParaRPr lang="en-US" altLang="en-US" sz="2400" i="1">
              <a:solidFill>
                <a:srgbClr val="9900FF"/>
              </a:solidFill>
              <a:latin typeface="Arial" panose="020B0704020202020204" pitchFamily="34" charset="0"/>
            </a:endParaRPr>
          </a:p>
        </p:txBody>
      </p:sp>
      <p:sp>
        <p:nvSpPr>
          <p:cNvPr id="52233" name="Rectangle 9"/>
          <p:cNvSpPr>
            <a:spLocks noChangeArrowheads="1"/>
          </p:cNvSpPr>
          <p:nvPr/>
        </p:nvSpPr>
        <p:spPr bwMode="auto">
          <a:xfrm>
            <a:off x="4849813" y="5578475"/>
            <a:ext cx="617537" cy="482600"/>
          </a:xfrm>
          <a:prstGeom prst="rect">
            <a:avLst/>
          </a:prstGeom>
          <a:noFill/>
          <a:ln w="254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660033"/>
                </a:solidFill>
                <a:latin typeface="Arial" panose="020B0704020202020204" pitchFamily="34" charset="0"/>
              </a:rPr>
              <a:t>id3</a:t>
            </a:r>
            <a:endParaRPr lang="en-US" altLang="en-US" sz="2400" i="1">
              <a:solidFill>
                <a:srgbClr val="660033"/>
              </a:solidFill>
              <a:latin typeface="Arial" panose="020B0704020202020204" pitchFamily="34" charset="0"/>
            </a:endParaRPr>
          </a:p>
        </p:txBody>
      </p:sp>
      <p:sp>
        <p:nvSpPr>
          <p:cNvPr id="52234" name="Rectangle 10"/>
          <p:cNvSpPr>
            <a:spLocks noChangeArrowheads="1"/>
          </p:cNvSpPr>
          <p:nvPr/>
        </p:nvSpPr>
        <p:spPr bwMode="auto">
          <a:xfrm>
            <a:off x="6831013" y="6330950"/>
            <a:ext cx="549275" cy="482600"/>
          </a:xfrm>
          <a:prstGeom prst="rect">
            <a:avLst/>
          </a:prstGeom>
          <a:noFill/>
          <a:ln w="254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660033"/>
                </a:solidFill>
                <a:latin typeface="Arial" panose="020B0704020202020204" pitchFamily="34" charset="0"/>
              </a:rPr>
              <a:t>60</a:t>
            </a:r>
            <a:endParaRPr lang="en-US" altLang="en-US" sz="2400" i="1">
              <a:solidFill>
                <a:srgbClr val="660033"/>
              </a:solidFill>
              <a:latin typeface="Arial" panose="020B0704020202020204" pitchFamily="34" charset="0"/>
            </a:endParaRPr>
          </a:p>
        </p:txBody>
      </p:sp>
      <p:sp>
        <p:nvSpPr>
          <p:cNvPr id="52235" name="Line 11"/>
          <p:cNvSpPr>
            <a:spLocks noChangeShapeType="1"/>
          </p:cNvSpPr>
          <p:nvPr/>
        </p:nvSpPr>
        <p:spPr bwMode="auto">
          <a:xfrm flipH="1">
            <a:off x="1814513" y="3233738"/>
            <a:ext cx="495300" cy="363537"/>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2236" name="Line 12"/>
          <p:cNvSpPr>
            <a:spLocks noChangeShapeType="1"/>
          </p:cNvSpPr>
          <p:nvPr/>
        </p:nvSpPr>
        <p:spPr bwMode="auto">
          <a:xfrm>
            <a:off x="2771775" y="3240088"/>
            <a:ext cx="1511300" cy="720725"/>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2237" name="Line 13"/>
          <p:cNvSpPr>
            <a:spLocks noChangeShapeType="1"/>
          </p:cNvSpPr>
          <p:nvPr/>
        </p:nvSpPr>
        <p:spPr bwMode="auto">
          <a:xfrm flipH="1">
            <a:off x="3643313" y="4176713"/>
            <a:ext cx="568325" cy="411162"/>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2238" name="Line 14"/>
          <p:cNvSpPr>
            <a:spLocks noChangeShapeType="1"/>
          </p:cNvSpPr>
          <p:nvPr/>
        </p:nvSpPr>
        <p:spPr bwMode="auto">
          <a:xfrm>
            <a:off x="4572000" y="4176713"/>
            <a:ext cx="1547813" cy="733425"/>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2239" name="Line 15"/>
          <p:cNvSpPr>
            <a:spLocks noChangeShapeType="1"/>
          </p:cNvSpPr>
          <p:nvPr/>
        </p:nvSpPr>
        <p:spPr bwMode="auto">
          <a:xfrm flipH="1">
            <a:off x="5472113" y="5062538"/>
            <a:ext cx="723900" cy="515937"/>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2240" name="Line 16"/>
          <p:cNvSpPr>
            <a:spLocks noChangeShapeType="1"/>
          </p:cNvSpPr>
          <p:nvPr/>
        </p:nvSpPr>
        <p:spPr bwMode="auto">
          <a:xfrm>
            <a:off x="6443663" y="5111750"/>
            <a:ext cx="552450" cy="390525"/>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2241" name="Text Box 17"/>
          <p:cNvSpPr txBox="1">
            <a:spLocks noChangeArrowheads="1"/>
          </p:cNvSpPr>
          <p:nvPr/>
        </p:nvSpPr>
        <p:spPr bwMode="auto">
          <a:xfrm>
            <a:off x="547688" y="4652963"/>
            <a:ext cx="1900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0"/>
              </a:spcBef>
              <a:buClrTx/>
              <a:buFontTx/>
              <a:buNone/>
            </a:pPr>
            <a:r>
              <a:rPr lang="en-US" altLang="en-US" sz="2400">
                <a:latin typeface="Times New Roman" panose="02020603050405020304" pitchFamily="18" charset="0"/>
              </a:rPr>
              <a:t>Symbol Table</a:t>
            </a:r>
            <a:endParaRPr lang="en-US" altLang="en-US" sz="2400">
              <a:latin typeface="Times New Roman" panose="02020603050405020304" pitchFamily="18" charset="0"/>
            </a:endParaRPr>
          </a:p>
        </p:txBody>
      </p:sp>
      <p:sp>
        <p:nvSpPr>
          <p:cNvPr id="52242" name="Text Box 18"/>
          <p:cNvSpPr txBox="1">
            <a:spLocks noChangeArrowheads="1"/>
          </p:cNvSpPr>
          <p:nvPr/>
        </p:nvSpPr>
        <p:spPr bwMode="auto">
          <a:xfrm>
            <a:off x="395288" y="5110163"/>
            <a:ext cx="1335087"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0"/>
              </a:spcBef>
              <a:buClrTx/>
              <a:buFontTx/>
              <a:buNone/>
            </a:pPr>
            <a:r>
              <a:rPr lang="en-US" altLang="en-US" sz="2400">
                <a:latin typeface="Times New Roman" panose="02020603050405020304" pitchFamily="18" charset="0"/>
              </a:rPr>
              <a:t>Position  </a:t>
            </a:r>
            <a:endParaRPr lang="en-US" altLang="en-US" sz="2400">
              <a:latin typeface="Times New Roman" panose="02020603050405020304" pitchFamily="18" charset="0"/>
            </a:endParaRPr>
          </a:p>
          <a:p>
            <a:pPr eaLnBrk="1" hangingPunct="1">
              <a:spcBef>
                <a:spcPct val="0"/>
              </a:spcBef>
              <a:buClrTx/>
              <a:buFontTx/>
              <a:buNone/>
            </a:pPr>
            <a:r>
              <a:rPr lang="en-US" altLang="en-US" sz="2400">
                <a:latin typeface="Times New Roman" panose="02020603050405020304" pitchFamily="18" charset="0"/>
              </a:rPr>
              <a:t>Initial</a:t>
            </a:r>
            <a:endParaRPr lang="en-US" altLang="en-US" sz="2400">
              <a:latin typeface="Times New Roman" panose="02020603050405020304" pitchFamily="18" charset="0"/>
            </a:endParaRPr>
          </a:p>
          <a:p>
            <a:pPr eaLnBrk="1" hangingPunct="1">
              <a:spcBef>
                <a:spcPct val="0"/>
              </a:spcBef>
              <a:buClrTx/>
              <a:buFontTx/>
              <a:buNone/>
            </a:pPr>
            <a:r>
              <a:rPr lang="en-US" altLang="en-US" sz="2400">
                <a:latin typeface="Times New Roman" panose="02020603050405020304" pitchFamily="18" charset="0"/>
              </a:rPr>
              <a:t>Rate</a:t>
            </a:r>
            <a:endParaRPr lang="en-US" altLang="en-US" sz="2400">
              <a:latin typeface="Times New Roman" panose="02020603050405020304" pitchFamily="18" charset="0"/>
            </a:endParaRPr>
          </a:p>
          <a:p>
            <a:pPr eaLnBrk="1" hangingPunct="1">
              <a:spcBef>
                <a:spcPct val="0"/>
              </a:spcBef>
              <a:buClrTx/>
              <a:buFontTx/>
              <a:buNone/>
            </a:pPr>
            <a:endParaRPr lang="en-US" altLang="en-US" sz="2400">
              <a:latin typeface="Times New Roman" panose="02020603050405020304" pitchFamily="18" charset="0"/>
            </a:endParaRPr>
          </a:p>
        </p:txBody>
      </p:sp>
      <p:sp>
        <p:nvSpPr>
          <p:cNvPr id="52243" name="Line 19"/>
          <p:cNvSpPr>
            <a:spLocks noChangeShapeType="1"/>
          </p:cNvSpPr>
          <p:nvPr/>
        </p:nvSpPr>
        <p:spPr bwMode="auto">
          <a:xfrm>
            <a:off x="1547813" y="5229225"/>
            <a:ext cx="0" cy="10795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IN"/>
          </a:p>
        </p:txBody>
      </p:sp>
      <p:sp>
        <p:nvSpPr>
          <p:cNvPr id="52244" name="Line 20"/>
          <p:cNvSpPr>
            <a:spLocks noChangeShapeType="1"/>
          </p:cNvSpPr>
          <p:nvPr/>
        </p:nvSpPr>
        <p:spPr bwMode="auto">
          <a:xfrm flipV="1">
            <a:off x="487363" y="5516563"/>
            <a:ext cx="1708150" cy="952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IN"/>
          </a:p>
        </p:txBody>
      </p:sp>
      <p:sp>
        <p:nvSpPr>
          <p:cNvPr id="52245" name="Line 21"/>
          <p:cNvSpPr>
            <a:spLocks noChangeShapeType="1"/>
          </p:cNvSpPr>
          <p:nvPr/>
        </p:nvSpPr>
        <p:spPr bwMode="auto">
          <a:xfrm>
            <a:off x="487363" y="5907088"/>
            <a:ext cx="17526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IN"/>
          </a:p>
        </p:txBody>
      </p:sp>
      <p:sp>
        <p:nvSpPr>
          <p:cNvPr id="52246" name="Line 22"/>
          <p:cNvSpPr>
            <a:spLocks noChangeShapeType="1"/>
          </p:cNvSpPr>
          <p:nvPr/>
        </p:nvSpPr>
        <p:spPr bwMode="auto">
          <a:xfrm>
            <a:off x="487363" y="6288088"/>
            <a:ext cx="1708150" cy="20637"/>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IN"/>
          </a:p>
        </p:txBody>
      </p:sp>
      <p:sp>
        <p:nvSpPr>
          <p:cNvPr id="52247" name="Text Box 23"/>
          <p:cNvSpPr txBox="1">
            <a:spLocks noChangeArrowheads="1"/>
          </p:cNvSpPr>
          <p:nvPr/>
        </p:nvSpPr>
        <p:spPr bwMode="auto">
          <a:xfrm>
            <a:off x="6516688" y="5300663"/>
            <a:ext cx="13668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0"/>
              </a:spcBef>
              <a:buClrTx/>
              <a:buFontTx/>
              <a:buNone/>
            </a:pPr>
            <a:r>
              <a:rPr lang="en-US" altLang="en-US" sz="2800">
                <a:solidFill>
                  <a:srgbClr val="9900FF"/>
                </a:solidFill>
                <a:latin typeface="Times New Roman" panose="02020603050405020304" pitchFamily="18" charset="0"/>
              </a:rPr>
              <a:t>inttoreal</a:t>
            </a:r>
            <a:endParaRPr lang="en-US" altLang="en-US" sz="2800">
              <a:solidFill>
                <a:srgbClr val="9900FF"/>
              </a:solidFill>
              <a:latin typeface="Times New Roman" panose="02020603050405020304" pitchFamily="18" charset="0"/>
            </a:endParaRPr>
          </a:p>
        </p:txBody>
      </p:sp>
      <p:sp>
        <p:nvSpPr>
          <p:cNvPr id="52248" name="Line 24"/>
          <p:cNvSpPr>
            <a:spLocks noChangeShapeType="1"/>
          </p:cNvSpPr>
          <p:nvPr/>
        </p:nvSpPr>
        <p:spPr bwMode="auto">
          <a:xfrm>
            <a:off x="7091363" y="5805488"/>
            <a:ext cx="0" cy="504825"/>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2249" name="Text Box 25"/>
          <p:cNvSpPr txBox="1">
            <a:spLocks noChangeArrowheads="1"/>
          </p:cNvSpPr>
          <p:nvPr/>
        </p:nvSpPr>
        <p:spPr bwMode="auto">
          <a:xfrm>
            <a:off x="4318000" y="2571744"/>
            <a:ext cx="4826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dirty="0">
                <a:solidFill>
                  <a:srgbClr val="1F15A7"/>
                </a:solidFill>
              </a:rPr>
              <a:t>INPUT</a:t>
            </a:r>
            <a:r>
              <a:rPr lang="en-US" altLang="en-US" dirty="0"/>
              <a:t> – Abstract Syntax tree</a:t>
            </a:r>
            <a:endParaRPr lang="en-US" altLang="en-US" dirty="0"/>
          </a:p>
          <a:p>
            <a:pPr eaLnBrk="1" hangingPunct="1">
              <a:buFont typeface="Wingdings" panose="05000000000000000000" pitchFamily="2" charset="2"/>
              <a:buNone/>
            </a:pPr>
            <a:r>
              <a:rPr lang="en-US" altLang="en-US" dirty="0">
                <a:solidFill>
                  <a:srgbClr val="FF0000"/>
                </a:solidFill>
              </a:rPr>
              <a:t>OUTPUT </a:t>
            </a:r>
            <a:r>
              <a:rPr lang="en-US" altLang="en-US" dirty="0"/>
              <a:t>– Abstract tree decorated with attributes like Type of sub-expressions &amp; Symbol 	table</a:t>
            </a:r>
            <a:endParaRPr lang="en-US" altLang="en-US" dirty="0"/>
          </a:p>
        </p:txBody>
      </p:sp>
      <p:sp>
        <p:nvSpPr>
          <p:cNvPr id="52250" name="Line 26"/>
          <p:cNvSpPr>
            <a:spLocks noChangeShapeType="1"/>
          </p:cNvSpPr>
          <p:nvPr/>
        </p:nvSpPr>
        <p:spPr bwMode="auto">
          <a:xfrm>
            <a:off x="2195513" y="5229225"/>
            <a:ext cx="0" cy="10795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IN"/>
          </a:p>
        </p:txBody>
      </p:sp>
      <p:sp>
        <p:nvSpPr>
          <p:cNvPr id="52251" name="Line 27"/>
          <p:cNvSpPr>
            <a:spLocks noChangeShapeType="1"/>
          </p:cNvSpPr>
          <p:nvPr/>
        </p:nvSpPr>
        <p:spPr bwMode="auto">
          <a:xfrm>
            <a:off x="468313" y="5229225"/>
            <a:ext cx="0" cy="10795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IN"/>
          </a:p>
        </p:txBody>
      </p:sp>
      <p:sp>
        <p:nvSpPr>
          <p:cNvPr id="52252" name="Line 28"/>
          <p:cNvSpPr>
            <a:spLocks noChangeShapeType="1"/>
          </p:cNvSpPr>
          <p:nvPr/>
        </p:nvSpPr>
        <p:spPr bwMode="auto">
          <a:xfrm>
            <a:off x="468313" y="5229225"/>
            <a:ext cx="17272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IN"/>
          </a:p>
        </p:txBody>
      </p:sp>
      <mc:AlternateContent xmlns:mc="http://schemas.openxmlformats.org/markup-compatibility/2006" xmlns:p14="http://schemas.microsoft.com/office/powerpoint/2010/main">
        <mc:Choice Requires="p14">
          <p:contentPart r:id="rId1" p14:bwMode="auto">
            <p14:nvContentPartPr>
              <p14:cNvPr id="2" name="Ink 1"/>
              <p14:cNvContentPartPr/>
              <p14:nvPr/>
            </p14:nvContentPartPr>
            <p14:xfrm>
              <a:off x="6654960" y="5797440"/>
              <a:ext cx="1479600" cy="19440"/>
            </p14:xfrm>
          </p:contentPart>
        </mc:Choice>
        <mc:Fallback xmlns="">
          <p:pic>
            <p:nvPicPr>
              <p:cNvPr id="2" name="Ink 1"/>
            </p:nvPicPr>
            <p:blipFill>
              <a:blip r:embed="rId2"/>
            </p:blipFill>
            <p:spPr>
              <a:xfrm>
                <a:off x="6654960" y="5797440"/>
                <a:ext cx="1479600" cy="1944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4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4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52228"/>
                                        </p:tgtEl>
                                        <p:attrNameLst>
                                          <p:attrName>style.visibility</p:attrName>
                                        </p:attrNameLst>
                                      </p:cBhvr>
                                      <p:to>
                                        <p:strVal val="visible"/>
                                      </p:to>
                                    </p:set>
                                    <p:animEffect transition="in" filter="dissolve">
                                      <p:cBhvr>
                                        <p:cTn id="23" dur="500"/>
                                        <p:tgtEl>
                                          <p:spTgt spid="52228"/>
                                        </p:tgtEl>
                                      </p:cBhvr>
                                    </p:animEffect>
                                  </p:childTnLst>
                                </p:cTn>
                              </p:par>
                              <p:par>
                                <p:cTn id="24" presetID="22" presetClass="entr" presetSubtype="1" fill="hold" nodeType="withEffect">
                                  <p:stCondLst>
                                    <p:cond delay="0"/>
                                  </p:stCondLst>
                                  <p:childTnLst>
                                    <p:set>
                                      <p:cBhvr>
                                        <p:cTn id="25" dur="1" fill="hold">
                                          <p:stCondLst>
                                            <p:cond delay="0"/>
                                          </p:stCondLst>
                                        </p:cTn>
                                        <p:tgtEl>
                                          <p:spTgt spid="52235"/>
                                        </p:tgtEl>
                                        <p:attrNameLst>
                                          <p:attrName>style.visibility</p:attrName>
                                        </p:attrNameLst>
                                      </p:cBhvr>
                                      <p:to>
                                        <p:strVal val="visible"/>
                                      </p:to>
                                    </p:set>
                                    <p:animEffect transition="in" filter="wipe(up)">
                                      <p:cBhvr>
                                        <p:cTn id="26" dur="1000"/>
                                        <p:tgtEl>
                                          <p:spTgt spid="52235"/>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2229"/>
                                        </p:tgtEl>
                                        <p:attrNameLst>
                                          <p:attrName>style.visibility</p:attrName>
                                        </p:attrNameLst>
                                      </p:cBhvr>
                                      <p:to>
                                        <p:strVal val="visible"/>
                                      </p:to>
                                    </p:set>
                                    <p:animEffect transition="in" filter="dissolve">
                                      <p:cBhvr>
                                        <p:cTn id="29" dur="500"/>
                                        <p:tgtEl>
                                          <p:spTgt spid="52229"/>
                                        </p:tgtEl>
                                      </p:cBhvr>
                                    </p:animEffect>
                                  </p:childTnLst>
                                </p:cTn>
                              </p:par>
                              <p:par>
                                <p:cTn id="30" presetID="22" presetClass="entr" presetSubtype="1" fill="hold" nodeType="withEffect">
                                  <p:stCondLst>
                                    <p:cond delay="0"/>
                                  </p:stCondLst>
                                  <p:childTnLst>
                                    <p:set>
                                      <p:cBhvr>
                                        <p:cTn id="31" dur="1" fill="hold">
                                          <p:stCondLst>
                                            <p:cond delay="0"/>
                                          </p:stCondLst>
                                        </p:cTn>
                                        <p:tgtEl>
                                          <p:spTgt spid="52236"/>
                                        </p:tgtEl>
                                        <p:attrNameLst>
                                          <p:attrName>style.visibility</p:attrName>
                                        </p:attrNameLst>
                                      </p:cBhvr>
                                      <p:to>
                                        <p:strVal val="visible"/>
                                      </p:to>
                                    </p:set>
                                    <p:animEffect transition="in" filter="wipe(up)">
                                      <p:cBhvr>
                                        <p:cTn id="32" dur="1000"/>
                                        <p:tgtEl>
                                          <p:spTgt spid="52236"/>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52231"/>
                                        </p:tgtEl>
                                        <p:attrNameLst>
                                          <p:attrName>style.visibility</p:attrName>
                                        </p:attrNameLst>
                                      </p:cBhvr>
                                      <p:to>
                                        <p:strVal val="visible"/>
                                      </p:to>
                                    </p:set>
                                    <p:animEffect transition="in" filter="dissolve">
                                      <p:cBhvr>
                                        <p:cTn id="35" dur="500"/>
                                        <p:tgtEl>
                                          <p:spTgt spid="52231"/>
                                        </p:tgtEl>
                                      </p:cBhvr>
                                    </p:animEffect>
                                  </p:childTnLst>
                                </p:cTn>
                              </p:par>
                              <p:par>
                                <p:cTn id="36" presetID="22" presetClass="entr" presetSubtype="1" fill="hold" nodeType="withEffect">
                                  <p:stCondLst>
                                    <p:cond delay="0"/>
                                  </p:stCondLst>
                                  <p:childTnLst>
                                    <p:set>
                                      <p:cBhvr>
                                        <p:cTn id="37" dur="1" fill="hold">
                                          <p:stCondLst>
                                            <p:cond delay="0"/>
                                          </p:stCondLst>
                                        </p:cTn>
                                        <p:tgtEl>
                                          <p:spTgt spid="52237"/>
                                        </p:tgtEl>
                                        <p:attrNameLst>
                                          <p:attrName>style.visibility</p:attrName>
                                        </p:attrNameLst>
                                      </p:cBhvr>
                                      <p:to>
                                        <p:strVal val="visible"/>
                                      </p:to>
                                    </p:set>
                                    <p:animEffect transition="in" filter="wipe(up)">
                                      <p:cBhvr>
                                        <p:cTn id="38" dur="1000"/>
                                        <p:tgtEl>
                                          <p:spTgt spid="52237"/>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52230"/>
                                        </p:tgtEl>
                                        <p:attrNameLst>
                                          <p:attrName>style.visibility</p:attrName>
                                        </p:attrNameLst>
                                      </p:cBhvr>
                                      <p:to>
                                        <p:strVal val="visible"/>
                                      </p:to>
                                    </p:set>
                                    <p:animEffect transition="in" filter="dissolve">
                                      <p:cBhvr>
                                        <p:cTn id="41" dur="500"/>
                                        <p:tgtEl>
                                          <p:spTgt spid="52230"/>
                                        </p:tgtEl>
                                      </p:cBhvr>
                                    </p:animEffect>
                                  </p:childTnLst>
                                </p:cTn>
                              </p:par>
                              <p:par>
                                <p:cTn id="42" presetID="22" presetClass="entr" presetSubtype="1" fill="hold" nodeType="withEffect">
                                  <p:stCondLst>
                                    <p:cond delay="0"/>
                                  </p:stCondLst>
                                  <p:childTnLst>
                                    <p:set>
                                      <p:cBhvr>
                                        <p:cTn id="43" dur="1" fill="hold">
                                          <p:stCondLst>
                                            <p:cond delay="0"/>
                                          </p:stCondLst>
                                        </p:cTn>
                                        <p:tgtEl>
                                          <p:spTgt spid="52238"/>
                                        </p:tgtEl>
                                        <p:attrNameLst>
                                          <p:attrName>style.visibility</p:attrName>
                                        </p:attrNameLst>
                                      </p:cBhvr>
                                      <p:to>
                                        <p:strVal val="visible"/>
                                      </p:to>
                                    </p:set>
                                    <p:animEffect transition="in" filter="wipe(up)">
                                      <p:cBhvr>
                                        <p:cTn id="44" dur="1000"/>
                                        <p:tgtEl>
                                          <p:spTgt spid="52238"/>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52232"/>
                                        </p:tgtEl>
                                        <p:attrNameLst>
                                          <p:attrName>style.visibility</p:attrName>
                                        </p:attrNameLst>
                                      </p:cBhvr>
                                      <p:to>
                                        <p:strVal val="visible"/>
                                      </p:to>
                                    </p:set>
                                    <p:animEffect transition="in" filter="dissolve">
                                      <p:cBhvr>
                                        <p:cTn id="47" dur="500"/>
                                        <p:tgtEl>
                                          <p:spTgt spid="52232"/>
                                        </p:tgtEl>
                                      </p:cBhvr>
                                    </p:animEffect>
                                  </p:childTnLst>
                                </p:cTn>
                              </p:par>
                              <p:par>
                                <p:cTn id="48" presetID="22" presetClass="entr" presetSubtype="1" fill="hold" nodeType="withEffect">
                                  <p:stCondLst>
                                    <p:cond delay="0"/>
                                  </p:stCondLst>
                                  <p:childTnLst>
                                    <p:set>
                                      <p:cBhvr>
                                        <p:cTn id="49" dur="1" fill="hold">
                                          <p:stCondLst>
                                            <p:cond delay="0"/>
                                          </p:stCondLst>
                                        </p:cTn>
                                        <p:tgtEl>
                                          <p:spTgt spid="52239"/>
                                        </p:tgtEl>
                                        <p:attrNameLst>
                                          <p:attrName>style.visibility</p:attrName>
                                        </p:attrNameLst>
                                      </p:cBhvr>
                                      <p:to>
                                        <p:strVal val="visible"/>
                                      </p:to>
                                    </p:set>
                                    <p:animEffect transition="in" filter="wipe(up)">
                                      <p:cBhvr>
                                        <p:cTn id="50" dur="1000"/>
                                        <p:tgtEl>
                                          <p:spTgt spid="52239"/>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52233"/>
                                        </p:tgtEl>
                                        <p:attrNameLst>
                                          <p:attrName>style.visibility</p:attrName>
                                        </p:attrNameLst>
                                      </p:cBhvr>
                                      <p:to>
                                        <p:strVal val="visible"/>
                                      </p:to>
                                    </p:set>
                                    <p:animEffect transition="in" filter="dissolve">
                                      <p:cBhvr>
                                        <p:cTn id="53" dur="500"/>
                                        <p:tgtEl>
                                          <p:spTgt spid="52233"/>
                                        </p:tgtEl>
                                      </p:cBhvr>
                                    </p:animEffect>
                                  </p:childTnLst>
                                </p:cTn>
                              </p:par>
                              <p:par>
                                <p:cTn id="54" presetID="22" presetClass="entr" presetSubtype="1" fill="hold" nodeType="withEffect">
                                  <p:stCondLst>
                                    <p:cond delay="0"/>
                                  </p:stCondLst>
                                  <p:childTnLst>
                                    <p:set>
                                      <p:cBhvr>
                                        <p:cTn id="55" dur="1" fill="hold">
                                          <p:stCondLst>
                                            <p:cond delay="0"/>
                                          </p:stCondLst>
                                        </p:cTn>
                                        <p:tgtEl>
                                          <p:spTgt spid="52240"/>
                                        </p:tgtEl>
                                        <p:attrNameLst>
                                          <p:attrName>style.visibility</p:attrName>
                                        </p:attrNameLst>
                                      </p:cBhvr>
                                      <p:to>
                                        <p:strVal val="visible"/>
                                      </p:to>
                                    </p:set>
                                    <p:animEffect transition="in" filter="wipe(up)">
                                      <p:cBhvr>
                                        <p:cTn id="56" dur="1000"/>
                                        <p:tgtEl>
                                          <p:spTgt spid="52240"/>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52234"/>
                                        </p:tgtEl>
                                        <p:attrNameLst>
                                          <p:attrName>style.visibility</p:attrName>
                                        </p:attrNameLst>
                                      </p:cBhvr>
                                      <p:to>
                                        <p:strVal val="visible"/>
                                      </p:to>
                                    </p:set>
                                    <p:animEffect transition="in" filter="dissolve">
                                      <p:cBhvr>
                                        <p:cTn id="59" dur="500"/>
                                        <p:tgtEl>
                                          <p:spTgt spid="52234"/>
                                        </p:tgtEl>
                                      </p:cBhvr>
                                    </p:animEffect>
                                  </p:childTnLst>
                                </p:cTn>
                              </p:par>
                            </p:childTnLst>
                          </p:cTn>
                        </p:par>
                        <p:par>
                          <p:cTn id="60" fill="hold">
                            <p:stCondLst>
                              <p:cond delay="500"/>
                            </p:stCondLst>
                            <p:childTnLst>
                              <p:par>
                                <p:cTn id="61" presetID="9" presetClass="entr" presetSubtype="0" fill="hold" grpId="0" nodeType="afterEffect">
                                  <p:stCondLst>
                                    <p:cond delay="0"/>
                                  </p:stCondLst>
                                  <p:childTnLst>
                                    <p:set>
                                      <p:cBhvr>
                                        <p:cTn id="62" dur="1" fill="hold">
                                          <p:stCondLst>
                                            <p:cond delay="0"/>
                                          </p:stCondLst>
                                        </p:cTn>
                                        <p:tgtEl>
                                          <p:spTgt spid="52247"/>
                                        </p:tgtEl>
                                        <p:attrNameLst>
                                          <p:attrName>style.visibility</p:attrName>
                                        </p:attrNameLst>
                                      </p:cBhvr>
                                      <p:to>
                                        <p:strVal val="visible"/>
                                      </p:to>
                                    </p:set>
                                    <p:animEffect transition="in" filter="dissolve">
                                      <p:cBhvr>
                                        <p:cTn id="63" dur="500"/>
                                        <p:tgtEl>
                                          <p:spTgt spid="52247"/>
                                        </p:tgtEl>
                                      </p:cBhvr>
                                    </p:animEffect>
                                  </p:childTnLst>
                                </p:cTn>
                              </p:par>
                              <p:par>
                                <p:cTn id="64" presetID="22" presetClass="entr" presetSubtype="1" fill="hold" nodeType="withEffect">
                                  <p:stCondLst>
                                    <p:cond delay="0"/>
                                  </p:stCondLst>
                                  <p:childTnLst>
                                    <p:set>
                                      <p:cBhvr>
                                        <p:cTn id="65" dur="1" fill="hold">
                                          <p:stCondLst>
                                            <p:cond delay="0"/>
                                          </p:stCondLst>
                                        </p:cTn>
                                        <p:tgtEl>
                                          <p:spTgt spid="52248"/>
                                        </p:tgtEl>
                                        <p:attrNameLst>
                                          <p:attrName>style.visibility</p:attrName>
                                        </p:attrNameLst>
                                      </p:cBhvr>
                                      <p:to>
                                        <p:strVal val="visible"/>
                                      </p:to>
                                    </p:set>
                                    <p:animEffect transition="in" filter="wipe(up)">
                                      <p:cBhvr>
                                        <p:cTn id="66" dur="1000"/>
                                        <p:tgtEl>
                                          <p:spTgt spid="52248"/>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52241"/>
                                        </p:tgtEl>
                                        <p:attrNameLst>
                                          <p:attrName>style.visibility</p:attrName>
                                        </p:attrNameLst>
                                      </p:cBhvr>
                                      <p:to>
                                        <p:strVal val="visible"/>
                                      </p:to>
                                    </p:set>
                                    <p:animEffect transition="in" filter="dissolve">
                                      <p:cBhvr>
                                        <p:cTn id="71" dur="500"/>
                                        <p:tgtEl>
                                          <p:spTgt spid="52241"/>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52242">
                                            <p:txEl>
                                              <p:pRg st="0" end="0"/>
                                            </p:txEl>
                                          </p:spTgt>
                                        </p:tgtEl>
                                        <p:attrNameLst>
                                          <p:attrName>style.visibility</p:attrName>
                                        </p:attrNameLst>
                                      </p:cBhvr>
                                      <p:to>
                                        <p:strVal val="visible"/>
                                      </p:to>
                                    </p:set>
                                    <p:animEffect transition="in" filter="dissolve">
                                      <p:cBhvr>
                                        <p:cTn id="74" dur="500"/>
                                        <p:tgtEl>
                                          <p:spTgt spid="52242">
                                            <p:txEl>
                                              <p:pRg st="0" end="0"/>
                                            </p:txEl>
                                          </p:spTgt>
                                        </p:tgtEl>
                                      </p:cBhvr>
                                    </p:animEffect>
                                  </p:childTnLst>
                                </p:cTn>
                              </p:par>
                            </p:childTnLst>
                          </p:cTn>
                        </p:par>
                        <p:par>
                          <p:cTn id="75" fill="hold">
                            <p:stCondLst>
                              <p:cond delay="500"/>
                            </p:stCondLst>
                            <p:childTnLst>
                              <p:par>
                                <p:cTn id="76" presetID="9" presetClass="entr" presetSubtype="0" fill="hold" nodeType="afterEffect">
                                  <p:stCondLst>
                                    <p:cond delay="0"/>
                                  </p:stCondLst>
                                  <p:childTnLst>
                                    <p:set>
                                      <p:cBhvr>
                                        <p:cTn id="77" dur="1" fill="hold">
                                          <p:stCondLst>
                                            <p:cond delay="0"/>
                                          </p:stCondLst>
                                        </p:cTn>
                                        <p:tgtEl>
                                          <p:spTgt spid="52243"/>
                                        </p:tgtEl>
                                        <p:attrNameLst>
                                          <p:attrName>style.visibility</p:attrName>
                                        </p:attrNameLst>
                                      </p:cBhvr>
                                      <p:to>
                                        <p:strVal val="visible"/>
                                      </p:to>
                                    </p:set>
                                    <p:animEffect transition="in" filter="dissolve">
                                      <p:cBhvr>
                                        <p:cTn id="78" dur="500"/>
                                        <p:tgtEl>
                                          <p:spTgt spid="52243"/>
                                        </p:tgtEl>
                                      </p:cBhvr>
                                    </p:animEffect>
                                  </p:childTnLst>
                                </p:cTn>
                              </p:par>
                            </p:childTnLst>
                          </p:cTn>
                        </p:par>
                        <p:par>
                          <p:cTn id="79" fill="hold">
                            <p:stCondLst>
                              <p:cond delay="1000"/>
                            </p:stCondLst>
                            <p:childTnLst>
                              <p:par>
                                <p:cTn id="80" presetID="9" presetClass="entr" presetSubtype="0" fill="hold" nodeType="afterEffect">
                                  <p:stCondLst>
                                    <p:cond delay="0"/>
                                  </p:stCondLst>
                                  <p:childTnLst>
                                    <p:set>
                                      <p:cBhvr>
                                        <p:cTn id="81" dur="1" fill="hold">
                                          <p:stCondLst>
                                            <p:cond delay="0"/>
                                          </p:stCondLst>
                                        </p:cTn>
                                        <p:tgtEl>
                                          <p:spTgt spid="52251"/>
                                        </p:tgtEl>
                                        <p:attrNameLst>
                                          <p:attrName>style.visibility</p:attrName>
                                        </p:attrNameLst>
                                      </p:cBhvr>
                                      <p:to>
                                        <p:strVal val="visible"/>
                                      </p:to>
                                    </p:set>
                                    <p:animEffect transition="in" filter="dissolve">
                                      <p:cBhvr>
                                        <p:cTn id="82" dur="500"/>
                                        <p:tgtEl>
                                          <p:spTgt spid="52251"/>
                                        </p:tgtEl>
                                      </p:cBhvr>
                                    </p:animEffect>
                                  </p:childTnLst>
                                </p:cTn>
                              </p:par>
                            </p:childTnLst>
                          </p:cTn>
                        </p:par>
                        <p:par>
                          <p:cTn id="83" fill="hold">
                            <p:stCondLst>
                              <p:cond delay="1500"/>
                            </p:stCondLst>
                            <p:childTnLst>
                              <p:par>
                                <p:cTn id="84" presetID="9" presetClass="entr" presetSubtype="0" fill="hold" nodeType="afterEffect">
                                  <p:stCondLst>
                                    <p:cond delay="0"/>
                                  </p:stCondLst>
                                  <p:childTnLst>
                                    <p:set>
                                      <p:cBhvr>
                                        <p:cTn id="85" dur="1" fill="hold">
                                          <p:stCondLst>
                                            <p:cond delay="0"/>
                                          </p:stCondLst>
                                        </p:cTn>
                                        <p:tgtEl>
                                          <p:spTgt spid="52250"/>
                                        </p:tgtEl>
                                        <p:attrNameLst>
                                          <p:attrName>style.visibility</p:attrName>
                                        </p:attrNameLst>
                                      </p:cBhvr>
                                      <p:to>
                                        <p:strVal val="visible"/>
                                      </p:to>
                                    </p:set>
                                    <p:animEffect transition="in" filter="dissolve">
                                      <p:cBhvr>
                                        <p:cTn id="86" dur="500"/>
                                        <p:tgtEl>
                                          <p:spTgt spid="52250"/>
                                        </p:tgtEl>
                                      </p:cBhvr>
                                    </p:animEffect>
                                  </p:childTnLst>
                                </p:cTn>
                              </p:par>
                            </p:childTnLst>
                          </p:cTn>
                        </p:par>
                        <p:par>
                          <p:cTn id="87" fill="hold">
                            <p:stCondLst>
                              <p:cond delay="2000"/>
                            </p:stCondLst>
                            <p:childTnLst>
                              <p:par>
                                <p:cTn id="88" presetID="9" presetClass="entr" presetSubtype="0" fill="hold" nodeType="afterEffect">
                                  <p:stCondLst>
                                    <p:cond delay="0"/>
                                  </p:stCondLst>
                                  <p:childTnLst>
                                    <p:set>
                                      <p:cBhvr>
                                        <p:cTn id="89" dur="1" fill="hold">
                                          <p:stCondLst>
                                            <p:cond delay="0"/>
                                          </p:stCondLst>
                                        </p:cTn>
                                        <p:tgtEl>
                                          <p:spTgt spid="52252"/>
                                        </p:tgtEl>
                                        <p:attrNameLst>
                                          <p:attrName>style.visibility</p:attrName>
                                        </p:attrNameLst>
                                      </p:cBhvr>
                                      <p:to>
                                        <p:strVal val="visible"/>
                                      </p:to>
                                    </p:set>
                                    <p:animEffect transition="in" filter="dissolve">
                                      <p:cBhvr>
                                        <p:cTn id="90" dur="500"/>
                                        <p:tgtEl>
                                          <p:spTgt spid="52252"/>
                                        </p:tgtEl>
                                      </p:cBhvr>
                                    </p:animEffect>
                                  </p:childTnLst>
                                </p:cTn>
                              </p:par>
                            </p:childTnLst>
                          </p:cTn>
                        </p:par>
                        <p:par>
                          <p:cTn id="91" fill="hold">
                            <p:stCondLst>
                              <p:cond delay="2500"/>
                            </p:stCondLst>
                            <p:childTnLst>
                              <p:par>
                                <p:cTn id="92" presetID="9" presetClass="entr" presetSubtype="0" fill="hold" nodeType="afterEffect">
                                  <p:stCondLst>
                                    <p:cond delay="0"/>
                                  </p:stCondLst>
                                  <p:childTnLst>
                                    <p:set>
                                      <p:cBhvr>
                                        <p:cTn id="93" dur="1" fill="hold">
                                          <p:stCondLst>
                                            <p:cond delay="0"/>
                                          </p:stCondLst>
                                        </p:cTn>
                                        <p:tgtEl>
                                          <p:spTgt spid="52244"/>
                                        </p:tgtEl>
                                        <p:attrNameLst>
                                          <p:attrName>style.visibility</p:attrName>
                                        </p:attrNameLst>
                                      </p:cBhvr>
                                      <p:to>
                                        <p:strVal val="visible"/>
                                      </p:to>
                                    </p:set>
                                    <p:animEffect transition="in" filter="dissolve">
                                      <p:cBhvr>
                                        <p:cTn id="94" dur="500"/>
                                        <p:tgtEl>
                                          <p:spTgt spid="52244"/>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52242">
                                            <p:txEl>
                                              <p:pRg st="1" end="1"/>
                                            </p:txEl>
                                          </p:spTgt>
                                        </p:tgtEl>
                                        <p:attrNameLst>
                                          <p:attrName>style.visibility</p:attrName>
                                        </p:attrNameLst>
                                      </p:cBhvr>
                                      <p:to>
                                        <p:strVal val="visible"/>
                                      </p:to>
                                    </p:set>
                                    <p:animEffect transition="in" filter="dissolve">
                                      <p:cBhvr>
                                        <p:cTn id="97" dur="500"/>
                                        <p:tgtEl>
                                          <p:spTgt spid="52242">
                                            <p:txEl>
                                              <p:pRg st="1" end="1"/>
                                            </p:txEl>
                                          </p:spTgt>
                                        </p:tgtEl>
                                      </p:cBhvr>
                                    </p:animEffect>
                                  </p:childTnLst>
                                </p:cTn>
                              </p:par>
                            </p:childTnLst>
                          </p:cTn>
                        </p:par>
                        <p:par>
                          <p:cTn id="98" fill="hold">
                            <p:stCondLst>
                              <p:cond delay="3000"/>
                            </p:stCondLst>
                            <p:childTnLst>
                              <p:par>
                                <p:cTn id="99" presetID="9" presetClass="entr" presetSubtype="0" fill="hold" nodeType="afterEffect">
                                  <p:stCondLst>
                                    <p:cond delay="0"/>
                                  </p:stCondLst>
                                  <p:childTnLst>
                                    <p:set>
                                      <p:cBhvr>
                                        <p:cTn id="100" dur="1" fill="hold">
                                          <p:stCondLst>
                                            <p:cond delay="0"/>
                                          </p:stCondLst>
                                        </p:cTn>
                                        <p:tgtEl>
                                          <p:spTgt spid="52245"/>
                                        </p:tgtEl>
                                        <p:attrNameLst>
                                          <p:attrName>style.visibility</p:attrName>
                                        </p:attrNameLst>
                                      </p:cBhvr>
                                      <p:to>
                                        <p:strVal val="visible"/>
                                      </p:to>
                                    </p:set>
                                    <p:animEffect transition="in" filter="dissolve">
                                      <p:cBhvr>
                                        <p:cTn id="101" dur="500"/>
                                        <p:tgtEl>
                                          <p:spTgt spid="52245"/>
                                        </p:tgtEl>
                                      </p:cBhvr>
                                    </p:animEffect>
                                  </p:childTnLst>
                                </p:cTn>
                              </p:par>
                              <p:par>
                                <p:cTn id="102" presetID="9" presetClass="entr" presetSubtype="0" fill="hold" grpId="0" nodeType="withEffect">
                                  <p:stCondLst>
                                    <p:cond delay="0"/>
                                  </p:stCondLst>
                                  <p:childTnLst>
                                    <p:set>
                                      <p:cBhvr>
                                        <p:cTn id="103" dur="1" fill="hold">
                                          <p:stCondLst>
                                            <p:cond delay="0"/>
                                          </p:stCondLst>
                                        </p:cTn>
                                        <p:tgtEl>
                                          <p:spTgt spid="52242">
                                            <p:txEl>
                                              <p:pRg st="2" end="2"/>
                                            </p:txEl>
                                          </p:spTgt>
                                        </p:tgtEl>
                                        <p:attrNameLst>
                                          <p:attrName>style.visibility</p:attrName>
                                        </p:attrNameLst>
                                      </p:cBhvr>
                                      <p:to>
                                        <p:strVal val="visible"/>
                                      </p:to>
                                    </p:set>
                                    <p:animEffect transition="in" filter="dissolve">
                                      <p:cBhvr>
                                        <p:cTn id="104" dur="500"/>
                                        <p:tgtEl>
                                          <p:spTgt spid="52242">
                                            <p:txEl>
                                              <p:pRg st="2" end="2"/>
                                            </p:txEl>
                                          </p:spTgt>
                                        </p:tgtEl>
                                      </p:cBhvr>
                                    </p:animEffect>
                                  </p:childTnLst>
                                </p:cTn>
                              </p:par>
                            </p:childTnLst>
                          </p:cTn>
                        </p:par>
                        <p:par>
                          <p:cTn id="105" fill="hold">
                            <p:stCondLst>
                              <p:cond delay="3500"/>
                            </p:stCondLst>
                            <p:childTnLst>
                              <p:par>
                                <p:cTn id="106" presetID="9" presetClass="entr" presetSubtype="0" fill="hold" nodeType="afterEffect">
                                  <p:stCondLst>
                                    <p:cond delay="0"/>
                                  </p:stCondLst>
                                  <p:childTnLst>
                                    <p:set>
                                      <p:cBhvr>
                                        <p:cTn id="107" dur="1" fill="hold">
                                          <p:stCondLst>
                                            <p:cond delay="0"/>
                                          </p:stCondLst>
                                        </p:cTn>
                                        <p:tgtEl>
                                          <p:spTgt spid="52246"/>
                                        </p:tgtEl>
                                        <p:attrNameLst>
                                          <p:attrName>style.visibility</p:attrName>
                                        </p:attrNameLst>
                                      </p:cBhvr>
                                      <p:to>
                                        <p:strVal val="visible"/>
                                      </p:to>
                                    </p:set>
                                    <p:animEffect transition="in" filter="dissolve">
                                      <p:cBhvr>
                                        <p:cTn id="108" dur="500"/>
                                        <p:tgtEl>
                                          <p:spTgt spid="52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P spid="52228" grpId="0" autoUpdateAnimBg="0"/>
      <p:bldP spid="52229" grpId="0" animBg="1" autoUpdateAnimBg="0"/>
      <p:bldP spid="52230" grpId="0" animBg="1" autoUpdateAnimBg="0"/>
      <p:bldP spid="52231" grpId="0" autoUpdateAnimBg="0"/>
      <p:bldP spid="52232" grpId="0" autoUpdateAnimBg="0"/>
      <p:bldP spid="52233" grpId="0" animBg="1" autoUpdateAnimBg="0"/>
      <p:bldP spid="52234" grpId="0" animBg="1" autoUpdateAnimBg="0"/>
      <p:bldP spid="52241" grpId="0" autoUpdateAnimBg="0"/>
      <p:bldP spid="52242" grpId="0" advAuto="2000" autoUpdateAnimBg="0" build="p"/>
      <p:bldP spid="52247"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D515096D-7393-4E6C-B4A2-AE0295FDD636}" type="slidenum">
              <a:rPr lang="en-US" altLang="en-US">
                <a:solidFill>
                  <a:srgbClr val="FF99FF"/>
                </a:solidFill>
              </a:rPr>
            </a:fld>
            <a:endParaRPr lang="en-US" altLang="en-US">
              <a:solidFill>
                <a:srgbClr val="FF99FF"/>
              </a:solidFill>
            </a:endParaRPr>
          </a:p>
        </p:txBody>
      </p:sp>
      <p:sp>
        <p:nvSpPr>
          <p:cNvPr id="43011" name="Rectangle 2"/>
          <p:cNvSpPr>
            <a:spLocks noGrp="1" noChangeArrowheads="1"/>
          </p:cNvSpPr>
          <p:nvPr>
            <p:ph type="title"/>
          </p:nvPr>
        </p:nvSpPr>
        <p:spPr>
          <a:xfrm>
            <a:off x="428625" y="285750"/>
            <a:ext cx="7397750" cy="777875"/>
          </a:xfrm>
        </p:spPr>
        <p:txBody>
          <a:bodyPr/>
          <a:lstStyle/>
          <a:p>
            <a:pPr eaLnBrk="1" hangingPunct="1"/>
            <a:r>
              <a:rPr lang="en-US" altLang="en-US" sz="3200" b="1" dirty="0">
                <a:solidFill>
                  <a:srgbClr val="FF0000"/>
                </a:solidFill>
              </a:rPr>
              <a:t>INTERMEDIATE CODE GENERATOR</a:t>
            </a:r>
            <a:endParaRPr lang="en-US" altLang="en-US" sz="3200" b="1" dirty="0">
              <a:solidFill>
                <a:srgbClr val="FF0000"/>
              </a:solidFill>
            </a:endParaRPr>
          </a:p>
        </p:txBody>
      </p:sp>
      <p:sp>
        <p:nvSpPr>
          <p:cNvPr id="53251" name="Rectangle 3"/>
          <p:cNvSpPr>
            <a:spLocks noGrp="1" noChangeArrowheads="1"/>
          </p:cNvSpPr>
          <p:nvPr>
            <p:ph type="body" idx="1"/>
          </p:nvPr>
        </p:nvSpPr>
        <p:spPr>
          <a:xfrm>
            <a:off x="179387" y="1389062"/>
            <a:ext cx="8785225" cy="404813"/>
          </a:xfrm>
        </p:spPr>
        <p:txBody>
          <a:bodyPr/>
          <a:lstStyle/>
          <a:p>
            <a:pPr eaLnBrk="1" hangingPunct="1">
              <a:lnSpc>
                <a:spcPct val="90000"/>
              </a:lnSpc>
            </a:pPr>
            <a:r>
              <a:rPr lang="en-US" altLang="en-US" sz="2400" dirty="0"/>
              <a:t>Generates intermediate code as a first step in translation</a:t>
            </a:r>
            <a:endParaRPr lang="en-US" altLang="en-US" sz="2400" dirty="0"/>
          </a:p>
          <a:p>
            <a:pPr eaLnBrk="1" hangingPunct="1">
              <a:lnSpc>
                <a:spcPct val="90000"/>
              </a:lnSpc>
            </a:pPr>
            <a:endParaRPr lang="en-US" altLang="en-US" dirty="0"/>
          </a:p>
        </p:txBody>
      </p:sp>
      <p:sp>
        <p:nvSpPr>
          <p:cNvPr id="53252" name="Text Box 4"/>
          <p:cNvSpPr txBox="1">
            <a:spLocks noChangeArrowheads="1"/>
          </p:cNvSpPr>
          <p:nvPr/>
        </p:nvSpPr>
        <p:spPr bwMode="auto">
          <a:xfrm>
            <a:off x="755650" y="4038600"/>
            <a:ext cx="3989388"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0"/>
              </a:spcBef>
              <a:buClrTx/>
              <a:buFontTx/>
              <a:buNone/>
            </a:pPr>
            <a:r>
              <a:rPr lang="en-US" altLang="en-US" sz="3200" dirty="0">
                <a:latin typeface="Times New Roman" panose="02020603050405020304" pitchFamily="18" charset="0"/>
              </a:rPr>
              <a:t>temp1 := </a:t>
            </a:r>
            <a:r>
              <a:rPr lang="en-US" altLang="en-US" sz="3200" dirty="0" err="1">
                <a:latin typeface="Times New Roman" panose="02020603050405020304" pitchFamily="18" charset="0"/>
              </a:rPr>
              <a:t>inttoreal</a:t>
            </a:r>
            <a:r>
              <a:rPr lang="en-US" altLang="en-US" sz="3200" dirty="0">
                <a:latin typeface="Times New Roman" panose="02020603050405020304" pitchFamily="18" charset="0"/>
              </a:rPr>
              <a:t> (60);</a:t>
            </a:r>
            <a:endParaRPr lang="en-US" altLang="en-US" sz="3200" dirty="0">
              <a:latin typeface="Times New Roman" panose="02020603050405020304" pitchFamily="18" charset="0"/>
            </a:endParaRPr>
          </a:p>
          <a:p>
            <a:pPr eaLnBrk="1" hangingPunct="1">
              <a:spcBef>
                <a:spcPct val="0"/>
              </a:spcBef>
              <a:buClrTx/>
              <a:buFontTx/>
              <a:buNone/>
            </a:pPr>
            <a:r>
              <a:rPr lang="en-US" altLang="en-US" sz="3200" dirty="0">
                <a:latin typeface="Times New Roman" panose="02020603050405020304" pitchFamily="18" charset="0"/>
              </a:rPr>
              <a:t>temp2 := id3* temp1</a:t>
            </a:r>
            <a:endParaRPr lang="en-US" altLang="en-US" sz="3200" dirty="0">
              <a:latin typeface="Times New Roman" panose="02020603050405020304" pitchFamily="18" charset="0"/>
            </a:endParaRPr>
          </a:p>
          <a:p>
            <a:pPr eaLnBrk="1" hangingPunct="1">
              <a:spcBef>
                <a:spcPct val="0"/>
              </a:spcBef>
              <a:buClrTx/>
              <a:buFontTx/>
              <a:buNone/>
            </a:pPr>
            <a:r>
              <a:rPr lang="en-US" altLang="en-US" sz="3200" dirty="0">
                <a:latin typeface="Times New Roman" panose="02020603050405020304" pitchFamily="18" charset="0"/>
              </a:rPr>
              <a:t>temp3 := id2 + temp2;</a:t>
            </a:r>
            <a:endParaRPr lang="en-US" altLang="en-US" sz="3200" dirty="0">
              <a:latin typeface="Times New Roman" panose="02020603050405020304" pitchFamily="18" charset="0"/>
            </a:endParaRPr>
          </a:p>
          <a:p>
            <a:pPr eaLnBrk="1" hangingPunct="1">
              <a:spcBef>
                <a:spcPct val="0"/>
              </a:spcBef>
              <a:buClrTx/>
              <a:buFontTx/>
              <a:buNone/>
            </a:pPr>
            <a:r>
              <a:rPr lang="en-US" altLang="en-US" sz="3200" dirty="0">
                <a:latin typeface="Times New Roman" panose="02020603050405020304" pitchFamily="18" charset="0"/>
              </a:rPr>
              <a:t>id1 = temp3;</a:t>
            </a:r>
            <a:endParaRPr lang="en-US" altLang="en-US" sz="3200" dirty="0">
              <a:latin typeface="Times New Roman" panose="02020603050405020304" pitchFamily="18" charset="0"/>
            </a:endParaRPr>
          </a:p>
        </p:txBody>
      </p:sp>
      <p:sp>
        <p:nvSpPr>
          <p:cNvPr id="53253" name="Rectangle 5"/>
          <p:cNvSpPr>
            <a:spLocks noChangeArrowheads="1"/>
          </p:cNvSpPr>
          <p:nvPr/>
        </p:nvSpPr>
        <p:spPr bwMode="auto">
          <a:xfrm>
            <a:off x="3416300" y="1628775"/>
            <a:ext cx="36195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lnSpc>
                <a:spcPct val="90000"/>
              </a:lnSpc>
              <a:buClr>
                <a:schemeClr val="accent2"/>
              </a:buClr>
              <a:buSzPct val="80000"/>
              <a:buFont typeface="Wingdings" panose="05000000000000000000" pitchFamily="2" charset="2"/>
              <a:buNone/>
            </a:pPr>
            <a:r>
              <a:rPr lang="en-US" altLang="en-US" sz="2400" b="1" i="1">
                <a:solidFill>
                  <a:srgbClr val="9900FF"/>
                </a:solidFill>
                <a:latin typeface="Arial" panose="020B0704020202020204" pitchFamily="34" charset="0"/>
              </a:rPr>
              <a:t>=</a:t>
            </a:r>
            <a:endParaRPr lang="en-US" altLang="en-US" sz="2400" b="1" i="1">
              <a:solidFill>
                <a:srgbClr val="9900FF"/>
              </a:solidFill>
              <a:latin typeface="Arial" panose="020B0704020202020204" pitchFamily="34" charset="0"/>
            </a:endParaRPr>
          </a:p>
        </p:txBody>
      </p:sp>
      <p:sp>
        <p:nvSpPr>
          <p:cNvPr id="53254" name="Rectangle 6"/>
          <p:cNvSpPr>
            <a:spLocks noChangeArrowheads="1"/>
          </p:cNvSpPr>
          <p:nvPr/>
        </p:nvSpPr>
        <p:spPr bwMode="auto">
          <a:xfrm>
            <a:off x="2195513" y="2397125"/>
            <a:ext cx="617537" cy="482600"/>
          </a:xfrm>
          <a:prstGeom prst="rect">
            <a:avLst/>
          </a:prstGeom>
          <a:noFill/>
          <a:ln w="254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660033"/>
                </a:solidFill>
                <a:latin typeface="Arial" panose="020B0704020202020204" pitchFamily="34" charset="0"/>
              </a:rPr>
              <a:t>id1</a:t>
            </a:r>
            <a:endParaRPr lang="en-US" altLang="en-US" sz="2400" i="1">
              <a:solidFill>
                <a:srgbClr val="660033"/>
              </a:solidFill>
              <a:latin typeface="Arial" panose="020B0704020202020204" pitchFamily="34" charset="0"/>
            </a:endParaRPr>
          </a:p>
        </p:txBody>
      </p:sp>
      <p:sp>
        <p:nvSpPr>
          <p:cNvPr id="53255" name="Rectangle 7"/>
          <p:cNvSpPr>
            <a:spLocks noChangeArrowheads="1"/>
          </p:cNvSpPr>
          <p:nvPr/>
        </p:nvSpPr>
        <p:spPr bwMode="auto">
          <a:xfrm>
            <a:off x="3954463" y="3367088"/>
            <a:ext cx="617537" cy="482600"/>
          </a:xfrm>
          <a:prstGeom prst="rect">
            <a:avLst/>
          </a:prstGeom>
          <a:noFill/>
          <a:ln w="254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660033"/>
                </a:solidFill>
                <a:latin typeface="Arial" panose="020B0704020202020204" pitchFamily="34" charset="0"/>
              </a:rPr>
              <a:t>id2</a:t>
            </a:r>
            <a:endParaRPr lang="en-US" altLang="en-US" sz="2400" i="1">
              <a:solidFill>
                <a:srgbClr val="660033"/>
              </a:solidFill>
              <a:latin typeface="Arial" panose="020B0704020202020204" pitchFamily="34" charset="0"/>
            </a:endParaRPr>
          </a:p>
        </p:txBody>
      </p:sp>
      <p:sp>
        <p:nvSpPr>
          <p:cNvPr id="53256" name="Rectangle 8"/>
          <p:cNvSpPr>
            <a:spLocks noChangeArrowheads="1"/>
          </p:cNvSpPr>
          <p:nvPr/>
        </p:nvSpPr>
        <p:spPr bwMode="auto">
          <a:xfrm>
            <a:off x="5207000" y="2508250"/>
            <a:ext cx="36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9900FF"/>
                </a:solidFill>
                <a:latin typeface="Arial" panose="020B0704020202020204" pitchFamily="34" charset="0"/>
              </a:rPr>
              <a:t>+</a:t>
            </a:r>
            <a:endParaRPr lang="en-US" altLang="en-US" sz="2400" i="1">
              <a:solidFill>
                <a:srgbClr val="9900FF"/>
              </a:solidFill>
              <a:latin typeface="Arial" panose="020B0704020202020204" pitchFamily="34" charset="0"/>
            </a:endParaRPr>
          </a:p>
        </p:txBody>
      </p:sp>
      <p:sp>
        <p:nvSpPr>
          <p:cNvPr id="53257" name="Rectangle 9"/>
          <p:cNvSpPr>
            <a:spLocks noChangeArrowheads="1"/>
          </p:cNvSpPr>
          <p:nvPr/>
        </p:nvSpPr>
        <p:spPr bwMode="auto">
          <a:xfrm>
            <a:off x="7140575" y="3484563"/>
            <a:ext cx="303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9900FF"/>
                </a:solidFill>
                <a:latin typeface="Arial" panose="020B0704020202020204" pitchFamily="34" charset="0"/>
              </a:rPr>
              <a:t>*</a:t>
            </a:r>
            <a:endParaRPr lang="en-US" altLang="en-US" sz="2400" i="1">
              <a:solidFill>
                <a:srgbClr val="9900FF"/>
              </a:solidFill>
              <a:latin typeface="Arial" panose="020B0704020202020204" pitchFamily="34" charset="0"/>
            </a:endParaRPr>
          </a:p>
        </p:txBody>
      </p:sp>
      <p:sp>
        <p:nvSpPr>
          <p:cNvPr id="53258" name="Rectangle 10"/>
          <p:cNvSpPr>
            <a:spLocks noChangeArrowheads="1"/>
          </p:cNvSpPr>
          <p:nvPr/>
        </p:nvSpPr>
        <p:spPr bwMode="auto">
          <a:xfrm>
            <a:off x="5857875" y="4281488"/>
            <a:ext cx="617538" cy="482600"/>
          </a:xfrm>
          <a:prstGeom prst="rect">
            <a:avLst/>
          </a:prstGeom>
          <a:noFill/>
          <a:ln w="254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660033"/>
                </a:solidFill>
                <a:latin typeface="Arial" panose="020B0704020202020204" pitchFamily="34" charset="0"/>
              </a:rPr>
              <a:t>id3</a:t>
            </a:r>
            <a:endParaRPr lang="en-US" altLang="en-US" sz="2400" i="1">
              <a:solidFill>
                <a:srgbClr val="660033"/>
              </a:solidFill>
              <a:latin typeface="Arial" panose="020B0704020202020204" pitchFamily="34" charset="0"/>
            </a:endParaRPr>
          </a:p>
        </p:txBody>
      </p:sp>
      <p:sp>
        <p:nvSpPr>
          <p:cNvPr id="53259" name="Rectangle 11"/>
          <p:cNvSpPr>
            <a:spLocks noChangeArrowheads="1"/>
          </p:cNvSpPr>
          <p:nvPr/>
        </p:nvSpPr>
        <p:spPr bwMode="auto">
          <a:xfrm>
            <a:off x="7839075" y="5033963"/>
            <a:ext cx="549275" cy="482600"/>
          </a:xfrm>
          <a:prstGeom prst="rect">
            <a:avLst/>
          </a:prstGeom>
          <a:noFill/>
          <a:ln w="25400" cap="sq">
            <a:solidFill>
              <a:srgbClr val="9933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algn="r" eaLnBrk="1" hangingPunct="1">
              <a:spcBef>
                <a:spcPct val="0"/>
              </a:spcBef>
              <a:buClrTx/>
              <a:buFontTx/>
              <a:buNone/>
            </a:pPr>
            <a:r>
              <a:rPr lang="en-US" altLang="en-US" sz="2400" i="1">
                <a:solidFill>
                  <a:srgbClr val="660033"/>
                </a:solidFill>
                <a:latin typeface="Arial" panose="020B0704020202020204" pitchFamily="34" charset="0"/>
              </a:rPr>
              <a:t>60</a:t>
            </a:r>
            <a:endParaRPr lang="en-US" altLang="en-US" sz="2400" i="1">
              <a:solidFill>
                <a:srgbClr val="660033"/>
              </a:solidFill>
              <a:latin typeface="Arial" panose="020B0704020202020204" pitchFamily="34" charset="0"/>
            </a:endParaRPr>
          </a:p>
        </p:txBody>
      </p:sp>
      <p:sp>
        <p:nvSpPr>
          <p:cNvPr id="53260" name="Line 12"/>
          <p:cNvSpPr>
            <a:spLocks noChangeShapeType="1"/>
          </p:cNvSpPr>
          <p:nvPr/>
        </p:nvSpPr>
        <p:spPr bwMode="auto">
          <a:xfrm flipH="1">
            <a:off x="2822575" y="1936750"/>
            <a:ext cx="495300" cy="363538"/>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3261" name="Line 13"/>
          <p:cNvSpPr>
            <a:spLocks noChangeShapeType="1"/>
          </p:cNvSpPr>
          <p:nvPr/>
        </p:nvSpPr>
        <p:spPr bwMode="auto">
          <a:xfrm>
            <a:off x="3779838" y="1943100"/>
            <a:ext cx="1511300" cy="720725"/>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3262" name="Line 14"/>
          <p:cNvSpPr>
            <a:spLocks noChangeShapeType="1"/>
          </p:cNvSpPr>
          <p:nvPr/>
        </p:nvSpPr>
        <p:spPr bwMode="auto">
          <a:xfrm flipH="1">
            <a:off x="4651375" y="2879725"/>
            <a:ext cx="568325" cy="411163"/>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3263" name="Line 15"/>
          <p:cNvSpPr>
            <a:spLocks noChangeShapeType="1"/>
          </p:cNvSpPr>
          <p:nvPr/>
        </p:nvSpPr>
        <p:spPr bwMode="auto">
          <a:xfrm>
            <a:off x="5580063" y="2879725"/>
            <a:ext cx="1547812" cy="733425"/>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3264" name="Line 16"/>
          <p:cNvSpPr>
            <a:spLocks noChangeShapeType="1"/>
          </p:cNvSpPr>
          <p:nvPr/>
        </p:nvSpPr>
        <p:spPr bwMode="auto">
          <a:xfrm flipH="1">
            <a:off x="6480175" y="3765550"/>
            <a:ext cx="723900" cy="515938"/>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3265" name="Line 17"/>
          <p:cNvSpPr>
            <a:spLocks noChangeShapeType="1"/>
          </p:cNvSpPr>
          <p:nvPr/>
        </p:nvSpPr>
        <p:spPr bwMode="auto">
          <a:xfrm>
            <a:off x="7451725" y="3814763"/>
            <a:ext cx="552450" cy="390525"/>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3266" name="Text Box 18"/>
          <p:cNvSpPr txBox="1">
            <a:spLocks noChangeArrowheads="1"/>
          </p:cNvSpPr>
          <p:nvPr/>
        </p:nvSpPr>
        <p:spPr bwMode="auto">
          <a:xfrm>
            <a:off x="7380288" y="4073525"/>
            <a:ext cx="13668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0"/>
              </a:spcBef>
              <a:buClrTx/>
              <a:buFontTx/>
              <a:buNone/>
            </a:pPr>
            <a:r>
              <a:rPr lang="en-US" altLang="en-US" sz="2800">
                <a:solidFill>
                  <a:srgbClr val="9900FF"/>
                </a:solidFill>
                <a:latin typeface="Times New Roman" panose="02020603050405020304" pitchFamily="18" charset="0"/>
              </a:rPr>
              <a:t>inttoreal</a:t>
            </a:r>
            <a:endParaRPr lang="en-US" altLang="en-US" sz="2800">
              <a:solidFill>
                <a:srgbClr val="9900FF"/>
              </a:solidFill>
              <a:latin typeface="Times New Roman" panose="02020603050405020304" pitchFamily="18" charset="0"/>
            </a:endParaRPr>
          </a:p>
        </p:txBody>
      </p:sp>
      <p:sp>
        <p:nvSpPr>
          <p:cNvPr id="53267" name="Line 19"/>
          <p:cNvSpPr>
            <a:spLocks noChangeShapeType="1"/>
          </p:cNvSpPr>
          <p:nvPr/>
        </p:nvSpPr>
        <p:spPr bwMode="auto">
          <a:xfrm>
            <a:off x="8099425" y="4508500"/>
            <a:ext cx="0" cy="504825"/>
          </a:xfrm>
          <a:prstGeom prst="line">
            <a:avLst/>
          </a:prstGeom>
          <a:noFill/>
          <a:ln w="2540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3268" name="Line 20"/>
          <p:cNvSpPr>
            <a:spLocks noChangeShapeType="1"/>
          </p:cNvSpPr>
          <p:nvPr/>
        </p:nvSpPr>
        <p:spPr bwMode="auto">
          <a:xfrm flipH="1">
            <a:off x="2695575" y="2895600"/>
            <a:ext cx="733425" cy="1074738"/>
          </a:xfrm>
          <a:prstGeom prst="line">
            <a:avLst/>
          </a:prstGeom>
          <a:noFill/>
          <a:ln w="50800">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3269" name="Text Box 21"/>
          <p:cNvSpPr txBox="1">
            <a:spLocks noChangeArrowheads="1"/>
          </p:cNvSpPr>
          <p:nvPr/>
        </p:nvSpPr>
        <p:spPr bwMode="auto">
          <a:xfrm>
            <a:off x="5507831" y="1743869"/>
            <a:ext cx="37449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2400" dirty="0">
                <a:solidFill>
                  <a:srgbClr val="1F15A7"/>
                </a:solidFill>
              </a:rPr>
              <a:t>INPUT </a:t>
            </a:r>
            <a:r>
              <a:rPr lang="en-US" altLang="en-US" sz="2400" dirty="0"/>
              <a:t>– Abstract Syntax tree</a:t>
            </a:r>
            <a:endParaRPr lang="en-US" altLang="en-US" sz="2400" dirty="0"/>
          </a:p>
          <a:p>
            <a:pPr eaLnBrk="1" hangingPunct="1">
              <a:buFont typeface="Wingdings" panose="05000000000000000000" pitchFamily="2" charset="2"/>
              <a:buNone/>
            </a:pPr>
            <a:r>
              <a:rPr lang="en-US" altLang="en-US" sz="2400" dirty="0">
                <a:solidFill>
                  <a:srgbClr val="FF0000"/>
                </a:solidFill>
              </a:rPr>
              <a:t>OUTPUT</a:t>
            </a:r>
            <a:r>
              <a:rPr lang="en-US" altLang="en-US" sz="2400" dirty="0"/>
              <a:t> – Intermediate Code</a:t>
            </a: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6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6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53253"/>
                                        </p:tgtEl>
                                        <p:attrNameLst>
                                          <p:attrName>style.visibility</p:attrName>
                                        </p:attrNameLst>
                                      </p:cBhvr>
                                      <p:to>
                                        <p:strVal val="visible"/>
                                      </p:to>
                                    </p:set>
                                    <p:animEffect transition="in" filter="dissolve">
                                      <p:cBhvr>
                                        <p:cTn id="19" dur="500"/>
                                        <p:tgtEl>
                                          <p:spTgt spid="53253"/>
                                        </p:tgtEl>
                                      </p:cBhvr>
                                    </p:animEffect>
                                  </p:childTnLst>
                                </p:cTn>
                              </p:par>
                              <p:par>
                                <p:cTn id="20" presetID="22" presetClass="entr" presetSubtype="1" fill="hold" nodeType="withEffect">
                                  <p:stCondLst>
                                    <p:cond delay="0"/>
                                  </p:stCondLst>
                                  <p:childTnLst>
                                    <p:set>
                                      <p:cBhvr>
                                        <p:cTn id="21" dur="1" fill="hold">
                                          <p:stCondLst>
                                            <p:cond delay="0"/>
                                          </p:stCondLst>
                                        </p:cTn>
                                        <p:tgtEl>
                                          <p:spTgt spid="53260"/>
                                        </p:tgtEl>
                                        <p:attrNameLst>
                                          <p:attrName>style.visibility</p:attrName>
                                        </p:attrNameLst>
                                      </p:cBhvr>
                                      <p:to>
                                        <p:strVal val="visible"/>
                                      </p:to>
                                    </p:set>
                                    <p:animEffect transition="in" filter="wipe(up)">
                                      <p:cBhvr>
                                        <p:cTn id="22" dur="1000"/>
                                        <p:tgtEl>
                                          <p:spTgt spid="53260"/>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3254"/>
                                        </p:tgtEl>
                                        <p:attrNameLst>
                                          <p:attrName>style.visibility</p:attrName>
                                        </p:attrNameLst>
                                      </p:cBhvr>
                                      <p:to>
                                        <p:strVal val="visible"/>
                                      </p:to>
                                    </p:set>
                                    <p:animEffect transition="in" filter="dissolve">
                                      <p:cBhvr>
                                        <p:cTn id="25" dur="500"/>
                                        <p:tgtEl>
                                          <p:spTgt spid="53254"/>
                                        </p:tgtEl>
                                      </p:cBhvr>
                                    </p:animEffect>
                                  </p:childTnLst>
                                </p:cTn>
                              </p:par>
                              <p:par>
                                <p:cTn id="26" presetID="22" presetClass="entr" presetSubtype="1" fill="hold" nodeType="withEffect">
                                  <p:stCondLst>
                                    <p:cond delay="0"/>
                                  </p:stCondLst>
                                  <p:childTnLst>
                                    <p:set>
                                      <p:cBhvr>
                                        <p:cTn id="27" dur="1" fill="hold">
                                          <p:stCondLst>
                                            <p:cond delay="0"/>
                                          </p:stCondLst>
                                        </p:cTn>
                                        <p:tgtEl>
                                          <p:spTgt spid="53261"/>
                                        </p:tgtEl>
                                        <p:attrNameLst>
                                          <p:attrName>style.visibility</p:attrName>
                                        </p:attrNameLst>
                                      </p:cBhvr>
                                      <p:to>
                                        <p:strVal val="visible"/>
                                      </p:to>
                                    </p:set>
                                    <p:animEffect transition="in" filter="wipe(up)">
                                      <p:cBhvr>
                                        <p:cTn id="28" dur="1000"/>
                                        <p:tgtEl>
                                          <p:spTgt spid="5326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53256"/>
                                        </p:tgtEl>
                                        <p:attrNameLst>
                                          <p:attrName>style.visibility</p:attrName>
                                        </p:attrNameLst>
                                      </p:cBhvr>
                                      <p:to>
                                        <p:strVal val="visible"/>
                                      </p:to>
                                    </p:set>
                                    <p:animEffect transition="in" filter="dissolve">
                                      <p:cBhvr>
                                        <p:cTn id="31" dur="500"/>
                                        <p:tgtEl>
                                          <p:spTgt spid="53256"/>
                                        </p:tgtEl>
                                      </p:cBhvr>
                                    </p:animEffect>
                                  </p:childTnLst>
                                </p:cTn>
                              </p:par>
                              <p:par>
                                <p:cTn id="32" presetID="22" presetClass="entr" presetSubtype="1" fill="hold" nodeType="withEffect">
                                  <p:stCondLst>
                                    <p:cond delay="0"/>
                                  </p:stCondLst>
                                  <p:childTnLst>
                                    <p:set>
                                      <p:cBhvr>
                                        <p:cTn id="33" dur="1" fill="hold">
                                          <p:stCondLst>
                                            <p:cond delay="0"/>
                                          </p:stCondLst>
                                        </p:cTn>
                                        <p:tgtEl>
                                          <p:spTgt spid="53262"/>
                                        </p:tgtEl>
                                        <p:attrNameLst>
                                          <p:attrName>style.visibility</p:attrName>
                                        </p:attrNameLst>
                                      </p:cBhvr>
                                      <p:to>
                                        <p:strVal val="visible"/>
                                      </p:to>
                                    </p:set>
                                    <p:animEffect transition="in" filter="wipe(up)">
                                      <p:cBhvr>
                                        <p:cTn id="34" dur="1000"/>
                                        <p:tgtEl>
                                          <p:spTgt spid="53262"/>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53255"/>
                                        </p:tgtEl>
                                        <p:attrNameLst>
                                          <p:attrName>style.visibility</p:attrName>
                                        </p:attrNameLst>
                                      </p:cBhvr>
                                      <p:to>
                                        <p:strVal val="visible"/>
                                      </p:to>
                                    </p:set>
                                    <p:animEffect transition="in" filter="dissolve">
                                      <p:cBhvr>
                                        <p:cTn id="37" dur="500"/>
                                        <p:tgtEl>
                                          <p:spTgt spid="53255"/>
                                        </p:tgtEl>
                                      </p:cBhvr>
                                    </p:animEffect>
                                  </p:childTnLst>
                                </p:cTn>
                              </p:par>
                              <p:par>
                                <p:cTn id="38" presetID="22" presetClass="entr" presetSubtype="1" fill="hold" nodeType="withEffect">
                                  <p:stCondLst>
                                    <p:cond delay="0"/>
                                  </p:stCondLst>
                                  <p:childTnLst>
                                    <p:set>
                                      <p:cBhvr>
                                        <p:cTn id="39" dur="1" fill="hold">
                                          <p:stCondLst>
                                            <p:cond delay="0"/>
                                          </p:stCondLst>
                                        </p:cTn>
                                        <p:tgtEl>
                                          <p:spTgt spid="53263"/>
                                        </p:tgtEl>
                                        <p:attrNameLst>
                                          <p:attrName>style.visibility</p:attrName>
                                        </p:attrNameLst>
                                      </p:cBhvr>
                                      <p:to>
                                        <p:strVal val="visible"/>
                                      </p:to>
                                    </p:set>
                                    <p:animEffect transition="in" filter="wipe(up)">
                                      <p:cBhvr>
                                        <p:cTn id="40" dur="1000"/>
                                        <p:tgtEl>
                                          <p:spTgt spid="53263"/>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53257"/>
                                        </p:tgtEl>
                                        <p:attrNameLst>
                                          <p:attrName>style.visibility</p:attrName>
                                        </p:attrNameLst>
                                      </p:cBhvr>
                                      <p:to>
                                        <p:strVal val="visible"/>
                                      </p:to>
                                    </p:set>
                                    <p:animEffect transition="in" filter="dissolve">
                                      <p:cBhvr>
                                        <p:cTn id="43" dur="500"/>
                                        <p:tgtEl>
                                          <p:spTgt spid="53257"/>
                                        </p:tgtEl>
                                      </p:cBhvr>
                                    </p:animEffect>
                                  </p:childTnLst>
                                </p:cTn>
                              </p:par>
                              <p:par>
                                <p:cTn id="44" presetID="22" presetClass="entr" presetSubtype="1" fill="hold" nodeType="withEffect">
                                  <p:stCondLst>
                                    <p:cond delay="0"/>
                                  </p:stCondLst>
                                  <p:childTnLst>
                                    <p:set>
                                      <p:cBhvr>
                                        <p:cTn id="45" dur="1" fill="hold">
                                          <p:stCondLst>
                                            <p:cond delay="0"/>
                                          </p:stCondLst>
                                        </p:cTn>
                                        <p:tgtEl>
                                          <p:spTgt spid="53264"/>
                                        </p:tgtEl>
                                        <p:attrNameLst>
                                          <p:attrName>style.visibility</p:attrName>
                                        </p:attrNameLst>
                                      </p:cBhvr>
                                      <p:to>
                                        <p:strVal val="visible"/>
                                      </p:to>
                                    </p:set>
                                    <p:animEffect transition="in" filter="wipe(up)">
                                      <p:cBhvr>
                                        <p:cTn id="46" dur="1000"/>
                                        <p:tgtEl>
                                          <p:spTgt spid="53264"/>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53258"/>
                                        </p:tgtEl>
                                        <p:attrNameLst>
                                          <p:attrName>style.visibility</p:attrName>
                                        </p:attrNameLst>
                                      </p:cBhvr>
                                      <p:to>
                                        <p:strVal val="visible"/>
                                      </p:to>
                                    </p:set>
                                    <p:animEffect transition="in" filter="dissolve">
                                      <p:cBhvr>
                                        <p:cTn id="49" dur="500"/>
                                        <p:tgtEl>
                                          <p:spTgt spid="53258"/>
                                        </p:tgtEl>
                                      </p:cBhvr>
                                    </p:animEffect>
                                  </p:childTnLst>
                                </p:cTn>
                              </p:par>
                              <p:par>
                                <p:cTn id="50" presetID="22" presetClass="entr" presetSubtype="1" fill="hold" nodeType="withEffect">
                                  <p:stCondLst>
                                    <p:cond delay="0"/>
                                  </p:stCondLst>
                                  <p:childTnLst>
                                    <p:set>
                                      <p:cBhvr>
                                        <p:cTn id="51" dur="1" fill="hold">
                                          <p:stCondLst>
                                            <p:cond delay="0"/>
                                          </p:stCondLst>
                                        </p:cTn>
                                        <p:tgtEl>
                                          <p:spTgt spid="53265"/>
                                        </p:tgtEl>
                                        <p:attrNameLst>
                                          <p:attrName>style.visibility</p:attrName>
                                        </p:attrNameLst>
                                      </p:cBhvr>
                                      <p:to>
                                        <p:strVal val="visible"/>
                                      </p:to>
                                    </p:set>
                                    <p:animEffect transition="in" filter="wipe(up)">
                                      <p:cBhvr>
                                        <p:cTn id="52" dur="1000"/>
                                        <p:tgtEl>
                                          <p:spTgt spid="53265"/>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53259"/>
                                        </p:tgtEl>
                                        <p:attrNameLst>
                                          <p:attrName>style.visibility</p:attrName>
                                        </p:attrNameLst>
                                      </p:cBhvr>
                                      <p:to>
                                        <p:strVal val="visible"/>
                                      </p:to>
                                    </p:set>
                                    <p:animEffect transition="in" filter="dissolve">
                                      <p:cBhvr>
                                        <p:cTn id="55" dur="500"/>
                                        <p:tgtEl>
                                          <p:spTgt spid="53259"/>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53266"/>
                                        </p:tgtEl>
                                        <p:attrNameLst>
                                          <p:attrName>style.visibility</p:attrName>
                                        </p:attrNameLst>
                                      </p:cBhvr>
                                      <p:to>
                                        <p:strVal val="visible"/>
                                      </p:to>
                                    </p:set>
                                    <p:animEffect transition="in" filter="dissolve">
                                      <p:cBhvr>
                                        <p:cTn id="58" dur="500"/>
                                        <p:tgtEl>
                                          <p:spTgt spid="53266"/>
                                        </p:tgtEl>
                                      </p:cBhvr>
                                    </p:animEffect>
                                  </p:childTnLst>
                                </p:cTn>
                              </p:par>
                              <p:par>
                                <p:cTn id="59" presetID="22" presetClass="entr" presetSubtype="1" fill="hold" nodeType="withEffect">
                                  <p:stCondLst>
                                    <p:cond delay="0"/>
                                  </p:stCondLst>
                                  <p:childTnLst>
                                    <p:set>
                                      <p:cBhvr>
                                        <p:cTn id="60" dur="1" fill="hold">
                                          <p:stCondLst>
                                            <p:cond delay="0"/>
                                          </p:stCondLst>
                                        </p:cTn>
                                        <p:tgtEl>
                                          <p:spTgt spid="53267"/>
                                        </p:tgtEl>
                                        <p:attrNameLst>
                                          <p:attrName>style.visibility</p:attrName>
                                        </p:attrNameLst>
                                      </p:cBhvr>
                                      <p:to>
                                        <p:strVal val="visible"/>
                                      </p:to>
                                    </p:set>
                                    <p:animEffect transition="in" filter="wipe(up)">
                                      <p:cBhvr>
                                        <p:cTn id="61" dur="1000"/>
                                        <p:tgtEl>
                                          <p:spTgt spid="5326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53268"/>
                                        </p:tgtEl>
                                        <p:attrNameLst>
                                          <p:attrName>style.visibility</p:attrName>
                                        </p:attrNameLst>
                                      </p:cBhvr>
                                      <p:to>
                                        <p:strVal val="visible"/>
                                      </p:to>
                                    </p:set>
                                    <p:animEffect transition="in" filter="wipe(up)">
                                      <p:cBhvr>
                                        <p:cTn id="66" dur="1000"/>
                                        <p:tgtEl>
                                          <p:spTgt spid="53268"/>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53252">
                                            <p:txEl>
                                              <p:pRg st="0" end="0"/>
                                            </p:txEl>
                                          </p:spTgt>
                                        </p:tgtEl>
                                        <p:attrNameLst>
                                          <p:attrName>style.visibility</p:attrName>
                                        </p:attrNameLst>
                                      </p:cBhvr>
                                      <p:to>
                                        <p:strVal val="visible"/>
                                      </p:to>
                                    </p:set>
                                    <p:animEffect transition="in" filter="dissolve">
                                      <p:cBhvr>
                                        <p:cTn id="71" dur="500"/>
                                        <p:tgtEl>
                                          <p:spTgt spid="53252">
                                            <p:txEl>
                                              <p:pRg st="0" end="0"/>
                                            </p:txEl>
                                          </p:spTgt>
                                        </p:tgtEl>
                                      </p:cBhvr>
                                    </p:animEffect>
                                  </p:childTnLst>
                                </p:cTn>
                              </p:par>
                            </p:childTnLst>
                          </p:cTn>
                        </p:par>
                        <p:par>
                          <p:cTn id="72" fill="hold">
                            <p:stCondLst>
                              <p:cond delay="500"/>
                            </p:stCondLst>
                            <p:childTnLst>
                              <p:par>
                                <p:cTn id="73" presetID="9" presetClass="entr" presetSubtype="0" fill="hold" grpId="0" nodeType="afterEffect">
                                  <p:stCondLst>
                                    <p:cond delay="2000"/>
                                  </p:stCondLst>
                                  <p:childTnLst>
                                    <p:set>
                                      <p:cBhvr>
                                        <p:cTn id="74" dur="1" fill="hold">
                                          <p:stCondLst>
                                            <p:cond delay="0"/>
                                          </p:stCondLst>
                                        </p:cTn>
                                        <p:tgtEl>
                                          <p:spTgt spid="53252">
                                            <p:txEl>
                                              <p:pRg st="1" end="1"/>
                                            </p:txEl>
                                          </p:spTgt>
                                        </p:tgtEl>
                                        <p:attrNameLst>
                                          <p:attrName>style.visibility</p:attrName>
                                        </p:attrNameLst>
                                      </p:cBhvr>
                                      <p:to>
                                        <p:strVal val="visible"/>
                                      </p:to>
                                    </p:set>
                                    <p:animEffect transition="in" filter="dissolve">
                                      <p:cBhvr>
                                        <p:cTn id="75" dur="500"/>
                                        <p:tgtEl>
                                          <p:spTgt spid="53252">
                                            <p:txEl>
                                              <p:pRg st="1" end="1"/>
                                            </p:txEl>
                                          </p:spTgt>
                                        </p:tgtEl>
                                      </p:cBhvr>
                                    </p:animEffect>
                                  </p:childTnLst>
                                </p:cTn>
                              </p:par>
                            </p:childTnLst>
                          </p:cTn>
                        </p:par>
                        <p:par>
                          <p:cTn id="76" fill="hold">
                            <p:stCondLst>
                              <p:cond delay="3000"/>
                            </p:stCondLst>
                            <p:childTnLst>
                              <p:par>
                                <p:cTn id="77" presetID="9" presetClass="entr" presetSubtype="0" fill="hold" grpId="0" nodeType="afterEffect">
                                  <p:stCondLst>
                                    <p:cond delay="500"/>
                                  </p:stCondLst>
                                  <p:childTnLst>
                                    <p:set>
                                      <p:cBhvr>
                                        <p:cTn id="78" dur="1" fill="hold">
                                          <p:stCondLst>
                                            <p:cond delay="0"/>
                                          </p:stCondLst>
                                        </p:cTn>
                                        <p:tgtEl>
                                          <p:spTgt spid="53252">
                                            <p:txEl>
                                              <p:pRg st="2" end="2"/>
                                            </p:txEl>
                                          </p:spTgt>
                                        </p:tgtEl>
                                        <p:attrNameLst>
                                          <p:attrName>style.visibility</p:attrName>
                                        </p:attrNameLst>
                                      </p:cBhvr>
                                      <p:to>
                                        <p:strVal val="visible"/>
                                      </p:to>
                                    </p:set>
                                    <p:animEffect transition="in" filter="dissolve">
                                      <p:cBhvr>
                                        <p:cTn id="79" dur="500"/>
                                        <p:tgtEl>
                                          <p:spTgt spid="53252">
                                            <p:txEl>
                                              <p:pRg st="2" end="2"/>
                                            </p:txEl>
                                          </p:spTgt>
                                        </p:tgtEl>
                                      </p:cBhvr>
                                    </p:animEffect>
                                  </p:childTnLst>
                                </p:cTn>
                              </p:par>
                            </p:childTnLst>
                          </p:cTn>
                        </p:par>
                        <p:par>
                          <p:cTn id="80" fill="hold">
                            <p:stCondLst>
                              <p:cond delay="4000"/>
                            </p:stCondLst>
                            <p:childTnLst>
                              <p:par>
                                <p:cTn id="81" presetID="9" presetClass="entr" presetSubtype="0" fill="hold" grpId="0" nodeType="afterEffect">
                                  <p:stCondLst>
                                    <p:cond delay="500"/>
                                  </p:stCondLst>
                                  <p:childTnLst>
                                    <p:set>
                                      <p:cBhvr>
                                        <p:cTn id="82" dur="1" fill="hold">
                                          <p:stCondLst>
                                            <p:cond delay="0"/>
                                          </p:stCondLst>
                                        </p:cTn>
                                        <p:tgtEl>
                                          <p:spTgt spid="53252">
                                            <p:txEl>
                                              <p:pRg st="3" end="3"/>
                                            </p:txEl>
                                          </p:spTgt>
                                        </p:tgtEl>
                                        <p:attrNameLst>
                                          <p:attrName>style.visibility</p:attrName>
                                        </p:attrNameLst>
                                      </p:cBhvr>
                                      <p:to>
                                        <p:strVal val="visible"/>
                                      </p:to>
                                    </p:set>
                                    <p:animEffect transition="in" filter="dissolve">
                                      <p:cBhvr>
                                        <p:cTn id="83" dur="500"/>
                                        <p:tgtEl>
                                          <p:spTgt spid="532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P spid="53252" grpId="0" advAuto="2000" autoUpdateAnimBg="0" build="p"/>
      <p:bldP spid="53253" grpId="0" autoUpdateAnimBg="0"/>
      <p:bldP spid="53254" grpId="0" animBg="1" autoUpdateAnimBg="0"/>
      <p:bldP spid="53255" grpId="0" animBg="1" autoUpdateAnimBg="0"/>
      <p:bldP spid="53256" grpId="0" autoUpdateAnimBg="0"/>
      <p:bldP spid="53257" grpId="0" autoUpdateAnimBg="0"/>
      <p:bldP spid="53258" grpId="0" animBg="1" autoUpdateAnimBg="0"/>
      <p:bldP spid="53259" grpId="0" animBg="1" autoUpdateAnimBg="0"/>
      <p:bldP spid="53266"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385B5FE4-195D-4644-8506-0B6005917385}" type="slidenum">
              <a:rPr lang="en-US" altLang="en-US">
                <a:solidFill>
                  <a:srgbClr val="FF99FF"/>
                </a:solidFill>
              </a:rPr>
            </a:fld>
            <a:endParaRPr lang="en-US" altLang="en-US">
              <a:solidFill>
                <a:srgbClr val="FF99FF"/>
              </a:solidFill>
            </a:endParaRPr>
          </a:p>
        </p:txBody>
      </p:sp>
      <p:sp>
        <p:nvSpPr>
          <p:cNvPr id="44035" name="Rectangle 2"/>
          <p:cNvSpPr>
            <a:spLocks noGrp="1" noChangeArrowheads="1"/>
          </p:cNvSpPr>
          <p:nvPr>
            <p:ph type="title"/>
          </p:nvPr>
        </p:nvSpPr>
        <p:spPr>
          <a:xfrm>
            <a:off x="457200" y="274638"/>
            <a:ext cx="6059016" cy="792187"/>
          </a:xfrm>
        </p:spPr>
        <p:txBody>
          <a:bodyPr/>
          <a:lstStyle/>
          <a:p>
            <a:pPr eaLnBrk="1" hangingPunct="1"/>
            <a:r>
              <a:rPr lang="en-US" altLang="en-US" b="1" dirty="0">
                <a:solidFill>
                  <a:srgbClr val="FF0000"/>
                </a:solidFill>
              </a:rPr>
              <a:t>CODE OPTIMISER</a:t>
            </a:r>
            <a:endParaRPr lang="en-US" altLang="en-US" b="1" dirty="0">
              <a:solidFill>
                <a:srgbClr val="FF0000"/>
              </a:solidFill>
            </a:endParaRPr>
          </a:p>
        </p:txBody>
      </p:sp>
      <p:sp>
        <p:nvSpPr>
          <p:cNvPr id="54275" name="Rectangle 3"/>
          <p:cNvSpPr>
            <a:spLocks noGrp="1" noChangeArrowheads="1"/>
          </p:cNvSpPr>
          <p:nvPr>
            <p:ph type="body" idx="1"/>
          </p:nvPr>
        </p:nvSpPr>
        <p:spPr>
          <a:xfrm>
            <a:off x="179387" y="1370794"/>
            <a:ext cx="8785225" cy="792187"/>
          </a:xfrm>
        </p:spPr>
        <p:txBody>
          <a:bodyPr/>
          <a:lstStyle/>
          <a:p>
            <a:pPr eaLnBrk="1" hangingPunct="1"/>
            <a:r>
              <a:rPr lang="en-US" altLang="en-US" sz="2400" dirty="0"/>
              <a:t>Optimizes the code in terms of number of instructions  ( and hence the execution time).</a:t>
            </a:r>
            <a:endParaRPr lang="en-US" altLang="en-US" sz="2400" dirty="0"/>
          </a:p>
        </p:txBody>
      </p:sp>
      <p:sp>
        <p:nvSpPr>
          <p:cNvPr id="54276" name="Text Box 4"/>
          <p:cNvSpPr txBox="1">
            <a:spLocks noChangeArrowheads="1"/>
          </p:cNvSpPr>
          <p:nvPr/>
        </p:nvSpPr>
        <p:spPr bwMode="auto">
          <a:xfrm>
            <a:off x="4786314" y="2000240"/>
            <a:ext cx="3989387"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0"/>
              </a:spcBef>
              <a:buClrTx/>
              <a:buFontTx/>
              <a:buNone/>
            </a:pPr>
            <a:r>
              <a:rPr lang="en-US" altLang="en-US" sz="2800" dirty="0">
                <a:solidFill>
                  <a:srgbClr val="1F15A7"/>
                </a:solidFill>
                <a:latin typeface="Times New Roman" panose="02020603050405020304" pitchFamily="18" charset="0"/>
              </a:rPr>
              <a:t>temp1 := </a:t>
            </a:r>
            <a:r>
              <a:rPr lang="en-US" altLang="en-US" sz="2800" dirty="0" err="1">
                <a:solidFill>
                  <a:srgbClr val="1F15A7"/>
                </a:solidFill>
                <a:latin typeface="Times New Roman" panose="02020603050405020304" pitchFamily="18" charset="0"/>
              </a:rPr>
              <a:t>inttoreal</a:t>
            </a:r>
            <a:r>
              <a:rPr lang="en-US" altLang="en-US" sz="2800" dirty="0">
                <a:solidFill>
                  <a:srgbClr val="1F15A7"/>
                </a:solidFill>
                <a:latin typeface="Times New Roman" panose="02020603050405020304" pitchFamily="18" charset="0"/>
              </a:rPr>
              <a:t> (60);</a:t>
            </a:r>
            <a:endParaRPr lang="en-US" altLang="en-US" sz="2800" dirty="0">
              <a:solidFill>
                <a:srgbClr val="1F15A7"/>
              </a:solidFill>
              <a:latin typeface="Times New Roman" panose="02020603050405020304" pitchFamily="18" charset="0"/>
            </a:endParaRPr>
          </a:p>
          <a:p>
            <a:pPr eaLnBrk="1" hangingPunct="1">
              <a:spcBef>
                <a:spcPct val="0"/>
              </a:spcBef>
              <a:buClrTx/>
              <a:buFontTx/>
              <a:buNone/>
            </a:pPr>
            <a:r>
              <a:rPr lang="en-US" altLang="en-US" sz="2800" dirty="0">
                <a:solidFill>
                  <a:srgbClr val="1F15A7"/>
                </a:solidFill>
                <a:latin typeface="Times New Roman" panose="02020603050405020304" pitchFamily="18" charset="0"/>
              </a:rPr>
              <a:t>temp2 := id3*temp1 </a:t>
            </a:r>
            <a:endParaRPr lang="en-US" altLang="en-US" sz="2800" dirty="0">
              <a:solidFill>
                <a:srgbClr val="1F15A7"/>
              </a:solidFill>
              <a:latin typeface="Times New Roman" panose="02020603050405020304" pitchFamily="18" charset="0"/>
            </a:endParaRPr>
          </a:p>
          <a:p>
            <a:pPr eaLnBrk="1" hangingPunct="1">
              <a:spcBef>
                <a:spcPct val="0"/>
              </a:spcBef>
              <a:buClrTx/>
              <a:buFontTx/>
              <a:buNone/>
            </a:pPr>
            <a:r>
              <a:rPr lang="en-US" altLang="en-US" sz="2800" dirty="0">
                <a:solidFill>
                  <a:srgbClr val="1F15A7"/>
                </a:solidFill>
                <a:latin typeface="Times New Roman" panose="02020603050405020304" pitchFamily="18" charset="0"/>
              </a:rPr>
              <a:t>temp3 := id2 + temp2;</a:t>
            </a:r>
            <a:endParaRPr lang="en-US" altLang="en-US" sz="2800" dirty="0">
              <a:solidFill>
                <a:srgbClr val="1F15A7"/>
              </a:solidFill>
              <a:latin typeface="Times New Roman" panose="02020603050405020304" pitchFamily="18" charset="0"/>
            </a:endParaRPr>
          </a:p>
          <a:p>
            <a:pPr eaLnBrk="1" hangingPunct="1">
              <a:spcBef>
                <a:spcPct val="0"/>
              </a:spcBef>
              <a:buClrTx/>
              <a:buFontTx/>
              <a:buNone/>
            </a:pPr>
            <a:r>
              <a:rPr lang="en-US" altLang="en-US" sz="2800" dirty="0">
                <a:solidFill>
                  <a:srgbClr val="1F15A7"/>
                </a:solidFill>
                <a:latin typeface="Times New Roman" panose="02020603050405020304" pitchFamily="18" charset="0"/>
              </a:rPr>
              <a:t>id1 = temp3;</a:t>
            </a:r>
            <a:endParaRPr lang="en-US" altLang="en-US" sz="2800" dirty="0">
              <a:solidFill>
                <a:srgbClr val="1F15A7"/>
              </a:solidFill>
              <a:latin typeface="Times New Roman" panose="02020603050405020304" pitchFamily="18" charset="0"/>
            </a:endParaRPr>
          </a:p>
        </p:txBody>
      </p:sp>
      <p:sp>
        <p:nvSpPr>
          <p:cNvPr id="54277" name="Line 5"/>
          <p:cNvSpPr>
            <a:spLocks noChangeShapeType="1"/>
          </p:cNvSpPr>
          <p:nvPr/>
        </p:nvSpPr>
        <p:spPr bwMode="auto">
          <a:xfrm>
            <a:off x="6286512" y="4071942"/>
            <a:ext cx="0" cy="1066800"/>
          </a:xfrm>
          <a:prstGeom prst="line">
            <a:avLst/>
          </a:prstGeom>
          <a:noFill/>
          <a:ln w="50800">
            <a:solidFill>
              <a:schemeClr val="tx1"/>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IN"/>
          </a:p>
        </p:txBody>
      </p:sp>
      <p:sp>
        <p:nvSpPr>
          <p:cNvPr id="54278" name="Text Box 6"/>
          <p:cNvSpPr txBox="1">
            <a:spLocks noChangeArrowheads="1"/>
          </p:cNvSpPr>
          <p:nvPr/>
        </p:nvSpPr>
        <p:spPr bwMode="auto">
          <a:xfrm>
            <a:off x="4929190" y="5214950"/>
            <a:ext cx="3526928"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lnSpc>
                <a:spcPct val="110000"/>
              </a:lnSpc>
              <a:spcBef>
                <a:spcPct val="0"/>
              </a:spcBef>
              <a:buClrTx/>
              <a:buFontTx/>
              <a:buNone/>
            </a:pPr>
            <a:r>
              <a:rPr lang="en-US" altLang="en-US" sz="3200" dirty="0">
                <a:solidFill>
                  <a:srgbClr val="FF0000"/>
                </a:solidFill>
                <a:latin typeface="Times New Roman" panose="02020603050405020304" pitchFamily="18" charset="0"/>
              </a:rPr>
              <a:t>temp1 := id3 * 60.0;</a:t>
            </a:r>
            <a:endParaRPr lang="en-US" altLang="en-US" sz="3200" dirty="0">
              <a:solidFill>
                <a:srgbClr val="FF0000"/>
              </a:solidFill>
              <a:latin typeface="Times New Roman" panose="02020603050405020304" pitchFamily="18" charset="0"/>
            </a:endParaRPr>
          </a:p>
          <a:p>
            <a:pPr eaLnBrk="1" hangingPunct="1">
              <a:lnSpc>
                <a:spcPct val="110000"/>
              </a:lnSpc>
              <a:spcBef>
                <a:spcPct val="0"/>
              </a:spcBef>
              <a:buClrTx/>
              <a:buFontTx/>
              <a:buNone/>
            </a:pPr>
            <a:r>
              <a:rPr lang="en-US" altLang="en-US" sz="3200" dirty="0">
                <a:solidFill>
                  <a:srgbClr val="FF0000"/>
                </a:solidFill>
                <a:latin typeface="Times New Roman" panose="02020603050405020304" pitchFamily="18" charset="0"/>
              </a:rPr>
              <a:t>id1 := id2 + temp1;</a:t>
            </a:r>
            <a:endParaRPr lang="en-US" altLang="en-US" sz="3200" dirty="0">
              <a:solidFill>
                <a:srgbClr val="FF0000"/>
              </a:solidFill>
              <a:latin typeface="Times New Roman" panose="02020603050405020304" pitchFamily="18" charset="0"/>
            </a:endParaRPr>
          </a:p>
        </p:txBody>
      </p:sp>
      <p:sp>
        <p:nvSpPr>
          <p:cNvPr id="54279" name="Text Box 7"/>
          <p:cNvSpPr txBox="1">
            <a:spLocks noChangeArrowheads="1"/>
          </p:cNvSpPr>
          <p:nvPr/>
        </p:nvSpPr>
        <p:spPr bwMode="auto">
          <a:xfrm>
            <a:off x="-1" y="2924944"/>
            <a:ext cx="4572000" cy="1621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2800" dirty="0">
                <a:solidFill>
                  <a:srgbClr val="1F15A7"/>
                </a:solidFill>
              </a:rPr>
              <a:t>INPUT</a:t>
            </a:r>
            <a:r>
              <a:rPr lang="en-US" altLang="en-US" sz="2800" dirty="0"/>
              <a:t> – Intermediate code</a:t>
            </a:r>
            <a:endParaRPr lang="en-US" altLang="en-US" sz="2800" dirty="0"/>
          </a:p>
          <a:p>
            <a:pPr eaLnBrk="1" hangingPunct="1">
              <a:lnSpc>
                <a:spcPct val="55000"/>
              </a:lnSpc>
              <a:buFont typeface="Wingdings" panose="05000000000000000000" pitchFamily="2" charset="2"/>
              <a:buNone/>
            </a:pPr>
            <a:endParaRPr lang="en-US" altLang="en-US" sz="2800" dirty="0"/>
          </a:p>
          <a:p>
            <a:pPr eaLnBrk="1" hangingPunct="1">
              <a:buFont typeface="Wingdings" panose="05000000000000000000" pitchFamily="2" charset="2"/>
              <a:buNone/>
            </a:pPr>
            <a:r>
              <a:rPr lang="en-US" altLang="en-US" sz="2800" dirty="0">
                <a:solidFill>
                  <a:srgbClr val="FF0000"/>
                </a:solidFill>
              </a:rPr>
              <a:t>OUTPUT</a:t>
            </a:r>
            <a:r>
              <a:rPr lang="en-US" altLang="en-US" sz="2800" dirty="0"/>
              <a:t> – Optimized 			intermediate Code</a:t>
            </a:r>
            <a:endParaRPr lang="en-US"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2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54276">
                                            <p:txEl>
                                              <p:pRg st="0" end="0"/>
                                            </p:txEl>
                                          </p:spTgt>
                                        </p:tgtEl>
                                        <p:attrNameLst>
                                          <p:attrName>style.visibility</p:attrName>
                                        </p:attrNameLst>
                                      </p:cBhvr>
                                      <p:to>
                                        <p:strVal val="visible"/>
                                      </p:to>
                                    </p:set>
                                    <p:animEffect transition="in" filter="dissolve">
                                      <p:cBhvr>
                                        <p:cTn id="19" dur="500"/>
                                        <p:tgtEl>
                                          <p:spTgt spid="54276">
                                            <p:txEl>
                                              <p:pRg st="0" end="0"/>
                                            </p:txEl>
                                          </p:spTgt>
                                        </p:tgtEl>
                                      </p:cBhvr>
                                    </p:animEffect>
                                  </p:childTnLst>
                                </p:cTn>
                              </p:par>
                            </p:childTnLst>
                          </p:cTn>
                        </p:par>
                        <p:par>
                          <p:cTn id="20" fill="hold">
                            <p:stCondLst>
                              <p:cond delay="500"/>
                            </p:stCondLst>
                            <p:childTnLst>
                              <p:par>
                                <p:cTn id="21" presetID="9" presetClass="entr" presetSubtype="0" fill="hold" grpId="0" nodeType="afterEffect">
                                  <p:stCondLst>
                                    <p:cond delay="2000"/>
                                  </p:stCondLst>
                                  <p:childTnLst>
                                    <p:set>
                                      <p:cBhvr>
                                        <p:cTn id="22" dur="1" fill="hold">
                                          <p:stCondLst>
                                            <p:cond delay="0"/>
                                          </p:stCondLst>
                                        </p:cTn>
                                        <p:tgtEl>
                                          <p:spTgt spid="54276">
                                            <p:txEl>
                                              <p:pRg st="1" end="1"/>
                                            </p:txEl>
                                          </p:spTgt>
                                        </p:tgtEl>
                                        <p:attrNameLst>
                                          <p:attrName>style.visibility</p:attrName>
                                        </p:attrNameLst>
                                      </p:cBhvr>
                                      <p:to>
                                        <p:strVal val="visible"/>
                                      </p:to>
                                    </p:set>
                                    <p:animEffect transition="in" filter="dissolve">
                                      <p:cBhvr>
                                        <p:cTn id="23" dur="500"/>
                                        <p:tgtEl>
                                          <p:spTgt spid="54276">
                                            <p:txEl>
                                              <p:pRg st="1" end="1"/>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54276">
                                            <p:txEl>
                                              <p:pRg st="2" end="2"/>
                                            </p:txEl>
                                          </p:spTgt>
                                        </p:tgtEl>
                                        <p:attrNameLst>
                                          <p:attrName>style.visibility</p:attrName>
                                        </p:attrNameLst>
                                      </p:cBhvr>
                                      <p:to>
                                        <p:strVal val="visible"/>
                                      </p:to>
                                    </p:set>
                                    <p:animEffect transition="in" filter="dissolve">
                                      <p:cBhvr>
                                        <p:cTn id="26" dur="500"/>
                                        <p:tgtEl>
                                          <p:spTgt spid="54276">
                                            <p:txEl>
                                              <p:pRg st="2" end="2"/>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4276">
                                            <p:txEl>
                                              <p:pRg st="3" end="3"/>
                                            </p:txEl>
                                          </p:spTgt>
                                        </p:tgtEl>
                                        <p:attrNameLst>
                                          <p:attrName>style.visibility</p:attrName>
                                        </p:attrNameLst>
                                      </p:cBhvr>
                                      <p:to>
                                        <p:strVal val="visible"/>
                                      </p:to>
                                    </p:set>
                                    <p:animEffect transition="in" filter="dissolve">
                                      <p:cBhvr>
                                        <p:cTn id="29" dur="500"/>
                                        <p:tgtEl>
                                          <p:spTgt spid="54276">
                                            <p:txEl>
                                              <p:pRg st="3" end="3"/>
                                            </p:txEl>
                                          </p:spTgt>
                                        </p:tgtEl>
                                      </p:cBhvr>
                                    </p:animEffect>
                                  </p:childTnLst>
                                </p:cTn>
                              </p:par>
                            </p:childTnLst>
                          </p:cTn>
                        </p:par>
                        <p:par>
                          <p:cTn id="30" fill="hold">
                            <p:stCondLst>
                              <p:cond delay="3000"/>
                            </p:stCondLst>
                            <p:childTnLst>
                              <p:par>
                                <p:cTn id="31" presetID="22" presetClass="entr" presetSubtype="1" fill="hold" nodeType="afterEffect">
                                  <p:stCondLst>
                                    <p:cond delay="0"/>
                                  </p:stCondLst>
                                  <p:childTnLst>
                                    <p:set>
                                      <p:cBhvr>
                                        <p:cTn id="32" dur="1" fill="hold">
                                          <p:stCondLst>
                                            <p:cond delay="0"/>
                                          </p:stCondLst>
                                        </p:cTn>
                                        <p:tgtEl>
                                          <p:spTgt spid="54277"/>
                                        </p:tgtEl>
                                        <p:attrNameLst>
                                          <p:attrName>style.visibility</p:attrName>
                                        </p:attrNameLst>
                                      </p:cBhvr>
                                      <p:to>
                                        <p:strVal val="visible"/>
                                      </p:to>
                                    </p:set>
                                    <p:animEffect transition="in" filter="wipe(up)">
                                      <p:cBhvr>
                                        <p:cTn id="33" dur="1000"/>
                                        <p:tgtEl>
                                          <p:spTgt spid="54277"/>
                                        </p:tgtEl>
                                      </p:cBhvr>
                                    </p:animEffect>
                                  </p:childTnLst>
                                </p:cTn>
                              </p:par>
                            </p:childTnLst>
                          </p:cTn>
                        </p:par>
                        <p:par>
                          <p:cTn id="34" fill="hold">
                            <p:stCondLst>
                              <p:cond delay="4000"/>
                            </p:stCondLst>
                            <p:childTnLst>
                              <p:par>
                                <p:cTn id="35" presetID="9" presetClass="entr" presetSubtype="0" fill="hold" grpId="0" nodeType="afterEffect">
                                  <p:stCondLst>
                                    <p:cond delay="0"/>
                                  </p:stCondLst>
                                  <p:childTnLst>
                                    <p:set>
                                      <p:cBhvr>
                                        <p:cTn id="36" dur="1" fill="hold">
                                          <p:stCondLst>
                                            <p:cond delay="0"/>
                                          </p:stCondLst>
                                        </p:cTn>
                                        <p:tgtEl>
                                          <p:spTgt spid="54278">
                                            <p:txEl>
                                              <p:pRg st="0" end="0"/>
                                            </p:txEl>
                                          </p:spTgt>
                                        </p:tgtEl>
                                        <p:attrNameLst>
                                          <p:attrName>style.visibility</p:attrName>
                                        </p:attrNameLst>
                                      </p:cBhvr>
                                      <p:to>
                                        <p:strVal val="visible"/>
                                      </p:to>
                                    </p:set>
                                    <p:animEffect transition="in" filter="dissolve">
                                      <p:cBhvr>
                                        <p:cTn id="37" dur="500"/>
                                        <p:tgtEl>
                                          <p:spTgt spid="54278">
                                            <p:txEl>
                                              <p:pRg st="0" end="0"/>
                                            </p:txEl>
                                          </p:spTgt>
                                        </p:tgtEl>
                                      </p:cBhvr>
                                    </p:animEffect>
                                  </p:childTnLst>
                                </p:cTn>
                              </p:par>
                            </p:childTnLst>
                          </p:cTn>
                        </p:par>
                        <p:par>
                          <p:cTn id="38" fill="hold">
                            <p:stCondLst>
                              <p:cond delay="4500"/>
                            </p:stCondLst>
                            <p:childTnLst>
                              <p:par>
                                <p:cTn id="39" presetID="9" presetClass="entr" presetSubtype="0" fill="hold" grpId="0" nodeType="afterEffect">
                                  <p:stCondLst>
                                    <p:cond delay="0"/>
                                  </p:stCondLst>
                                  <p:childTnLst>
                                    <p:set>
                                      <p:cBhvr>
                                        <p:cTn id="40" dur="1" fill="hold">
                                          <p:stCondLst>
                                            <p:cond delay="0"/>
                                          </p:stCondLst>
                                        </p:cTn>
                                        <p:tgtEl>
                                          <p:spTgt spid="54278">
                                            <p:txEl>
                                              <p:pRg st="1" end="1"/>
                                            </p:txEl>
                                          </p:spTgt>
                                        </p:tgtEl>
                                        <p:attrNameLst>
                                          <p:attrName>style.visibility</p:attrName>
                                        </p:attrNameLst>
                                      </p:cBhvr>
                                      <p:to>
                                        <p:strVal val="visible"/>
                                      </p:to>
                                    </p:set>
                                    <p:animEffect transition="in" filter="dissolve">
                                      <p:cBhvr>
                                        <p:cTn id="41" dur="500"/>
                                        <p:tgtEl>
                                          <p:spTgt spid="5427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P spid="54276" grpId="0" advAuto="2000" autoUpdateAnimBg="0" build="p"/>
      <p:bldP spid="54278" grpId="0" advAuto="3000" autoUpdateAnimBg="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33947C9E-3D28-4303-912B-9C0DC0C7FE60}" type="slidenum">
              <a:rPr lang="en-US" altLang="en-US">
                <a:solidFill>
                  <a:srgbClr val="FF99FF"/>
                </a:solidFill>
              </a:rPr>
            </a:fld>
            <a:endParaRPr lang="en-US" altLang="en-US">
              <a:solidFill>
                <a:srgbClr val="FF99FF"/>
              </a:solidFill>
            </a:endParaRPr>
          </a:p>
        </p:txBody>
      </p:sp>
      <p:sp>
        <p:nvSpPr>
          <p:cNvPr id="45059" name="Rectangle 2"/>
          <p:cNvSpPr>
            <a:spLocks noGrp="1" noChangeArrowheads="1"/>
          </p:cNvSpPr>
          <p:nvPr>
            <p:ph type="title"/>
          </p:nvPr>
        </p:nvSpPr>
        <p:spPr>
          <a:xfrm>
            <a:off x="457200" y="274638"/>
            <a:ext cx="5194920" cy="840975"/>
          </a:xfrm>
        </p:spPr>
        <p:txBody>
          <a:bodyPr/>
          <a:lstStyle/>
          <a:p>
            <a:pPr eaLnBrk="1" hangingPunct="1"/>
            <a:r>
              <a:rPr lang="en-US" altLang="en-US" sz="3200" b="1" dirty="0">
                <a:solidFill>
                  <a:srgbClr val="FF0000"/>
                </a:solidFill>
              </a:rPr>
              <a:t>CODE  GENERATOR</a:t>
            </a:r>
            <a:endParaRPr lang="en-US" altLang="en-US" sz="3200" b="1" dirty="0">
              <a:solidFill>
                <a:srgbClr val="FF0000"/>
              </a:solidFill>
            </a:endParaRPr>
          </a:p>
        </p:txBody>
      </p:sp>
      <p:sp>
        <p:nvSpPr>
          <p:cNvPr id="55299" name="Rectangle 3"/>
          <p:cNvSpPr>
            <a:spLocks noGrp="1" noChangeArrowheads="1"/>
          </p:cNvSpPr>
          <p:nvPr>
            <p:ph type="body" idx="1"/>
          </p:nvPr>
        </p:nvSpPr>
        <p:spPr>
          <a:xfrm>
            <a:off x="143446" y="1328538"/>
            <a:ext cx="8857108" cy="592137"/>
          </a:xfrm>
        </p:spPr>
        <p:txBody>
          <a:bodyPr/>
          <a:lstStyle/>
          <a:p>
            <a:pPr eaLnBrk="1" hangingPunct="1"/>
            <a:r>
              <a:rPr lang="en-US" altLang="en-US" sz="2400" dirty="0">
                <a:solidFill>
                  <a:srgbClr val="1F15A7"/>
                </a:solidFill>
              </a:rPr>
              <a:t>Converts the logical code to machine specific Assembly instructions</a:t>
            </a:r>
            <a:endParaRPr lang="en-US" altLang="en-US" sz="2400" dirty="0">
              <a:solidFill>
                <a:srgbClr val="1F15A7"/>
              </a:solidFill>
            </a:endParaRPr>
          </a:p>
        </p:txBody>
      </p:sp>
      <p:sp>
        <p:nvSpPr>
          <p:cNvPr id="55300" name="Text Box 4"/>
          <p:cNvSpPr txBox="1">
            <a:spLocks noChangeArrowheads="1"/>
          </p:cNvSpPr>
          <p:nvPr/>
        </p:nvSpPr>
        <p:spPr bwMode="auto">
          <a:xfrm>
            <a:off x="5049838" y="1947863"/>
            <a:ext cx="3327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0"/>
              </a:spcBef>
              <a:buClrTx/>
              <a:buFontTx/>
              <a:buNone/>
            </a:pPr>
            <a:r>
              <a:rPr lang="en-US" altLang="en-US" sz="3200" dirty="0">
                <a:solidFill>
                  <a:srgbClr val="1F15A7"/>
                </a:solidFill>
                <a:latin typeface="Times New Roman" panose="02020603050405020304" pitchFamily="18" charset="0"/>
              </a:rPr>
              <a:t>temp1 := id3 * 60;</a:t>
            </a:r>
            <a:endParaRPr lang="en-US" altLang="en-US" sz="3200" dirty="0">
              <a:solidFill>
                <a:srgbClr val="1F15A7"/>
              </a:solidFill>
              <a:latin typeface="Times New Roman" panose="02020603050405020304" pitchFamily="18" charset="0"/>
            </a:endParaRPr>
          </a:p>
          <a:p>
            <a:pPr eaLnBrk="1" hangingPunct="1">
              <a:spcBef>
                <a:spcPct val="0"/>
              </a:spcBef>
              <a:buClrTx/>
              <a:buFontTx/>
              <a:buNone/>
            </a:pPr>
            <a:r>
              <a:rPr lang="en-US" altLang="en-US" sz="3200" dirty="0">
                <a:solidFill>
                  <a:srgbClr val="1F15A7"/>
                </a:solidFill>
                <a:latin typeface="Times New Roman" panose="02020603050405020304" pitchFamily="18" charset="0"/>
              </a:rPr>
              <a:t>id1 := id2 + temp1</a:t>
            </a:r>
            <a:r>
              <a:rPr lang="en-US" altLang="en-US" sz="3200" dirty="0">
                <a:latin typeface="Times New Roman" panose="02020603050405020304" pitchFamily="18" charset="0"/>
              </a:rPr>
              <a:t>;</a:t>
            </a:r>
            <a:endParaRPr lang="en-US" altLang="en-US" sz="3200" dirty="0">
              <a:latin typeface="Times New Roman" panose="02020603050405020304" pitchFamily="18" charset="0"/>
            </a:endParaRPr>
          </a:p>
        </p:txBody>
      </p:sp>
      <p:sp>
        <p:nvSpPr>
          <p:cNvPr id="55301" name="Line 5"/>
          <p:cNvSpPr>
            <a:spLocks noChangeShapeType="1"/>
          </p:cNvSpPr>
          <p:nvPr/>
        </p:nvSpPr>
        <p:spPr bwMode="auto">
          <a:xfrm>
            <a:off x="6804025" y="3025775"/>
            <a:ext cx="0" cy="1181100"/>
          </a:xfrm>
          <a:prstGeom prst="line">
            <a:avLst/>
          </a:prstGeom>
          <a:noFill/>
          <a:ln w="44450" cap="sq">
            <a:solidFill>
              <a:schemeClr val="accent2"/>
            </a:solidFill>
            <a:round/>
            <a:headEnd type="none" w="sm" len="sm"/>
            <a:tailEnd type="triangle" w="lg" len="lg"/>
          </a:ln>
          <a:extLst>
            <a:ext uri="{909E8E84-426E-40DD-AFC4-6F175D3DCCD1}">
              <a14:hiddenFill xmlns:a14="http://schemas.microsoft.com/office/drawing/2010/main">
                <a:noFill/>
              </a14:hiddenFill>
            </a:ext>
          </a:extLst>
        </p:spPr>
        <p:txBody>
          <a:bodyPr wrap="none"/>
          <a:lstStyle/>
          <a:p>
            <a:endParaRPr lang="en-IN"/>
          </a:p>
        </p:txBody>
      </p:sp>
      <p:sp>
        <p:nvSpPr>
          <p:cNvPr id="55302" name="Text Box 6"/>
          <p:cNvSpPr txBox="1">
            <a:spLocks noChangeArrowheads="1"/>
          </p:cNvSpPr>
          <p:nvPr/>
        </p:nvSpPr>
        <p:spPr bwMode="auto">
          <a:xfrm>
            <a:off x="4762500" y="4068763"/>
            <a:ext cx="4270721"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spcBef>
                <a:spcPct val="0"/>
              </a:spcBef>
              <a:buClrTx/>
              <a:buFontTx/>
              <a:buNone/>
            </a:pPr>
            <a:r>
              <a:rPr lang="en-US" altLang="en-US" sz="2800" dirty="0">
                <a:solidFill>
                  <a:srgbClr val="FF0000"/>
                </a:solidFill>
                <a:latin typeface="Times New Roman" panose="02020603050405020304" pitchFamily="18" charset="0"/>
              </a:rPr>
              <a:t>MOVF		id3,R2</a:t>
            </a:r>
            <a:endParaRPr lang="en-US" altLang="en-US" sz="2800" dirty="0">
              <a:solidFill>
                <a:srgbClr val="FF0000"/>
              </a:solidFill>
              <a:latin typeface="Times New Roman" panose="02020603050405020304" pitchFamily="18" charset="0"/>
            </a:endParaRPr>
          </a:p>
          <a:p>
            <a:pPr eaLnBrk="1" hangingPunct="1">
              <a:spcBef>
                <a:spcPct val="0"/>
              </a:spcBef>
              <a:buClrTx/>
              <a:buFontTx/>
              <a:buNone/>
            </a:pPr>
            <a:r>
              <a:rPr lang="en-US" altLang="en-US" sz="2800" dirty="0">
                <a:solidFill>
                  <a:srgbClr val="FF0000"/>
                </a:solidFill>
                <a:latin typeface="Times New Roman" panose="02020603050405020304" pitchFamily="18" charset="0"/>
              </a:rPr>
              <a:t>MULF		#60.0,R2</a:t>
            </a:r>
            <a:endParaRPr lang="en-US" altLang="en-US" sz="2800" dirty="0">
              <a:solidFill>
                <a:srgbClr val="FF0000"/>
              </a:solidFill>
              <a:latin typeface="Times New Roman" panose="02020603050405020304" pitchFamily="18" charset="0"/>
            </a:endParaRPr>
          </a:p>
          <a:p>
            <a:pPr eaLnBrk="1" hangingPunct="1">
              <a:spcBef>
                <a:spcPct val="0"/>
              </a:spcBef>
              <a:buClrTx/>
              <a:buFontTx/>
              <a:buNone/>
            </a:pPr>
            <a:r>
              <a:rPr lang="en-US" altLang="en-US" sz="2800" dirty="0">
                <a:solidFill>
                  <a:srgbClr val="FF0000"/>
                </a:solidFill>
                <a:latin typeface="Times New Roman" panose="02020603050405020304" pitchFamily="18" charset="0"/>
              </a:rPr>
              <a:t>MOVF		id2, R1</a:t>
            </a:r>
            <a:endParaRPr lang="en-US" altLang="en-US" sz="2800" dirty="0">
              <a:solidFill>
                <a:srgbClr val="FF0000"/>
              </a:solidFill>
              <a:latin typeface="Times New Roman" panose="02020603050405020304" pitchFamily="18" charset="0"/>
            </a:endParaRPr>
          </a:p>
          <a:p>
            <a:pPr eaLnBrk="1" hangingPunct="1">
              <a:spcBef>
                <a:spcPct val="0"/>
              </a:spcBef>
              <a:buClrTx/>
              <a:buFontTx/>
              <a:buNone/>
            </a:pPr>
            <a:r>
              <a:rPr lang="en-US" altLang="en-US" sz="2800" dirty="0">
                <a:solidFill>
                  <a:srgbClr val="FF0000"/>
                </a:solidFill>
                <a:latin typeface="Times New Roman" panose="02020603050405020304" pitchFamily="18" charset="0"/>
              </a:rPr>
              <a:t>ADDF		R2.R1</a:t>
            </a:r>
            <a:endParaRPr lang="en-US" altLang="en-US" sz="2800" dirty="0">
              <a:solidFill>
                <a:srgbClr val="FF0000"/>
              </a:solidFill>
              <a:latin typeface="Times New Roman" panose="02020603050405020304" pitchFamily="18" charset="0"/>
            </a:endParaRPr>
          </a:p>
          <a:p>
            <a:pPr eaLnBrk="1" hangingPunct="1">
              <a:spcBef>
                <a:spcPct val="0"/>
              </a:spcBef>
              <a:buClrTx/>
              <a:buFontTx/>
              <a:buNone/>
            </a:pPr>
            <a:r>
              <a:rPr lang="en-US" altLang="en-US" sz="2800" dirty="0">
                <a:solidFill>
                  <a:srgbClr val="FF0000"/>
                </a:solidFill>
                <a:latin typeface="Times New Roman" panose="02020603050405020304" pitchFamily="18" charset="0"/>
              </a:rPr>
              <a:t>MOVF		R1, id1</a:t>
            </a:r>
            <a:endParaRPr lang="en-US" altLang="en-US" sz="3200" dirty="0">
              <a:solidFill>
                <a:srgbClr val="FF0000"/>
              </a:solidFill>
              <a:latin typeface="Times New Roman" panose="02020603050405020304" pitchFamily="18" charset="0"/>
            </a:endParaRPr>
          </a:p>
        </p:txBody>
      </p:sp>
      <p:sp>
        <p:nvSpPr>
          <p:cNvPr id="55303" name="Text Box 7"/>
          <p:cNvSpPr txBox="1">
            <a:spLocks noChangeArrowheads="1"/>
          </p:cNvSpPr>
          <p:nvPr/>
        </p:nvSpPr>
        <p:spPr bwMode="auto">
          <a:xfrm>
            <a:off x="179388" y="2133600"/>
            <a:ext cx="392430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2800" dirty="0">
                <a:solidFill>
                  <a:srgbClr val="1F15A7"/>
                </a:solidFill>
              </a:rPr>
              <a:t>INPUT </a:t>
            </a:r>
            <a:r>
              <a:rPr lang="en-US" altLang="en-US" sz="2800" dirty="0"/>
              <a:t>– Optimized 			     intermediate Code</a:t>
            </a:r>
            <a:endParaRPr lang="en-US" altLang="en-US" sz="2800" dirty="0"/>
          </a:p>
          <a:p>
            <a:pPr eaLnBrk="1" hangingPunct="1">
              <a:buFont typeface="Wingdings" panose="05000000000000000000" pitchFamily="2" charset="2"/>
              <a:buNone/>
            </a:pPr>
            <a:r>
              <a:rPr lang="en-US" altLang="en-US" sz="2800" dirty="0">
                <a:solidFill>
                  <a:srgbClr val="FF0000"/>
                </a:solidFill>
              </a:rPr>
              <a:t>OUTPUT</a:t>
            </a:r>
            <a:r>
              <a:rPr lang="en-US" altLang="en-US" sz="2800" dirty="0"/>
              <a:t> – Corresponding 		        Assembly Code</a:t>
            </a:r>
            <a:endParaRPr lang="en-US" altLang="en-US" sz="2800" dirty="0"/>
          </a:p>
        </p:txBody>
      </p:sp>
      <mc:AlternateContent xmlns:mc="http://schemas.openxmlformats.org/markup-compatibility/2006" xmlns:p14="http://schemas.microsoft.com/office/powerpoint/2010/main">
        <mc:Choice Requires="p14">
          <p:contentPart r:id="rId1" p14:bwMode="auto">
            <p14:nvContentPartPr>
              <p14:cNvPr id="2" name="Ink 1"/>
              <p14:cNvContentPartPr/>
              <p14:nvPr/>
            </p14:nvContentPartPr>
            <p14:xfrm>
              <a:off x="8121600" y="5969160"/>
              <a:ext cx="12960" cy="51120"/>
            </p14:xfrm>
          </p:contentPart>
        </mc:Choice>
        <mc:Fallback xmlns="">
          <p:pic>
            <p:nvPicPr>
              <p:cNvPr id="2" name="Ink 1"/>
            </p:nvPicPr>
            <p:blipFill>
              <a:blip r:embed="rId2"/>
            </p:blipFill>
            <p:spPr>
              <a:xfrm>
                <a:off x="8121600" y="5969160"/>
                <a:ext cx="12960" cy="5112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0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30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55300">
                                            <p:txEl>
                                              <p:pRg st="0" end="0"/>
                                            </p:txEl>
                                          </p:spTgt>
                                        </p:tgtEl>
                                        <p:attrNameLst>
                                          <p:attrName>style.visibility</p:attrName>
                                        </p:attrNameLst>
                                      </p:cBhvr>
                                      <p:to>
                                        <p:strVal val="visible"/>
                                      </p:to>
                                    </p:set>
                                    <p:animEffect transition="in" filter="dissolve">
                                      <p:cBhvr>
                                        <p:cTn id="19" dur="500"/>
                                        <p:tgtEl>
                                          <p:spTgt spid="55300">
                                            <p:txEl>
                                              <p:pRg st="0" end="0"/>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55300">
                                            <p:txEl>
                                              <p:pRg st="1" end="1"/>
                                            </p:txEl>
                                          </p:spTgt>
                                        </p:tgtEl>
                                        <p:attrNameLst>
                                          <p:attrName>style.visibility</p:attrName>
                                        </p:attrNameLst>
                                      </p:cBhvr>
                                      <p:to>
                                        <p:strVal val="visible"/>
                                      </p:to>
                                    </p:set>
                                    <p:animEffect transition="in" filter="dissolve">
                                      <p:cBhvr>
                                        <p:cTn id="22" dur="500"/>
                                        <p:tgtEl>
                                          <p:spTgt spid="55300">
                                            <p:txEl>
                                              <p:pRg st="1" end="1"/>
                                            </p:txEl>
                                          </p:spTgt>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55301"/>
                                        </p:tgtEl>
                                        <p:attrNameLst>
                                          <p:attrName>style.visibility</p:attrName>
                                        </p:attrNameLst>
                                      </p:cBhvr>
                                      <p:to>
                                        <p:strVal val="visible"/>
                                      </p:to>
                                    </p:set>
                                    <p:animEffect transition="in" filter="wipe(up)">
                                      <p:cBhvr>
                                        <p:cTn id="26" dur="1000"/>
                                        <p:tgtEl>
                                          <p:spTgt spid="55301"/>
                                        </p:tgtEl>
                                      </p:cBhvr>
                                    </p:animEffect>
                                  </p:childTnLst>
                                </p:cTn>
                              </p:par>
                            </p:childTnLst>
                          </p:cTn>
                        </p:par>
                        <p:par>
                          <p:cTn id="27" fill="hold">
                            <p:stCondLst>
                              <p:cond delay="1500"/>
                            </p:stCondLst>
                            <p:childTnLst>
                              <p:par>
                                <p:cTn id="28" presetID="9" presetClass="entr" presetSubtype="0" fill="hold" grpId="0" nodeType="afterEffect">
                                  <p:stCondLst>
                                    <p:cond delay="500"/>
                                  </p:stCondLst>
                                  <p:childTnLst>
                                    <p:set>
                                      <p:cBhvr>
                                        <p:cTn id="29" dur="1" fill="hold">
                                          <p:stCondLst>
                                            <p:cond delay="0"/>
                                          </p:stCondLst>
                                        </p:cTn>
                                        <p:tgtEl>
                                          <p:spTgt spid="55302">
                                            <p:txEl>
                                              <p:pRg st="0" end="0"/>
                                            </p:txEl>
                                          </p:spTgt>
                                        </p:tgtEl>
                                        <p:attrNameLst>
                                          <p:attrName>style.visibility</p:attrName>
                                        </p:attrNameLst>
                                      </p:cBhvr>
                                      <p:to>
                                        <p:strVal val="visible"/>
                                      </p:to>
                                    </p:set>
                                    <p:animEffect transition="in" filter="dissolve">
                                      <p:cBhvr>
                                        <p:cTn id="30" dur="500"/>
                                        <p:tgtEl>
                                          <p:spTgt spid="55302">
                                            <p:txEl>
                                              <p:pRg st="0" end="0"/>
                                            </p:txEl>
                                          </p:spTgt>
                                        </p:tgtEl>
                                      </p:cBhvr>
                                    </p:animEffect>
                                  </p:childTnLst>
                                </p:cTn>
                              </p:par>
                            </p:childTnLst>
                          </p:cTn>
                        </p:par>
                        <p:par>
                          <p:cTn id="31" fill="hold">
                            <p:stCondLst>
                              <p:cond delay="2500"/>
                            </p:stCondLst>
                            <p:childTnLst>
                              <p:par>
                                <p:cTn id="32" presetID="9" presetClass="entr" presetSubtype="0" fill="hold" grpId="0" nodeType="afterEffect">
                                  <p:stCondLst>
                                    <p:cond delay="500"/>
                                  </p:stCondLst>
                                  <p:childTnLst>
                                    <p:set>
                                      <p:cBhvr>
                                        <p:cTn id="33" dur="1" fill="hold">
                                          <p:stCondLst>
                                            <p:cond delay="0"/>
                                          </p:stCondLst>
                                        </p:cTn>
                                        <p:tgtEl>
                                          <p:spTgt spid="55302">
                                            <p:txEl>
                                              <p:pRg st="1" end="1"/>
                                            </p:txEl>
                                          </p:spTgt>
                                        </p:tgtEl>
                                        <p:attrNameLst>
                                          <p:attrName>style.visibility</p:attrName>
                                        </p:attrNameLst>
                                      </p:cBhvr>
                                      <p:to>
                                        <p:strVal val="visible"/>
                                      </p:to>
                                    </p:set>
                                    <p:animEffect transition="in" filter="dissolve">
                                      <p:cBhvr>
                                        <p:cTn id="34" dur="500"/>
                                        <p:tgtEl>
                                          <p:spTgt spid="55302">
                                            <p:txEl>
                                              <p:pRg st="1" end="1"/>
                                            </p:txEl>
                                          </p:spTgt>
                                        </p:tgtEl>
                                      </p:cBhvr>
                                    </p:animEffect>
                                  </p:childTnLst>
                                </p:cTn>
                              </p:par>
                            </p:childTnLst>
                          </p:cTn>
                        </p:par>
                        <p:par>
                          <p:cTn id="35" fill="hold">
                            <p:stCondLst>
                              <p:cond delay="3500"/>
                            </p:stCondLst>
                            <p:childTnLst>
                              <p:par>
                                <p:cTn id="36" presetID="9" presetClass="entr" presetSubtype="0" fill="hold" grpId="0" nodeType="afterEffect">
                                  <p:stCondLst>
                                    <p:cond delay="500"/>
                                  </p:stCondLst>
                                  <p:childTnLst>
                                    <p:set>
                                      <p:cBhvr>
                                        <p:cTn id="37" dur="1" fill="hold">
                                          <p:stCondLst>
                                            <p:cond delay="0"/>
                                          </p:stCondLst>
                                        </p:cTn>
                                        <p:tgtEl>
                                          <p:spTgt spid="55302">
                                            <p:txEl>
                                              <p:pRg st="2" end="2"/>
                                            </p:txEl>
                                          </p:spTgt>
                                        </p:tgtEl>
                                        <p:attrNameLst>
                                          <p:attrName>style.visibility</p:attrName>
                                        </p:attrNameLst>
                                      </p:cBhvr>
                                      <p:to>
                                        <p:strVal val="visible"/>
                                      </p:to>
                                    </p:set>
                                    <p:animEffect transition="in" filter="dissolve">
                                      <p:cBhvr>
                                        <p:cTn id="38" dur="500"/>
                                        <p:tgtEl>
                                          <p:spTgt spid="55302">
                                            <p:txEl>
                                              <p:pRg st="2" end="2"/>
                                            </p:txEl>
                                          </p:spTgt>
                                        </p:tgtEl>
                                      </p:cBhvr>
                                    </p:animEffect>
                                  </p:childTnLst>
                                </p:cTn>
                              </p:par>
                            </p:childTnLst>
                          </p:cTn>
                        </p:par>
                        <p:par>
                          <p:cTn id="39" fill="hold">
                            <p:stCondLst>
                              <p:cond delay="4500"/>
                            </p:stCondLst>
                            <p:childTnLst>
                              <p:par>
                                <p:cTn id="40" presetID="9" presetClass="entr" presetSubtype="0" fill="hold" grpId="0" nodeType="afterEffect">
                                  <p:stCondLst>
                                    <p:cond delay="500"/>
                                  </p:stCondLst>
                                  <p:childTnLst>
                                    <p:set>
                                      <p:cBhvr>
                                        <p:cTn id="41" dur="1" fill="hold">
                                          <p:stCondLst>
                                            <p:cond delay="0"/>
                                          </p:stCondLst>
                                        </p:cTn>
                                        <p:tgtEl>
                                          <p:spTgt spid="55302">
                                            <p:txEl>
                                              <p:pRg st="3" end="3"/>
                                            </p:txEl>
                                          </p:spTgt>
                                        </p:tgtEl>
                                        <p:attrNameLst>
                                          <p:attrName>style.visibility</p:attrName>
                                        </p:attrNameLst>
                                      </p:cBhvr>
                                      <p:to>
                                        <p:strVal val="visible"/>
                                      </p:to>
                                    </p:set>
                                    <p:animEffect transition="in" filter="dissolve">
                                      <p:cBhvr>
                                        <p:cTn id="42" dur="500"/>
                                        <p:tgtEl>
                                          <p:spTgt spid="55302">
                                            <p:txEl>
                                              <p:pRg st="3" end="3"/>
                                            </p:txEl>
                                          </p:spTgt>
                                        </p:tgtEl>
                                      </p:cBhvr>
                                    </p:animEffect>
                                  </p:childTnLst>
                                </p:cTn>
                              </p:par>
                            </p:childTnLst>
                          </p:cTn>
                        </p:par>
                        <p:par>
                          <p:cTn id="43" fill="hold">
                            <p:stCondLst>
                              <p:cond delay="5500"/>
                            </p:stCondLst>
                            <p:childTnLst>
                              <p:par>
                                <p:cTn id="44" presetID="9" presetClass="entr" presetSubtype="0" fill="hold" grpId="0" nodeType="afterEffect">
                                  <p:stCondLst>
                                    <p:cond delay="500"/>
                                  </p:stCondLst>
                                  <p:childTnLst>
                                    <p:set>
                                      <p:cBhvr>
                                        <p:cTn id="45" dur="1" fill="hold">
                                          <p:stCondLst>
                                            <p:cond delay="0"/>
                                          </p:stCondLst>
                                        </p:cTn>
                                        <p:tgtEl>
                                          <p:spTgt spid="55302">
                                            <p:txEl>
                                              <p:pRg st="4" end="4"/>
                                            </p:txEl>
                                          </p:spTgt>
                                        </p:tgtEl>
                                        <p:attrNameLst>
                                          <p:attrName>style.visibility</p:attrName>
                                        </p:attrNameLst>
                                      </p:cBhvr>
                                      <p:to>
                                        <p:strVal val="visible"/>
                                      </p:to>
                                    </p:set>
                                    <p:animEffect transition="in" filter="dissolve">
                                      <p:cBhvr>
                                        <p:cTn id="46" dur="500"/>
                                        <p:tgtEl>
                                          <p:spTgt spid="5530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P spid="55300" grpId="0" advAuto="3000" autoUpdateAnimBg="0" build="p"/>
      <p:bldP spid="55302" grpId="0" advAuto="3000" autoUpdateAnimBg="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4EFF04F1-8867-4424-9269-BBFF13E40CE2}" type="slidenum">
              <a:rPr lang="en-US" altLang="en-US">
                <a:solidFill>
                  <a:srgbClr val="FF99FF"/>
                </a:solidFill>
              </a:rPr>
            </a:fld>
            <a:endParaRPr lang="en-US" altLang="en-US">
              <a:solidFill>
                <a:srgbClr val="FF99FF"/>
              </a:solidFill>
            </a:endParaRPr>
          </a:p>
        </p:txBody>
      </p:sp>
      <p:sp>
        <p:nvSpPr>
          <p:cNvPr id="46083" name="Rectangle 2"/>
          <p:cNvSpPr>
            <a:spLocks noGrp="1" noChangeArrowheads="1"/>
          </p:cNvSpPr>
          <p:nvPr>
            <p:ph type="title"/>
          </p:nvPr>
        </p:nvSpPr>
        <p:spPr>
          <a:xfrm>
            <a:off x="107504" y="404664"/>
            <a:ext cx="7383764" cy="695000"/>
          </a:xfrm>
        </p:spPr>
        <p:txBody>
          <a:bodyPr/>
          <a:lstStyle/>
          <a:p>
            <a:pPr eaLnBrk="1" hangingPunct="1"/>
            <a:r>
              <a:rPr lang="en-US" altLang="en-US" sz="3200" b="1" dirty="0">
                <a:solidFill>
                  <a:srgbClr val="1F15A7"/>
                </a:solidFill>
              </a:rPr>
              <a:t>Symbol Table </a:t>
            </a:r>
            <a:r>
              <a:rPr lang="en-US" altLang="en-US" sz="3200" b="1" dirty="0">
                <a:solidFill>
                  <a:srgbClr val="FF0000"/>
                </a:solidFill>
              </a:rPr>
              <a:t>&amp; Error Handling</a:t>
            </a:r>
            <a:endParaRPr lang="en-US" altLang="en-US" sz="3200" b="1" dirty="0">
              <a:solidFill>
                <a:srgbClr val="FF0000"/>
              </a:solidFill>
            </a:endParaRPr>
          </a:p>
        </p:txBody>
      </p:sp>
      <p:sp>
        <p:nvSpPr>
          <p:cNvPr id="46084" name="Rectangle 3"/>
          <p:cNvSpPr>
            <a:spLocks noGrp="1" noChangeArrowheads="1"/>
          </p:cNvSpPr>
          <p:nvPr>
            <p:ph type="body" idx="1"/>
          </p:nvPr>
        </p:nvSpPr>
        <p:spPr>
          <a:xfrm>
            <a:off x="457200" y="1484784"/>
            <a:ext cx="8507413" cy="5112866"/>
          </a:xfrm>
        </p:spPr>
        <p:txBody>
          <a:bodyPr/>
          <a:lstStyle/>
          <a:p>
            <a:pPr eaLnBrk="1" hangingPunct="1">
              <a:lnSpc>
                <a:spcPct val="80000"/>
              </a:lnSpc>
            </a:pPr>
            <a:r>
              <a:rPr lang="en-US" altLang="en-US" sz="2400" b="1" dirty="0">
                <a:solidFill>
                  <a:srgbClr val="1F15A7"/>
                </a:solidFill>
              </a:rPr>
              <a:t>Symbol Table</a:t>
            </a:r>
            <a:endParaRPr lang="en-US" altLang="en-US" sz="2400" b="1" dirty="0">
              <a:solidFill>
                <a:srgbClr val="1F15A7"/>
              </a:solidFill>
            </a:endParaRPr>
          </a:p>
          <a:p>
            <a:pPr lvl="1" eaLnBrk="1" hangingPunct="1">
              <a:lnSpc>
                <a:spcPct val="80000"/>
              </a:lnSpc>
            </a:pPr>
            <a:r>
              <a:rPr lang="en-US" altLang="en-US" sz="2400" dirty="0"/>
              <a:t>Needs to update in various stages.</a:t>
            </a:r>
            <a:endParaRPr lang="en-US" altLang="en-US" sz="2400" dirty="0"/>
          </a:p>
          <a:p>
            <a:pPr lvl="1" eaLnBrk="1" hangingPunct="1">
              <a:lnSpc>
                <a:spcPct val="80000"/>
              </a:lnSpc>
            </a:pPr>
            <a:r>
              <a:rPr lang="en-US" altLang="en-US" sz="2400" dirty="0"/>
              <a:t>Define variables</a:t>
            </a:r>
            <a:endParaRPr lang="en-US" altLang="en-US" sz="2400" dirty="0"/>
          </a:p>
          <a:p>
            <a:pPr lvl="1" eaLnBrk="1" hangingPunct="1">
              <a:lnSpc>
                <a:spcPct val="80000"/>
              </a:lnSpc>
            </a:pPr>
            <a:r>
              <a:rPr lang="en-US" altLang="en-US" sz="2400" dirty="0"/>
              <a:t>Check type consistency</a:t>
            </a:r>
            <a:endParaRPr lang="en-US" altLang="en-US" sz="2400" dirty="0"/>
          </a:p>
          <a:p>
            <a:pPr lvl="1" eaLnBrk="1" hangingPunct="1">
              <a:lnSpc>
                <a:spcPct val="80000"/>
              </a:lnSpc>
            </a:pPr>
            <a:r>
              <a:rPr lang="en-US" altLang="en-US" sz="2400" dirty="0"/>
              <a:t>Enforce scope rules</a:t>
            </a:r>
            <a:endParaRPr lang="en-US" altLang="en-US" sz="2400" dirty="0"/>
          </a:p>
          <a:p>
            <a:pPr lvl="1" eaLnBrk="1" hangingPunct="1">
              <a:lnSpc>
                <a:spcPct val="80000"/>
              </a:lnSpc>
            </a:pPr>
            <a:r>
              <a:rPr lang="en-US" altLang="en-US" sz="2400" dirty="0"/>
              <a:t>Generate run-time environment</a:t>
            </a:r>
            <a:endParaRPr lang="en-US" altLang="en-US" sz="2400" dirty="0"/>
          </a:p>
          <a:p>
            <a:pPr eaLnBrk="1" hangingPunct="1">
              <a:lnSpc>
                <a:spcPct val="80000"/>
              </a:lnSpc>
            </a:pPr>
            <a:r>
              <a:rPr lang="en-US" altLang="en-US" sz="2400" b="1" dirty="0">
                <a:solidFill>
                  <a:srgbClr val="FF3300"/>
                </a:solidFill>
              </a:rPr>
              <a:t>Error handling</a:t>
            </a:r>
            <a:endParaRPr lang="en-US" altLang="en-US" sz="2400" b="1" dirty="0">
              <a:solidFill>
                <a:srgbClr val="FF3300"/>
              </a:solidFill>
            </a:endParaRPr>
          </a:p>
          <a:p>
            <a:pPr lvl="1" eaLnBrk="1" hangingPunct="1">
              <a:lnSpc>
                <a:spcPct val="80000"/>
              </a:lnSpc>
            </a:pPr>
            <a:r>
              <a:rPr lang="en-US" altLang="en-US" sz="2400" dirty="0"/>
              <a:t>Important in all stages</a:t>
            </a:r>
            <a:endParaRPr lang="en-US" altLang="en-US" sz="2400" dirty="0"/>
          </a:p>
          <a:p>
            <a:pPr lvl="1" eaLnBrk="1" hangingPunct="1">
              <a:lnSpc>
                <a:spcPct val="80000"/>
              </a:lnSpc>
            </a:pPr>
            <a:r>
              <a:rPr lang="en-US" altLang="en-US" sz="2400" dirty="0"/>
              <a:t>How to generate informative error messages (</a:t>
            </a:r>
            <a:r>
              <a:rPr lang="en-US" altLang="en-US" sz="2400" i="1" dirty="0"/>
              <a:t>syntax error at line 17</a:t>
            </a:r>
            <a:r>
              <a:rPr lang="en-US" altLang="en-US" sz="2400" dirty="0"/>
              <a:t>…).</a:t>
            </a:r>
            <a:endParaRPr lang="en-US" altLang="en-US" sz="2400" dirty="0"/>
          </a:p>
          <a:p>
            <a:pPr lvl="1" eaLnBrk="1" hangingPunct="1">
              <a:lnSpc>
                <a:spcPct val="80000"/>
              </a:lnSpc>
            </a:pPr>
            <a:r>
              <a:rPr lang="en-US" altLang="en-US" sz="2400" dirty="0"/>
              <a:t>How to prevent error propagation (variable not declared, expression not well defined, procedure call not well  defined, etc.).</a:t>
            </a:r>
            <a:endParaRPr lang="en-US" altLang="en-US" sz="2400" dirty="0"/>
          </a:p>
          <a:p>
            <a:pPr lvl="1" eaLnBrk="1" hangingPunct="1">
              <a:lnSpc>
                <a:spcPct val="80000"/>
              </a:lnSpc>
            </a:pPr>
            <a:r>
              <a:rPr lang="en-US" altLang="en-US" sz="2400" dirty="0"/>
              <a:t>How to best guess user’s intention?</a:t>
            </a:r>
            <a:endParaRPr lang="en-US" alt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582C9294-693F-4BE9-90E7-104CDA305040}" type="slidenum">
              <a:rPr lang="en-US" altLang="en-US">
                <a:solidFill>
                  <a:srgbClr val="FF99FF"/>
                </a:solidFill>
              </a:rPr>
            </a:fld>
            <a:endParaRPr lang="en-US" altLang="en-US">
              <a:solidFill>
                <a:srgbClr val="FF99FF"/>
              </a:solidFill>
            </a:endParaRPr>
          </a:p>
        </p:txBody>
      </p:sp>
      <p:sp>
        <p:nvSpPr>
          <p:cNvPr id="48131" name="Rectangle 2"/>
          <p:cNvSpPr>
            <a:spLocks noGrp="1" noChangeArrowheads="1"/>
          </p:cNvSpPr>
          <p:nvPr>
            <p:ph type="title"/>
          </p:nvPr>
        </p:nvSpPr>
        <p:spPr>
          <a:xfrm>
            <a:off x="457200" y="274638"/>
            <a:ext cx="6059016" cy="1143000"/>
          </a:xfrm>
        </p:spPr>
        <p:txBody>
          <a:bodyPr/>
          <a:lstStyle/>
          <a:p>
            <a:pPr eaLnBrk="1" hangingPunct="1"/>
            <a:r>
              <a:rPr lang="en-US" altLang="en-US" sz="3200" b="1" dirty="0">
                <a:solidFill>
                  <a:srgbClr val="FF0000"/>
                </a:solidFill>
              </a:rPr>
              <a:t>Accessories of Compiler</a:t>
            </a:r>
            <a:endParaRPr lang="en-US" altLang="en-US" sz="3200" b="1" dirty="0">
              <a:solidFill>
                <a:srgbClr val="FF0000"/>
              </a:solidFill>
            </a:endParaRPr>
          </a:p>
        </p:txBody>
      </p:sp>
      <p:sp>
        <p:nvSpPr>
          <p:cNvPr id="48132" name="Rectangle 3"/>
          <p:cNvSpPr>
            <a:spLocks noGrp="1" noChangeArrowheads="1"/>
          </p:cNvSpPr>
          <p:nvPr>
            <p:ph type="body" idx="1"/>
          </p:nvPr>
        </p:nvSpPr>
        <p:spPr>
          <a:xfrm>
            <a:off x="179387" y="1528763"/>
            <a:ext cx="8877301" cy="5329237"/>
          </a:xfrm>
        </p:spPr>
        <p:txBody>
          <a:bodyPr/>
          <a:lstStyle/>
          <a:p>
            <a:pPr marL="609600" indent="-609600" eaLnBrk="1" hangingPunct="1">
              <a:lnSpc>
                <a:spcPct val="90000"/>
              </a:lnSpc>
              <a:buFont typeface="Wingdings" panose="05000000000000000000" pitchFamily="2" charset="2"/>
              <a:buAutoNum type="arabicPeriod"/>
            </a:pPr>
            <a:r>
              <a:rPr lang="en-US" altLang="en-US" sz="2400" dirty="0">
                <a:solidFill>
                  <a:srgbClr val="FF0000"/>
                </a:solidFill>
              </a:rPr>
              <a:t>Editor</a:t>
            </a:r>
            <a:endParaRPr lang="en-US" altLang="en-US" sz="2400" dirty="0">
              <a:solidFill>
                <a:srgbClr val="FF0000"/>
              </a:solidFill>
            </a:endParaRPr>
          </a:p>
          <a:p>
            <a:pPr marL="1154430" lvl="1" indent="-533400" eaLnBrk="1" hangingPunct="1">
              <a:lnSpc>
                <a:spcPct val="90000"/>
              </a:lnSpc>
            </a:pPr>
            <a:r>
              <a:rPr lang="en-US" altLang="en-US" sz="2400" dirty="0"/>
              <a:t>An editor is a tool used to create and modify </a:t>
            </a:r>
            <a:r>
              <a:rPr lang="en-US" altLang="en-US" sz="2400" i="1" dirty="0"/>
              <a:t>source </a:t>
            </a:r>
            <a:r>
              <a:rPr lang="en-US" altLang="en-US" sz="2400" dirty="0"/>
              <a:t>files, which are files of characters that comprise a program in a language. </a:t>
            </a:r>
            <a:endParaRPr lang="en-US" altLang="en-US" sz="2400" dirty="0"/>
          </a:p>
          <a:p>
            <a:pPr marL="609600" indent="-609600" eaLnBrk="1" hangingPunct="1">
              <a:lnSpc>
                <a:spcPct val="90000"/>
              </a:lnSpc>
              <a:buFont typeface="Wingdings" panose="05000000000000000000" pitchFamily="2" charset="2"/>
              <a:buAutoNum type="arabicPeriod"/>
            </a:pPr>
            <a:r>
              <a:rPr lang="en-US" altLang="en-US" sz="2400" dirty="0">
                <a:solidFill>
                  <a:srgbClr val="FF0000"/>
                </a:solidFill>
              </a:rPr>
              <a:t>Preprocessors</a:t>
            </a:r>
            <a:endParaRPr lang="en-US" altLang="en-US" sz="2400" dirty="0">
              <a:solidFill>
                <a:srgbClr val="FF0000"/>
              </a:solidFill>
            </a:endParaRPr>
          </a:p>
          <a:p>
            <a:pPr marL="1154430" lvl="1" indent="-533400" eaLnBrk="1" hangingPunct="1">
              <a:lnSpc>
                <a:spcPct val="90000"/>
              </a:lnSpc>
            </a:pPr>
            <a:r>
              <a:rPr lang="en-US" altLang="en-US" sz="2400" dirty="0"/>
              <a:t>Perform functions like Macro Processing, File Inclusion and Language Extensions etc..</a:t>
            </a:r>
            <a:endParaRPr lang="en-US" altLang="en-US" sz="2400" dirty="0"/>
          </a:p>
          <a:p>
            <a:pPr marL="609600" indent="-609600" eaLnBrk="1" hangingPunct="1">
              <a:lnSpc>
                <a:spcPct val="90000"/>
              </a:lnSpc>
              <a:buFont typeface="Wingdings" panose="05000000000000000000" pitchFamily="2" charset="2"/>
              <a:buAutoNum type="arabicPeriod"/>
            </a:pPr>
            <a:r>
              <a:rPr lang="en-US" altLang="en-US" sz="2400" dirty="0">
                <a:solidFill>
                  <a:srgbClr val="FF0000"/>
                </a:solidFill>
              </a:rPr>
              <a:t>Assemblers</a:t>
            </a:r>
            <a:endParaRPr lang="en-US" altLang="en-US" sz="2400" dirty="0">
              <a:solidFill>
                <a:srgbClr val="FF0000"/>
              </a:solidFill>
            </a:endParaRPr>
          </a:p>
          <a:p>
            <a:pPr marL="1154430" lvl="1" indent="-533400" eaLnBrk="1" hangingPunct="1">
              <a:lnSpc>
                <a:spcPct val="90000"/>
              </a:lnSpc>
            </a:pPr>
            <a:r>
              <a:rPr lang="en-US" altLang="en-US" sz="2400" dirty="0"/>
              <a:t>Some compilers produce Assembly language code</a:t>
            </a:r>
            <a:endParaRPr lang="en-US" altLang="en-US" sz="2400" dirty="0"/>
          </a:p>
          <a:p>
            <a:pPr marL="1154430" lvl="1" indent="-533400" eaLnBrk="1" hangingPunct="1">
              <a:lnSpc>
                <a:spcPct val="90000"/>
              </a:lnSpc>
            </a:pPr>
            <a:r>
              <a:rPr lang="en-US" altLang="en-US" sz="2400" dirty="0"/>
              <a:t>Instead of relocatable code normally produced</a:t>
            </a:r>
            <a:endParaRPr lang="en-US" altLang="en-US" sz="2400" dirty="0"/>
          </a:p>
          <a:p>
            <a:pPr marL="1154430" lvl="1" indent="-533400" eaLnBrk="1" hangingPunct="1">
              <a:lnSpc>
                <a:spcPct val="90000"/>
              </a:lnSpc>
            </a:pPr>
            <a:r>
              <a:rPr lang="en-US" altLang="en-US" sz="2400" dirty="0"/>
              <a:t>Useful in development of cross compilers</a:t>
            </a:r>
            <a:endParaRPr lang="en-US" altLang="en-US" sz="2400" dirty="0"/>
          </a:p>
        </p:txBody>
      </p:sp>
      <p:sp>
        <p:nvSpPr>
          <p:cNvPr id="58373" name="Text Box 5"/>
          <p:cNvSpPr txBox="1">
            <a:spLocks noChangeArrowheads="1"/>
          </p:cNvSpPr>
          <p:nvPr/>
        </p:nvSpPr>
        <p:spPr bwMode="auto">
          <a:xfrm>
            <a:off x="6705600" y="6248400"/>
            <a:ext cx="2351088" cy="487363"/>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0" tIns="0" rIns="0" bIns="0">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3200"/>
              <a:t>………. Contd.</a:t>
            </a:r>
            <a:endParaRPr lang="en-US" altLang="en-US"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8373"/>
                                        </p:tgtEl>
                                        <p:attrNameLst>
                                          <p:attrName>style.visibility</p:attrName>
                                        </p:attrNameLst>
                                      </p:cBhvr>
                                      <p:to>
                                        <p:strVal val="visible"/>
                                      </p:to>
                                    </p:set>
                                    <p:anim calcmode="lin" valueType="num">
                                      <p:cBhvr>
                                        <p:cTn id="7" dur="1000" fill="hold"/>
                                        <p:tgtEl>
                                          <p:spTgt spid="58373"/>
                                        </p:tgtEl>
                                        <p:attrNameLst>
                                          <p:attrName>ppt_w</p:attrName>
                                        </p:attrNameLst>
                                      </p:cBhvr>
                                      <p:tavLst>
                                        <p:tav tm="0">
                                          <p:val>
                                            <p:strVal val="#ppt_w*0.70"/>
                                          </p:val>
                                        </p:tav>
                                        <p:tav tm="100000">
                                          <p:val>
                                            <p:strVal val="#ppt_w"/>
                                          </p:val>
                                        </p:tav>
                                      </p:tavLst>
                                    </p:anim>
                                    <p:anim calcmode="lin" valueType="num">
                                      <p:cBhvr>
                                        <p:cTn id="8" dur="1000" fill="hold"/>
                                        <p:tgtEl>
                                          <p:spTgt spid="58373"/>
                                        </p:tgtEl>
                                        <p:attrNameLst>
                                          <p:attrName>ppt_h</p:attrName>
                                        </p:attrNameLst>
                                      </p:cBhvr>
                                      <p:tavLst>
                                        <p:tav tm="0">
                                          <p:val>
                                            <p:strVal val="#ppt_h"/>
                                          </p:val>
                                        </p:tav>
                                        <p:tav tm="100000">
                                          <p:val>
                                            <p:strVal val="#ppt_h"/>
                                          </p:val>
                                        </p:tav>
                                      </p:tavLst>
                                    </p:anim>
                                    <p:animEffect transition="in" filter="fade">
                                      <p:cBhvr>
                                        <p:cTn id="9" dur="1000"/>
                                        <p:tgtEl>
                                          <p:spTgt spid="58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C6F9B8B5-67B0-4658-81FA-BE301E1464E9}" type="slidenum">
              <a:rPr lang="en-US" altLang="en-US">
                <a:solidFill>
                  <a:srgbClr val="FF99FF"/>
                </a:solidFill>
              </a:rPr>
            </a:fld>
            <a:endParaRPr lang="en-US" altLang="en-US">
              <a:solidFill>
                <a:srgbClr val="FF99FF"/>
              </a:solidFill>
            </a:endParaRPr>
          </a:p>
        </p:txBody>
      </p:sp>
      <p:sp>
        <p:nvSpPr>
          <p:cNvPr id="49155" name="Rectangle 2"/>
          <p:cNvSpPr>
            <a:spLocks noGrp="1" noChangeArrowheads="1"/>
          </p:cNvSpPr>
          <p:nvPr>
            <p:ph type="title"/>
          </p:nvPr>
        </p:nvSpPr>
        <p:spPr>
          <a:xfrm>
            <a:off x="395536" y="274638"/>
            <a:ext cx="7776864" cy="1143000"/>
          </a:xfrm>
        </p:spPr>
        <p:txBody>
          <a:bodyPr/>
          <a:lstStyle/>
          <a:p>
            <a:pPr eaLnBrk="1" hangingPunct="1"/>
            <a:r>
              <a:rPr lang="en-US" altLang="en-US" sz="3200" b="1" dirty="0">
                <a:solidFill>
                  <a:srgbClr val="FF0000"/>
                </a:solidFill>
              </a:rPr>
              <a:t>Accessories of Compiler (Contd.)</a:t>
            </a:r>
            <a:endParaRPr lang="en-US" altLang="en-US" sz="3200" b="1" dirty="0">
              <a:solidFill>
                <a:srgbClr val="FF0000"/>
              </a:solidFill>
            </a:endParaRPr>
          </a:p>
        </p:txBody>
      </p:sp>
      <p:sp>
        <p:nvSpPr>
          <p:cNvPr id="49156" name="Rectangle 3"/>
          <p:cNvSpPr>
            <a:spLocks noGrp="1" noChangeArrowheads="1"/>
          </p:cNvSpPr>
          <p:nvPr>
            <p:ph type="body" idx="1"/>
          </p:nvPr>
        </p:nvSpPr>
        <p:spPr>
          <a:xfrm>
            <a:off x="179387" y="1446482"/>
            <a:ext cx="8785225" cy="4608611"/>
          </a:xfrm>
        </p:spPr>
        <p:txBody>
          <a:bodyPr/>
          <a:lstStyle/>
          <a:p>
            <a:pPr marL="609600" indent="-609600" eaLnBrk="1" hangingPunct="1">
              <a:lnSpc>
                <a:spcPct val="110000"/>
              </a:lnSpc>
              <a:buFont typeface="Wingdings" panose="05000000000000000000" pitchFamily="2" charset="2"/>
              <a:buAutoNum type="arabicPeriod" startAt="3"/>
            </a:pPr>
            <a:r>
              <a:rPr lang="en-US" altLang="en-US" sz="2400" dirty="0">
                <a:solidFill>
                  <a:srgbClr val="FF0000"/>
                </a:solidFill>
              </a:rPr>
              <a:t>Linker</a:t>
            </a:r>
            <a:r>
              <a:rPr lang="en-US" altLang="en-US" sz="2400" dirty="0"/>
              <a:t> </a:t>
            </a:r>
            <a:endParaRPr lang="en-US" altLang="en-US" sz="2400" dirty="0"/>
          </a:p>
          <a:p>
            <a:pPr marL="1154430" lvl="1" indent="-533400" eaLnBrk="1" hangingPunct="1">
              <a:lnSpc>
                <a:spcPct val="110000"/>
              </a:lnSpc>
            </a:pPr>
            <a:r>
              <a:rPr lang="en-US" altLang="en-US" sz="2400" dirty="0"/>
              <a:t>Collects the object files of the components of the program and </a:t>
            </a:r>
            <a:r>
              <a:rPr lang="en-US" altLang="en-US" sz="2400" i="1" dirty="0"/>
              <a:t>resolves </a:t>
            </a:r>
            <a:r>
              <a:rPr lang="en-US" altLang="en-US" sz="2400" dirty="0"/>
              <a:t>external references from one component to another in order to form an </a:t>
            </a:r>
            <a:r>
              <a:rPr lang="en-US" altLang="en-US" sz="2400" i="1" dirty="0"/>
              <a:t>executable </a:t>
            </a:r>
            <a:r>
              <a:rPr lang="en-US" altLang="en-US" sz="2400" dirty="0"/>
              <a:t>file.</a:t>
            </a:r>
            <a:endParaRPr lang="en-US" altLang="en-US" sz="2400" dirty="0"/>
          </a:p>
          <a:p>
            <a:pPr marL="609600" indent="-609600" eaLnBrk="1" hangingPunct="1">
              <a:lnSpc>
                <a:spcPct val="110000"/>
              </a:lnSpc>
              <a:buFont typeface="Wingdings" panose="05000000000000000000" pitchFamily="2" charset="2"/>
              <a:buAutoNum type="arabicPeriod" startAt="3"/>
            </a:pPr>
            <a:r>
              <a:rPr lang="en-US" altLang="en-US" sz="2400" dirty="0">
                <a:solidFill>
                  <a:srgbClr val="FF0000"/>
                </a:solidFill>
              </a:rPr>
              <a:t>Loader </a:t>
            </a:r>
            <a:endParaRPr lang="en-US" altLang="en-US" sz="2400" dirty="0">
              <a:solidFill>
                <a:srgbClr val="FF0000"/>
              </a:solidFill>
            </a:endParaRPr>
          </a:p>
          <a:p>
            <a:pPr marL="1154430" lvl="1" indent="-533400" eaLnBrk="1" hangingPunct="1">
              <a:lnSpc>
                <a:spcPct val="110000"/>
              </a:lnSpc>
            </a:pPr>
            <a:r>
              <a:rPr lang="en-US" altLang="en-US" sz="2400" dirty="0"/>
              <a:t>Copies the executable file from the disk into memory, and initializes the computer before executing the program.</a:t>
            </a:r>
            <a:endParaRPr lang="en-US" altLang="en-US" sz="2400" dirty="0"/>
          </a:p>
          <a:p>
            <a:pPr marL="609600" indent="-609600" eaLnBrk="1" hangingPunct="1">
              <a:lnSpc>
                <a:spcPct val="110000"/>
              </a:lnSpc>
              <a:buFont typeface="Wingdings" panose="05000000000000000000" pitchFamily="2" charset="2"/>
              <a:buAutoNum type="arabicPeriod" startAt="3"/>
            </a:pPr>
            <a:r>
              <a:rPr lang="en-US" altLang="en-US" sz="2400" dirty="0">
                <a:solidFill>
                  <a:srgbClr val="FF0000"/>
                </a:solidFill>
              </a:rPr>
              <a:t>Debugger </a:t>
            </a:r>
            <a:endParaRPr lang="en-US" altLang="en-US" sz="2400" dirty="0">
              <a:solidFill>
                <a:srgbClr val="FF0000"/>
              </a:solidFill>
            </a:endParaRPr>
          </a:p>
          <a:p>
            <a:pPr marL="1154430" lvl="1" indent="-533400" eaLnBrk="1" hangingPunct="1">
              <a:lnSpc>
                <a:spcPct val="110000"/>
              </a:lnSpc>
            </a:pPr>
            <a:r>
              <a:rPr lang="en-US" altLang="en-US" sz="2400" dirty="0"/>
              <a:t>A tool to control the execution of a program at the level of individual statements, so that bugs can be diagnosed.</a:t>
            </a:r>
            <a:endParaRPr lang="en-US" altLang="en-US" sz="2400" dirty="0"/>
          </a:p>
        </p:txBody>
      </p:sp>
      <p:sp>
        <p:nvSpPr>
          <p:cNvPr id="59397" name="Text Box 5"/>
          <p:cNvSpPr txBox="1">
            <a:spLocks noChangeArrowheads="1"/>
          </p:cNvSpPr>
          <p:nvPr/>
        </p:nvSpPr>
        <p:spPr bwMode="auto">
          <a:xfrm>
            <a:off x="6705600" y="6248400"/>
            <a:ext cx="2351088" cy="487363"/>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0" tIns="0" rIns="0" bIns="0">
            <a:spAutoFit/>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buFont typeface="Wingdings" panose="05000000000000000000" pitchFamily="2" charset="2"/>
              <a:buNone/>
            </a:pPr>
            <a:r>
              <a:rPr lang="en-US" altLang="en-US" sz="3200"/>
              <a:t>………. Contd.</a:t>
            </a:r>
            <a:endParaRPr lang="en-US" altLang="en-US"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9397"/>
                                        </p:tgtEl>
                                        <p:attrNameLst>
                                          <p:attrName>style.visibility</p:attrName>
                                        </p:attrNameLst>
                                      </p:cBhvr>
                                      <p:to>
                                        <p:strVal val="visible"/>
                                      </p:to>
                                    </p:set>
                                    <p:anim calcmode="lin" valueType="num">
                                      <p:cBhvr>
                                        <p:cTn id="7" dur="1000" fill="hold"/>
                                        <p:tgtEl>
                                          <p:spTgt spid="59397"/>
                                        </p:tgtEl>
                                        <p:attrNameLst>
                                          <p:attrName>ppt_w</p:attrName>
                                        </p:attrNameLst>
                                      </p:cBhvr>
                                      <p:tavLst>
                                        <p:tav tm="0">
                                          <p:val>
                                            <p:strVal val="#ppt_w*0.70"/>
                                          </p:val>
                                        </p:tav>
                                        <p:tav tm="100000">
                                          <p:val>
                                            <p:strVal val="#ppt_w"/>
                                          </p:val>
                                        </p:tav>
                                      </p:tavLst>
                                    </p:anim>
                                    <p:anim calcmode="lin" valueType="num">
                                      <p:cBhvr>
                                        <p:cTn id="8" dur="1000" fill="hold"/>
                                        <p:tgtEl>
                                          <p:spTgt spid="59397"/>
                                        </p:tgtEl>
                                        <p:attrNameLst>
                                          <p:attrName>ppt_h</p:attrName>
                                        </p:attrNameLst>
                                      </p:cBhvr>
                                      <p:tavLst>
                                        <p:tav tm="0">
                                          <p:val>
                                            <p:strVal val="#ppt_h"/>
                                          </p:val>
                                        </p:tav>
                                        <p:tav tm="100000">
                                          <p:val>
                                            <p:strVal val="#ppt_h"/>
                                          </p:val>
                                        </p:tav>
                                      </p:tavLst>
                                    </p:anim>
                                    <p:animEffect transition="in" filter="fade">
                                      <p:cBhvr>
                                        <p:cTn id="9" dur="1000"/>
                                        <p:tgtEl>
                                          <p:spTgt spid="59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lvl1pPr eaLnBrk="0" hangingPunct="0">
              <a:defRPr sz="2000">
                <a:solidFill>
                  <a:schemeClr val="tx1"/>
                </a:solidFill>
                <a:latin typeface="Arial Narrow" panose="020B0706020202030204" pitchFamily="34" charset="0"/>
                <a:cs typeface="Arial" panose="020B0704020202020204" pitchFamily="34" charset="0"/>
              </a:defRPr>
            </a:lvl1pPr>
            <a:lvl2pPr marL="742950" indent="-285750" eaLnBrk="0" hangingPunct="0">
              <a:defRPr sz="2000">
                <a:solidFill>
                  <a:schemeClr val="tx1"/>
                </a:solidFill>
                <a:latin typeface="Arial Narrow" panose="020B0706020202030204" pitchFamily="34" charset="0"/>
                <a:cs typeface="Arial" panose="020B0704020202020204" pitchFamily="34" charset="0"/>
              </a:defRPr>
            </a:lvl2pPr>
            <a:lvl3pPr marL="1143000" indent="-228600" eaLnBrk="0" hangingPunct="0">
              <a:defRPr sz="2000">
                <a:solidFill>
                  <a:schemeClr val="tx1"/>
                </a:solidFill>
                <a:latin typeface="Arial Narrow" panose="020B0706020202030204" pitchFamily="34" charset="0"/>
                <a:cs typeface="Arial" panose="020B0704020202020204" pitchFamily="34" charset="0"/>
              </a:defRPr>
            </a:lvl3pPr>
            <a:lvl4pPr marL="1600200" indent="-228600" eaLnBrk="0" hangingPunct="0">
              <a:defRPr sz="2000">
                <a:solidFill>
                  <a:schemeClr val="tx1"/>
                </a:solidFill>
                <a:latin typeface="Arial Narrow" panose="020B0706020202030204" pitchFamily="34" charset="0"/>
                <a:cs typeface="Arial" panose="020B0704020202020204" pitchFamily="34" charset="0"/>
              </a:defRPr>
            </a:lvl4pPr>
            <a:lvl5pPr marL="2057400" indent="-228600" eaLnBrk="0" hangingPunct="0">
              <a:defRPr sz="2000">
                <a:solidFill>
                  <a:schemeClr val="tx1"/>
                </a:solidFill>
                <a:latin typeface="Arial Narrow" panose="020B0706020202030204" pitchFamily="34" charset="0"/>
                <a:cs typeface="Arial" panose="020B07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Narrow" panose="020B0706020202030204" pitchFamily="34" charset="0"/>
                <a:cs typeface="Arial" panose="020B0704020202020204" pitchFamily="34" charset="0"/>
              </a:defRPr>
            </a:lvl9pPr>
          </a:lstStyle>
          <a:p>
            <a:pPr eaLnBrk="1" hangingPunct="1"/>
            <a:fld id="{28D944EC-8E1D-4F52-A1F4-83FCA46A1EAC}" type="slidenum">
              <a:rPr lang="en-US" altLang="en-US">
                <a:solidFill>
                  <a:srgbClr val="FF99FF"/>
                </a:solidFill>
              </a:rPr>
            </a:fld>
            <a:endParaRPr lang="en-US" altLang="en-US">
              <a:solidFill>
                <a:srgbClr val="FF99FF"/>
              </a:solidFill>
            </a:endParaRPr>
          </a:p>
        </p:txBody>
      </p:sp>
      <p:sp>
        <p:nvSpPr>
          <p:cNvPr id="50179" name="Rectangle 2"/>
          <p:cNvSpPr>
            <a:spLocks noGrp="1" noChangeArrowheads="1"/>
          </p:cNvSpPr>
          <p:nvPr>
            <p:ph type="title"/>
          </p:nvPr>
        </p:nvSpPr>
        <p:spPr>
          <a:xfrm>
            <a:off x="107315" y="548640"/>
            <a:ext cx="8507730" cy="467360"/>
          </a:xfrm>
        </p:spPr>
        <p:txBody>
          <a:bodyPr/>
          <a:lstStyle/>
          <a:p>
            <a:pPr eaLnBrk="1" hangingPunct="1"/>
            <a:r>
              <a:rPr lang="en-US" altLang="en-US" sz="3200" b="1" dirty="0">
                <a:solidFill>
                  <a:srgbClr val="FF0000"/>
                </a:solidFill>
              </a:rPr>
              <a:t>Compiler &amp; its Accessories in Context</a:t>
            </a:r>
            <a:endParaRPr lang="en-US" altLang="en-US" sz="3200" b="1" dirty="0">
              <a:solidFill>
                <a:srgbClr val="FF0000"/>
              </a:solidFill>
            </a:endParaRPr>
          </a:p>
        </p:txBody>
      </p:sp>
      <p:pic>
        <p:nvPicPr>
          <p:cNvPr id="50180"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942" y="1419225"/>
            <a:ext cx="9144000" cy="530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C4606EBC-56E2-4C5E-AC28-53D64B9C5B98}" type="slidenum">
              <a:rPr lang="en-US" altLang="en-US" smtClean="0"/>
            </a:fld>
            <a:endParaRPr lang="en-US" altLang="en-US"/>
          </a:p>
        </p:txBody>
      </p:sp>
      <p:pic>
        <p:nvPicPr>
          <p:cNvPr id="1026" name="Picture 2"/>
          <p:cNvPicPr>
            <a:picLocks noChangeAspect="1" noChangeArrowheads="1"/>
          </p:cNvPicPr>
          <p:nvPr/>
        </p:nvPicPr>
        <p:blipFill>
          <a:blip r:embed="rId1"/>
          <a:srcRect/>
          <a:stretch>
            <a:fillRect/>
          </a:stretch>
        </p:blipFill>
        <p:spPr bwMode="auto">
          <a:xfrm>
            <a:off x="0" y="1344699"/>
            <a:ext cx="9241597" cy="5513301"/>
          </a:xfrm>
          <a:prstGeom prst="rect">
            <a:avLst/>
          </a:prstGeom>
          <a:noFill/>
          <a:ln w="9525">
            <a:noFill/>
            <a:miter lim="800000"/>
            <a:headEnd/>
            <a:tailEnd/>
          </a:ln>
          <a:effectLst/>
        </p:spPr>
      </p:pic>
      <p:sp>
        <p:nvSpPr>
          <p:cNvPr id="5" name="TextBox 4"/>
          <p:cNvSpPr txBox="1"/>
          <p:nvPr/>
        </p:nvSpPr>
        <p:spPr>
          <a:xfrm>
            <a:off x="500034" y="357166"/>
            <a:ext cx="6500858" cy="523220"/>
          </a:xfrm>
          <a:prstGeom prst="rect">
            <a:avLst/>
          </a:prstGeom>
          <a:noFill/>
        </p:spPr>
        <p:txBody>
          <a:bodyPr wrap="square" rtlCol="0">
            <a:spAutoFit/>
          </a:bodyPr>
          <a:lstStyle/>
          <a:p>
            <a:r>
              <a:rPr lang="en-GB" sz="2800" b="1" dirty="0">
                <a:solidFill>
                  <a:srgbClr val="FF0000"/>
                </a:solidFill>
              </a:rPr>
              <a:t>GCC, the GNU Compiler Collection</a:t>
            </a:r>
            <a:endParaRPr lang="en-GB" sz="2800" b="1" dirty="0">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5932805" cy="498475"/>
          </a:xfrm>
        </p:spPr>
        <p:txBody>
          <a:bodyPr/>
          <a:lstStyle/>
          <a:p>
            <a:r>
              <a:rPr lang="en-US" b="1" dirty="0">
                <a:solidFill>
                  <a:srgbClr val="FF0000"/>
                </a:solidFill>
              </a:rPr>
              <a:t>What is GCC?</a:t>
            </a:r>
            <a:endParaRPr lang="en-GB" b="1" dirty="0">
              <a:solidFill>
                <a:srgbClr val="FF0000"/>
              </a:solidFill>
            </a:endParaRPr>
          </a:p>
        </p:txBody>
      </p:sp>
      <p:sp>
        <p:nvSpPr>
          <p:cNvPr id="3" name="Slide Number Placeholder 2"/>
          <p:cNvSpPr>
            <a:spLocks noGrp="1"/>
          </p:cNvSpPr>
          <p:nvPr>
            <p:ph type="sldNum" sz="quarter" idx="12"/>
          </p:nvPr>
        </p:nvSpPr>
        <p:spPr/>
        <p:txBody>
          <a:bodyPr/>
          <a:lstStyle/>
          <a:p>
            <a:pPr>
              <a:defRPr/>
            </a:pPr>
            <a:fld id="{C4606EBC-56E2-4C5E-AC28-53D64B9C5B98}" type="slidenum">
              <a:rPr lang="en-US" altLang="en-US" smtClean="0"/>
            </a:fld>
            <a:endParaRPr lang="en-US" altLang="en-US"/>
          </a:p>
        </p:txBody>
      </p:sp>
      <p:sp>
        <p:nvSpPr>
          <p:cNvPr id="5" name="TextBox 4"/>
          <p:cNvSpPr txBox="1"/>
          <p:nvPr/>
        </p:nvSpPr>
        <p:spPr>
          <a:xfrm>
            <a:off x="571472" y="1785926"/>
            <a:ext cx="7858180" cy="3970318"/>
          </a:xfrm>
          <a:prstGeom prst="rect">
            <a:avLst/>
          </a:prstGeom>
          <a:noFill/>
        </p:spPr>
        <p:txBody>
          <a:bodyPr wrap="square" rtlCol="0">
            <a:spAutoFit/>
          </a:bodyPr>
          <a:lstStyle/>
          <a:p>
            <a:pPr>
              <a:lnSpc>
                <a:spcPct val="150000"/>
              </a:lnSpc>
              <a:buFont typeface="Wingdings" panose="05000000000000000000" pitchFamily="2" charset="2"/>
              <a:buChar char="Ø"/>
            </a:pPr>
            <a:r>
              <a:rPr lang="en-US" sz="2400" dirty="0">
                <a:solidFill>
                  <a:srgbClr val="1F15A7"/>
                </a:solidFill>
              </a:rPr>
              <a:t> 	GCC is the GNU Project C compiler</a:t>
            </a:r>
            <a:endParaRPr lang="en-US" sz="2400" dirty="0">
              <a:solidFill>
                <a:srgbClr val="1F15A7"/>
              </a:solidFill>
            </a:endParaRPr>
          </a:p>
          <a:p>
            <a:pPr>
              <a:lnSpc>
                <a:spcPct val="150000"/>
              </a:lnSpc>
              <a:buFont typeface="Wingdings" panose="05000000000000000000" pitchFamily="2" charset="2"/>
              <a:buChar char="Ø"/>
            </a:pPr>
            <a:r>
              <a:rPr lang="en-US" sz="2400" dirty="0">
                <a:solidFill>
                  <a:srgbClr val="1F15A7"/>
                </a:solidFill>
              </a:rPr>
              <a:t> 	A command-line program</a:t>
            </a:r>
            <a:endParaRPr lang="en-US" sz="2400" dirty="0">
              <a:solidFill>
                <a:srgbClr val="1F15A7"/>
              </a:solidFill>
            </a:endParaRPr>
          </a:p>
          <a:p>
            <a:pPr>
              <a:lnSpc>
                <a:spcPct val="150000"/>
              </a:lnSpc>
              <a:buFont typeface="Wingdings" panose="05000000000000000000" pitchFamily="2" charset="2"/>
              <a:buChar char="Ø"/>
            </a:pPr>
            <a:r>
              <a:rPr lang="en-US" sz="2400" dirty="0">
                <a:solidFill>
                  <a:srgbClr val="1F15A7"/>
                </a:solidFill>
              </a:rPr>
              <a:t> 	GCC takes C source files as input</a:t>
            </a:r>
            <a:endParaRPr lang="en-US" sz="2400" dirty="0">
              <a:solidFill>
                <a:srgbClr val="1F15A7"/>
              </a:solidFill>
            </a:endParaRPr>
          </a:p>
          <a:p>
            <a:pPr>
              <a:lnSpc>
                <a:spcPct val="150000"/>
              </a:lnSpc>
              <a:buFont typeface="Wingdings" panose="05000000000000000000" pitchFamily="2" charset="2"/>
              <a:buChar char="Ø"/>
            </a:pPr>
            <a:r>
              <a:rPr lang="en-US" sz="2400" dirty="0">
                <a:solidFill>
                  <a:srgbClr val="1F15A7"/>
                </a:solidFill>
              </a:rPr>
              <a:t> 	Outputs an executable: </a:t>
            </a:r>
            <a:r>
              <a:rPr lang="en-US" sz="2400" dirty="0" err="1">
                <a:solidFill>
                  <a:srgbClr val="1F15A7"/>
                </a:solidFill>
              </a:rPr>
              <a:t>a.out</a:t>
            </a:r>
            <a:endParaRPr lang="en-US" sz="2400" dirty="0">
              <a:solidFill>
                <a:srgbClr val="1F15A7"/>
              </a:solidFill>
            </a:endParaRPr>
          </a:p>
          <a:p>
            <a:pPr>
              <a:lnSpc>
                <a:spcPct val="150000"/>
              </a:lnSpc>
              <a:buFont typeface="Wingdings" panose="05000000000000000000" pitchFamily="2" charset="2"/>
              <a:buChar char="Ø"/>
            </a:pPr>
            <a:r>
              <a:rPr lang="en-US" sz="2400" dirty="0">
                <a:solidFill>
                  <a:srgbClr val="1F15A7"/>
                </a:solidFill>
              </a:rPr>
              <a:t> 	You can specify a different output filename</a:t>
            </a:r>
            <a:endParaRPr lang="en-US" sz="2400" dirty="0">
              <a:solidFill>
                <a:srgbClr val="1F15A7"/>
              </a:solidFill>
            </a:endParaRPr>
          </a:p>
          <a:p>
            <a:pPr>
              <a:lnSpc>
                <a:spcPct val="150000"/>
              </a:lnSpc>
              <a:buFont typeface="Wingdings" panose="05000000000000000000" pitchFamily="2" charset="2"/>
              <a:buChar char="Ø"/>
            </a:pPr>
            <a:r>
              <a:rPr lang="en-US" sz="2400" dirty="0">
                <a:solidFill>
                  <a:srgbClr val="1F15A7"/>
                </a:solidFill>
              </a:rPr>
              <a:t> 	Available for you to use on spinlock/</a:t>
            </a:r>
            <a:r>
              <a:rPr lang="en-US" sz="2400" dirty="0" err="1">
                <a:solidFill>
                  <a:srgbClr val="1F15A7"/>
                </a:solidFill>
              </a:rPr>
              <a:t>coredump</a:t>
            </a:r>
            <a:endParaRPr lang="en-US" sz="2400" dirty="0">
              <a:solidFill>
                <a:srgbClr val="1F15A7"/>
              </a:solidFill>
            </a:endParaRPr>
          </a:p>
          <a:p>
            <a:pPr>
              <a:lnSpc>
                <a:spcPct val="150000"/>
              </a:lnSpc>
              <a:buFont typeface="Wingdings" panose="05000000000000000000" pitchFamily="2" charset="2"/>
              <a:buChar char="Ø"/>
            </a:pPr>
            <a:endParaRPr lang="en-GB" sz="2400" dirty="0">
              <a:solidFill>
                <a:srgbClr val="1F15A7"/>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solidFill>
                  <a:srgbClr val="FF0000"/>
                </a:solidFill>
              </a:rPr>
              <a:t>Gcc</a:t>
            </a:r>
            <a:r>
              <a:rPr lang="en-US" b="1" dirty="0">
                <a:solidFill>
                  <a:srgbClr val="FF0000"/>
                </a:solidFill>
              </a:rPr>
              <a:t> example:</a:t>
            </a:r>
            <a:endParaRPr lang="en-GB" b="1" dirty="0">
              <a:solidFill>
                <a:srgbClr val="FF0000"/>
              </a:solidFill>
            </a:endParaRPr>
          </a:p>
        </p:txBody>
      </p:sp>
      <p:sp>
        <p:nvSpPr>
          <p:cNvPr id="3" name="Slide Number Placeholder 2"/>
          <p:cNvSpPr>
            <a:spLocks noGrp="1"/>
          </p:cNvSpPr>
          <p:nvPr>
            <p:ph type="sldNum" sz="quarter" idx="12"/>
          </p:nvPr>
        </p:nvSpPr>
        <p:spPr/>
        <p:txBody>
          <a:bodyPr/>
          <a:lstStyle/>
          <a:p>
            <a:pPr>
              <a:defRPr/>
            </a:pPr>
            <a:fld id="{C4606EBC-56E2-4C5E-AC28-53D64B9C5B98}" type="slidenum">
              <a:rPr lang="en-US" altLang="en-US" smtClean="0"/>
            </a:fld>
            <a:endParaRPr lang="en-US" altLang="en-US"/>
          </a:p>
        </p:txBody>
      </p:sp>
      <p:sp>
        <p:nvSpPr>
          <p:cNvPr id="4" name="TextBox 3"/>
          <p:cNvSpPr txBox="1"/>
          <p:nvPr/>
        </p:nvSpPr>
        <p:spPr>
          <a:xfrm>
            <a:off x="357158" y="1357298"/>
            <a:ext cx="8358246" cy="4632037"/>
          </a:xfrm>
          <a:prstGeom prst="rect">
            <a:avLst/>
          </a:prstGeom>
          <a:noFill/>
        </p:spPr>
        <p:txBody>
          <a:bodyPr wrap="square" rtlCol="0">
            <a:spAutoFit/>
          </a:bodyPr>
          <a:lstStyle/>
          <a:p>
            <a:pPr>
              <a:lnSpc>
                <a:spcPct val="150000"/>
              </a:lnSpc>
            </a:pPr>
            <a:r>
              <a:rPr lang="en-US" sz="2400" dirty="0">
                <a:solidFill>
                  <a:srgbClr val="FF0000"/>
                </a:solidFill>
              </a:rPr>
              <a:t>“</a:t>
            </a:r>
            <a:r>
              <a:rPr lang="en-US" sz="2400" dirty="0" err="1">
                <a:solidFill>
                  <a:srgbClr val="FF0000"/>
                </a:solidFill>
              </a:rPr>
              <a:t>hello.c</a:t>
            </a:r>
            <a:r>
              <a:rPr lang="en-US" sz="2400" dirty="0">
                <a:solidFill>
                  <a:srgbClr val="FF0000"/>
                </a:solidFill>
              </a:rPr>
              <a:t>” is the name of the file with the following contents: </a:t>
            </a:r>
            <a:endParaRPr lang="en-US" sz="2400" dirty="0">
              <a:solidFill>
                <a:srgbClr val="FF0000"/>
              </a:solidFill>
            </a:endParaRPr>
          </a:p>
          <a:p>
            <a:pPr>
              <a:buFont typeface="Wingdings" panose="05000000000000000000" pitchFamily="2" charset="2"/>
              <a:buNone/>
            </a:pPr>
            <a:r>
              <a:rPr lang="en-US" sz="2400" dirty="0">
                <a:solidFill>
                  <a:srgbClr val="1F15A7"/>
                </a:solidFill>
              </a:rPr>
              <a:t>	</a:t>
            </a:r>
            <a:r>
              <a:rPr lang="en-US" dirty="0">
                <a:solidFill>
                  <a:srgbClr val="1F15A7"/>
                </a:solidFill>
              </a:rPr>
              <a:t>#include &lt;</a:t>
            </a:r>
            <a:r>
              <a:rPr lang="en-US" dirty="0" err="1">
                <a:solidFill>
                  <a:srgbClr val="1F15A7"/>
                </a:solidFill>
              </a:rPr>
              <a:t>stdio.h</a:t>
            </a:r>
            <a:r>
              <a:rPr lang="en-US" dirty="0">
                <a:solidFill>
                  <a:srgbClr val="1F15A7"/>
                </a:solidFill>
              </a:rPr>
              <a:t>&gt;</a:t>
            </a:r>
            <a:endParaRPr lang="en-US" dirty="0">
              <a:solidFill>
                <a:srgbClr val="1F15A7"/>
              </a:solidFill>
            </a:endParaRPr>
          </a:p>
          <a:p>
            <a:pPr>
              <a:buFont typeface="Wingdings" panose="05000000000000000000" pitchFamily="2" charset="2"/>
              <a:buNone/>
            </a:pPr>
            <a:r>
              <a:rPr lang="en-US" dirty="0">
                <a:solidFill>
                  <a:srgbClr val="1F15A7"/>
                </a:solidFill>
              </a:rPr>
              <a:t>	</a:t>
            </a:r>
            <a:r>
              <a:rPr lang="en-US" dirty="0" err="1">
                <a:solidFill>
                  <a:srgbClr val="1F15A7"/>
                </a:solidFill>
              </a:rPr>
              <a:t>int</a:t>
            </a:r>
            <a:r>
              <a:rPr lang="en-US" dirty="0">
                <a:solidFill>
                  <a:srgbClr val="1F15A7"/>
                </a:solidFill>
              </a:rPr>
              <a:t> main(void) {</a:t>
            </a:r>
            <a:endParaRPr lang="en-US" dirty="0">
              <a:solidFill>
                <a:srgbClr val="1F15A7"/>
              </a:solidFill>
            </a:endParaRPr>
          </a:p>
          <a:p>
            <a:pPr>
              <a:buFont typeface="Wingdings" panose="05000000000000000000" pitchFamily="2" charset="2"/>
              <a:buNone/>
            </a:pPr>
            <a:r>
              <a:rPr lang="en-US" dirty="0">
                <a:solidFill>
                  <a:srgbClr val="1F15A7"/>
                </a:solidFill>
              </a:rPr>
              <a:t>		</a:t>
            </a:r>
            <a:r>
              <a:rPr lang="en-US" dirty="0" err="1">
                <a:solidFill>
                  <a:srgbClr val="1F15A7"/>
                </a:solidFill>
              </a:rPr>
              <a:t>printf</a:t>
            </a:r>
            <a:r>
              <a:rPr lang="en-US" dirty="0">
                <a:solidFill>
                  <a:srgbClr val="1F15A7"/>
                </a:solidFill>
              </a:rPr>
              <a:t>(“Hello\n“);</a:t>
            </a:r>
            <a:endParaRPr lang="en-US" dirty="0">
              <a:solidFill>
                <a:srgbClr val="1F15A7"/>
              </a:solidFill>
            </a:endParaRPr>
          </a:p>
          <a:p>
            <a:pPr>
              <a:buFont typeface="Wingdings" panose="05000000000000000000" pitchFamily="2" charset="2"/>
              <a:buNone/>
            </a:pPr>
            <a:r>
              <a:rPr lang="en-US" dirty="0">
                <a:solidFill>
                  <a:srgbClr val="1F15A7"/>
                </a:solidFill>
              </a:rPr>
              <a:t>	}</a:t>
            </a:r>
            <a:r>
              <a:rPr lang="en-US" sz="2800" dirty="0">
                <a:solidFill>
                  <a:srgbClr val="1F15A7"/>
                </a:solidFill>
              </a:rPr>
              <a:t> </a:t>
            </a:r>
            <a:endParaRPr lang="en-US" sz="2800" dirty="0">
              <a:solidFill>
                <a:srgbClr val="1F15A7"/>
              </a:solidFill>
            </a:endParaRPr>
          </a:p>
          <a:p>
            <a:pPr>
              <a:lnSpc>
                <a:spcPct val="150000"/>
              </a:lnSpc>
            </a:pPr>
            <a:r>
              <a:rPr lang="en-US" sz="2400" dirty="0">
                <a:solidFill>
                  <a:srgbClr val="FF0000"/>
                </a:solidFill>
              </a:rPr>
              <a:t>To compile simply type:</a:t>
            </a:r>
            <a:r>
              <a:rPr lang="en-US" dirty="0">
                <a:solidFill>
                  <a:srgbClr val="FF0000"/>
                </a:solidFill>
              </a:rPr>
              <a:t> </a:t>
            </a:r>
            <a:r>
              <a:rPr lang="en-US" b="1" i="1" dirty="0" err="1">
                <a:solidFill>
                  <a:srgbClr val="FF0000"/>
                </a:solidFill>
              </a:rPr>
              <a:t>gcc</a:t>
            </a:r>
            <a:r>
              <a:rPr lang="en-US" b="1" i="1" dirty="0">
                <a:solidFill>
                  <a:srgbClr val="FF0000"/>
                </a:solidFill>
              </a:rPr>
              <a:t> –o hello </a:t>
            </a:r>
            <a:r>
              <a:rPr lang="en-US" b="1" i="1" dirty="0" err="1">
                <a:solidFill>
                  <a:srgbClr val="FF0000"/>
                </a:solidFill>
              </a:rPr>
              <a:t>hello.c</a:t>
            </a:r>
            <a:r>
              <a:rPr lang="en-US" b="1" i="1" dirty="0">
                <a:solidFill>
                  <a:srgbClr val="FF0000"/>
                </a:solidFill>
              </a:rPr>
              <a:t> –g -Wall</a:t>
            </a:r>
            <a:endParaRPr lang="en-US" b="1" i="1" dirty="0">
              <a:solidFill>
                <a:srgbClr val="FF0000"/>
              </a:solidFill>
            </a:endParaRPr>
          </a:p>
          <a:p>
            <a:pPr lvl="1">
              <a:lnSpc>
                <a:spcPct val="150000"/>
              </a:lnSpc>
            </a:pPr>
            <a:r>
              <a:rPr lang="en-US" dirty="0">
                <a:solidFill>
                  <a:srgbClr val="1F15A7"/>
                </a:solidFill>
              </a:rPr>
              <a:t>‘-o’ option tells the compiler to name the executable ‘hello’</a:t>
            </a:r>
            <a:endParaRPr lang="en-US" dirty="0">
              <a:solidFill>
                <a:srgbClr val="1F15A7"/>
              </a:solidFill>
            </a:endParaRPr>
          </a:p>
          <a:p>
            <a:pPr lvl="1">
              <a:lnSpc>
                <a:spcPct val="150000"/>
              </a:lnSpc>
            </a:pPr>
            <a:r>
              <a:rPr lang="en-US" dirty="0">
                <a:solidFill>
                  <a:srgbClr val="1F15A7"/>
                </a:solidFill>
              </a:rPr>
              <a:t>‘-g’ option adds symbolic information to Hello for debugging</a:t>
            </a:r>
            <a:endParaRPr lang="en-US" dirty="0">
              <a:solidFill>
                <a:srgbClr val="1F15A7"/>
              </a:solidFill>
            </a:endParaRPr>
          </a:p>
          <a:p>
            <a:pPr lvl="1">
              <a:lnSpc>
                <a:spcPct val="150000"/>
              </a:lnSpc>
            </a:pPr>
            <a:r>
              <a:rPr lang="en-US" dirty="0">
                <a:solidFill>
                  <a:srgbClr val="1F15A7"/>
                </a:solidFill>
              </a:rPr>
              <a:t>‘–Wall’ tells it to print out all warnings (very useful!!!)</a:t>
            </a:r>
            <a:endParaRPr lang="en-US" dirty="0">
              <a:solidFill>
                <a:srgbClr val="1F15A7"/>
              </a:solidFill>
            </a:endParaRPr>
          </a:p>
          <a:p>
            <a:pPr>
              <a:lnSpc>
                <a:spcPct val="150000"/>
              </a:lnSpc>
            </a:pPr>
            <a:r>
              <a:rPr lang="en-US" sz="2000" dirty="0">
                <a:solidFill>
                  <a:srgbClr val="FF0000"/>
                </a:solidFill>
              </a:rPr>
              <a:t>To execute the program simply type: </a:t>
            </a:r>
            <a:r>
              <a:rPr lang="en-US" b="1" i="1" dirty="0">
                <a:solidFill>
                  <a:srgbClr val="FF0000"/>
                </a:solidFill>
              </a:rPr>
              <a:t>./hello</a:t>
            </a:r>
            <a:endParaRPr lang="en-US" b="1" i="1" dirty="0">
              <a:solidFill>
                <a:srgbClr val="FF0000"/>
              </a:solidFill>
            </a:endParaRPr>
          </a:p>
          <a:p>
            <a:pPr lvl="1">
              <a:lnSpc>
                <a:spcPct val="150000"/>
              </a:lnSpc>
            </a:pPr>
            <a:r>
              <a:rPr lang="en-US" sz="1600" dirty="0">
                <a:solidFill>
                  <a:srgbClr val="1F15A7"/>
                </a:solidFill>
              </a:rPr>
              <a:t>It should output “Hello” on the console</a:t>
            </a:r>
            <a:endParaRPr lang="en-US" sz="1600" dirty="0">
              <a:solidFill>
                <a:srgbClr val="1F15A7"/>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What is </a:t>
            </a:r>
            <a:r>
              <a:rPr lang="en-US" b="1" dirty="0" err="1">
                <a:solidFill>
                  <a:srgbClr val="FF0000"/>
                </a:solidFill>
              </a:rPr>
              <a:t>Gdb</a:t>
            </a:r>
            <a:r>
              <a:rPr lang="en-US" b="1" dirty="0">
                <a:solidFill>
                  <a:srgbClr val="FF0000"/>
                </a:solidFill>
              </a:rPr>
              <a:t>? </a:t>
            </a:r>
            <a:endParaRPr lang="en-GB" b="1" dirty="0">
              <a:solidFill>
                <a:srgbClr val="FF0000"/>
              </a:solidFill>
            </a:endParaRPr>
          </a:p>
        </p:txBody>
      </p:sp>
      <p:sp>
        <p:nvSpPr>
          <p:cNvPr id="3" name="Slide Number Placeholder 2"/>
          <p:cNvSpPr>
            <a:spLocks noGrp="1"/>
          </p:cNvSpPr>
          <p:nvPr>
            <p:ph type="sldNum" sz="quarter" idx="12"/>
          </p:nvPr>
        </p:nvSpPr>
        <p:spPr/>
        <p:txBody>
          <a:bodyPr/>
          <a:lstStyle/>
          <a:p>
            <a:pPr>
              <a:defRPr/>
            </a:pPr>
            <a:fld id="{C4606EBC-56E2-4C5E-AC28-53D64B9C5B98}" type="slidenum">
              <a:rPr lang="en-US" altLang="en-US" smtClean="0"/>
            </a:fld>
            <a:endParaRPr lang="en-US" altLang="en-US"/>
          </a:p>
        </p:txBody>
      </p:sp>
      <p:sp>
        <p:nvSpPr>
          <p:cNvPr id="4" name="TextBox 3"/>
          <p:cNvSpPr txBox="1"/>
          <p:nvPr/>
        </p:nvSpPr>
        <p:spPr>
          <a:xfrm>
            <a:off x="785786" y="1785926"/>
            <a:ext cx="7715304" cy="4801314"/>
          </a:xfrm>
          <a:prstGeom prst="rect">
            <a:avLst/>
          </a:prstGeom>
          <a:noFill/>
        </p:spPr>
        <p:txBody>
          <a:bodyPr wrap="square" rtlCol="0">
            <a:spAutoFit/>
          </a:bodyPr>
          <a:lstStyle/>
          <a:p>
            <a:pPr>
              <a:lnSpc>
                <a:spcPct val="150000"/>
              </a:lnSpc>
            </a:pPr>
            <a:r>
              <a:rPr lang="en-US" sz="2800" dirty="0">
                <a:solidFill>
                  <a:srgbClr val="FF0000"/>
                </a:solidFill>
              </a:rPr>
              <a:t>GDB is the GNU Project debugger </a:t>
            </a:r>
            <a:endParaRPr lang="en-US" sz="2800" dirty="0">
              <a:solidFill>
                <a:srgbClr val="FF0000"/>
              </a:solidFill>
            </a:endParaRPr>
          </a:p>
          <a:p>
            <a:pPr>
              <a:lnSpc>
                <a:spcPct val="150000"/>
              </a:lnSpc>
            </a:pPr>
            <a:r>
              <a:rPr lang="en-US" sz="2800" dirty="0" err="1">
                <a:solidFill>
                  <a:srgbClr val="FF0000"/>
                </a:solidFill>
              </a:rPr>
              <a:t>Gdb</a:t>
            </a:r>
            <a:r>
              <a:rPr lang="en-US" sz="2800" dirty="0">
                <a:solidFill>
                  <a:srgbClr val="FF0000"/>
                </a:solidFill>
              </a:rPr>
              <a:t> provides some helpful functionality</a:t>
            </a:r>
            <a:endParaRPr lang="en-US" sz="2800" dirty="0">
              <a:solidFill>
                <a:srgbClr val="FF0000"/>
              </a:solidFill>
            </a:endParaRPr>
          </a:p>
          <a:p>
            <a:pPr lvl="1">
              <a:lnSpc>
                <a:spcPct val="150000"/>
              </a:lnSpc>
            </a:pPr>
            <a:r>
              <a:rPr lang="en-US" sz="2000" dirty="0">
                <a:solidFill>
                  <a:srgbClr val="1F15A7"/>
                </a:solidFill>
              </a:rPr>
              <a:t>Allows you to stop your program at any given point. </a:t>
            </a:r>
            <a:endParaRPr lang="en-US" sz="2000" dirty="0">
              <a:solidFill>
                <a:srgbClr val="1F15A7"/>
              </a:solidFill>
            </a:endParaRPr>
          </a:p>
          <a:p>
            <a:pPr lvl="1">
              <a:lnSpc>
                <a:spcPct val="150000"/>
              </a:lnSpc>
            </a:pPr>
            <a:r>
              <a:rPr lang="en-US" sz="2000" dirty="0">
                <a:solidFill>
                  <a:srgbClr val="1F15A7"/>
                </a:solidFill>
              </a:rPr>
              <a:t>You can examine the state of your program when it’s stopped. </a:t>
            </a:r>
            <a:endParaRPr lang="en-US" sz="2000" dirty="0">
              <a:solidFill>
                <a:srgbClr val="1F15A7"/>
              </a:solidFill>
            </a:endParaRPr>
          </a:p>
          <a:p>
            <a:pPr lvl="1">
              <a:lnSpc>
                <a:spcPct val="150000"/>
              </a:lnSpc>
            </a:pPr>
            <a:r>
              <a:rPr lang="en-US" sz="2000" dirty="0">
                <a:solidFill>
                  <a:srgbClr val="1F15A7"/>
                </a:solidFill>
              </a:rPr>
              <a:t>Change things in your program, so you can experiment with correcting the effects of a bug.</a:t>
            </a:r>
            <a:endParaRPr lang="en-US" sz="2000" dirty="0">
              <a:solidFill>
                <a:srgbClr val="1F15A7"/>
              </a:solidFill>
            </a:endParaRPr>
          </a:p>
          <a:p>
            <a:pPr>
              <a:lnSpc>
                <a:spcPct val="150000"/>
              </a:lnSpc>
            </a:pPr>
            <a:r>
              <a:rPr lang="en-US" sz="2800" dirty="0">
                <a:solidFill>
                  <a:srgbClr val="FF0000"/>
                </a:solidFill>
              </a:rPr>
              <a:t>Also a command-line program</a:t>
            </a:r>
            <a:endParaRPr lang="en-US" sz="2800" dirty="0">
              <a:solidFill>
                <a:srgbClr val="FF0000"/>
              </a:solidFill>
            </a:endParaRPr>
          </a:p>
          <a:p>
            <a:pPr>
              <a:lnSpc>
                <a:spcPct val="150000"/>
              </a:lnSpc>
            </a:pPr>
            <a:r>
              <a:rPr lang="en-US" sz="2800" dirty="0">
                <a:solidFill>
                  <a:srgbClr val="FF0000"/>
                </a:solidFill>
              </a:rPr>
              <a:t>Is also available on spinlock/</a:t>
            </a:r>
            <a:r>
              <a:rPr lang="en-US" sz="2800" dirty="0" err="1">
                <a:solidFill>
                  <a:srgbClr val="FF0000"/>
                </a:solidFill>
              </a:rPr>
              <a:t>coredump</a:t>
            </a:r>
            <a:endParaRPr lang="en-US" dirty="0">
              <a:solidFill>
                <a:srgbClr val="FF0000"/>
              </a:solidFill>
            </a:endParaRPr>
          </a:p>
          <a:p>
            <a:endParaRPr lang="en-GB"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Using </a:t>
            </a:r>
            <a:r>
              <a:rPr lang="en-US" b="1" dirty="0" err="1">
                <a:solidFill>
                  <a:srgbClr val="FF0000"/>
                </a:solidFill>
              </a:rPr>
              <a:t>Gdb</a:t>
            </a:r>
            <a:r>
              <a:rPr lang="en-US" b="1" dirty="0">
                <a:solidFill>
                  <a:srgbClr val="FF0000"/>
                </a:solidFill>
              </a:rPr>
              <a:t>:</a:t>
            </a:r>
            <a:endParaRPr lang="en-GB" b="1" dirty="0">
              <a:solidFill>
                <a:srgbClr val="FF0000"/>
              </a:solidFill>
            </a:endParaRPr>
          </a:p>
        </p:txBody>
      </p:sp>
      <p:sp>
        <p:nvSpPr>
          <p:cNvPr id="3" name="Slide Number Placeholder 2"/>
          <p:cNvSpPr>
            <a:spLocks noGrp="1"/>
          </p:cNvSpPr>
          <p:nvPr>
            <p:ph type="sldNum" sz="quarter" idx="12"/>
          </p:nvPr>
        </p:nvSpPr>
        <p:spPr/>
        <p:txBody>
          <a:bodyPr/>
          <a:lstStyle/>
          <a:p>
            <a:pPr>
              <a:defRPr/>
            </a:pPr>
            <a:fld id="{C4606EBC-56E2-4C5E-AC28-53D64B9C5B98}" type="slidenum">
              <a:rPr lang="en-US" altLang="en-US" smtClean="0"/>
            </a:fld>
            <a:endParaRPr lang="en-US" altLang="en-US"/>
          </a:p>
        </p:txBody>
      </p:sp>
      <p:sp>
        <p:nvSpPr>
          <p:cNvPr id="4" name="TextBox 3"/>
          <p:cNvSpPr txBox="1"/>
          <p:nvPr/>
        </p:nvSpPr>
        <p:spPr>
          <a:xfrm>
            <a:off x="571472" y="1714488"/>
            <a:ext cx="7429552" cy="3416320"/>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en-US" dirty="0"/>
              <a:t>To start </a:t>
            </a:r>
            <a:r>
              <a:rPr lang="en-US" dirty="0" err="1"/>
              <a:t>gdb</a:t>
            </a:r>
            <a:r>
              <a:rPr lang="en-US" dirty="0"/>
              <a:t> with your hello program type: </a:t>
            </a:r>
            <a:r>
              <a:rPr lang="en-US" b="1" i="1" dirty="0" err="1"/>
              <a:t>gdb</a:t>
            </a:r>
            <a:r>
              <a:rPr lang="en-US" b="1" i="1" dirty="0"/>
              <a:t> Hello</a:t>
            </a:r>
            <a:endParaRPr lang="en-US" b="1" i="1" dirty="0"/>
          </a:p>
          <a:p>
            <a:pPr marL="342900" indent="-342900">
              <a:lnSpc>
                <a:spcPct val="200000"/>
              </a:lnSpc>
              <a:buFont typeface="Wingdings" panose="05000000000000000000" pitchFamily="2" charset="2"/>
              <a:buChar char="Ø"/>
            </a:pPr>
            <a:r>
              <a:rPr lang="en-US" dirty="0"/>
              <a:t>When </a:t>
            </a:r>
            <a:r>
              <a:rPr lang="en-US" dirty="0" err="1"/>
              <a:t>gdb</a:t>
            </a:r>
            <a:r>
              <a:rPr lang="en-US" dirty="0"/>
              <a:t> starts, your program is not actually running.</a:t>
            </a:r>
            <a:endParaRPr lang="en-US" dirty="0"/>
          </a:p>
          <a:p>
            <a:pPr marL="342900" indent="-342900">
              <a:lnSpc>
                <a:spcPct val="200000"/>
              </a:lnSpc>
              <a:buFont typeface="Wingdings" panose="05000000000000000000" pitchFamily="2" charset="2"/>
              <a:buChar char="Ø"/>
            </a:pPr>
            <a:r>
              <a:rPr lang="en-US" dirty="0"/>
              <a:t>You have to use the </a:t>
            </a:r>
            <a:r>
              <a:rPr lang="en-US" b="1" i="1" dirty="0"/>
              <a:t>run</a:t>
            </a:r>
            <a:r>
              <a:rPr lang="en-US" dirty="0"/>
              <a:t> command to start execution.</a:t>
            </a:r>
            <a:endParaRPr lang="en-US" dirty="0"/>
          </a:p>
          <a:p>
            <a:pPr marL="342900" indent="-342900">
              <a:lnSpc>
                <a:spcPct val="200000"/>
              </a:lnSpc>
              <a:buFont typeface="Wingdings" panose="05000000000000000000" pitchFamily="2" charset="2"/>
              <a:buChar char="Ø"/>
            </a:pPr>
            <a:r>
              <a:rPr lang="en-US" dirty="0"/>
              <a:t>Before you do that, you should place some break points.</a:t>
            </a:r>
            <a:endParaRPr lang="en-US" dirty="0"/>
          </a:p>
          <a:p>
            <a:pPr marL="342900" indent="-342900">
              <a:lnSpc>
                <a:spcPct val="200000"/>
              </a:lnSpc>
              <a:buFont typeface="Wingdings" panose="05000000000000000000" pitchFamily="2" charset="2"/>
              <a:buChar char="Ø"/>
            </a:pPr>
            <a:r>
              <a:rPr lang="en-US" dirty="0"/>
              <a:t>Once you hit a break point, you can examine any variable.</a:t>
            </a:r>
            <a:endParaRPr lang="en-US" dirty="0"/>
          </a:p>
          <a:p>
            <a:pPr marL="342900" indent="-342900">
              <a:lnSpc>
                <a:spcPct val="200000"/>
              </a:lnSpc>
              <a:buFont typeface="Wingdings" panose="05000000000000000000" pitchFamily="2" charset="2"/>
              <a:buChar char="Ø"/>
            </a:pPr>
            <a:endParaRPr lang="en-GB"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Useful </a:t>
            </a:r>
            <a:r>
              <a:rPr lang="en-US" b="1" dirty="0" err="1">
                <a:solidFill>
                  <a:srgbClr val="FF0000"/>
                </a:solidFill>
              </a:rPr>
              <a:t>gdb</a:t>
            </a:r>
            <a:r>
              <a:rPr lang="en-US" b="1" dirty="0">
                <a:solidFill>
                  <a:srgbClr val="FF0000"/>
                </a:solidFill>
              </a:rPr>
              <a:t> commands</a:t>
            </a:r>
            <a:endParaRPr lang="en-GB" b="1" dirty="0">
              <a:solidFill>
                <a:srgbClr val="FF0000"/>
              </a:solidFill>
            </a:endParaRPr>
          </a:p>
        </p:txBody>
      </p:sp>
      <p:sp>
        <p:nvSpPr>
          <p:cNvPr id="3" name="Slide Number Placeholder 2"/>
          <p:cNvSpPr>
            <a:spLocks noGrp="1"/>
          </p:cNvSpPr>
          <p:nvPr>
            <p:ph type="sldNum" sz="quarter" idx="12"/>
          </p:nvPr>
        </p:nvSpPr>
        <p:spPr/>
        <p:txBody>
          <a:bodyPr/>
          <a:lstStyle/>
          <a:p>
            <a:pPr>
              <a:defRPr/>
            </a:pPr>
            <a:fld id="{C4606EBC-56E2-4C5E-AC28-53D64B9C5B98}" type="slidenum">
              <a:rPr lang="en-US" altLang="en-US" smtClean="0"/>
            </a:fld>
            <a:endParaRPr lang="en-US" altLang="en-US"/>
          </a:p>
        </p:txBody>
      </p:sp>
      <p:sp>
        <p:nvSpPr>
          <p:cNvPr id="4" name="TextBox 3"/>
          <p:cNvSpPr txBox="1"/>
          <p:nvPr/>
        </p:nvSpPr>
        <p:spPr>
          <a:xfrm>
            <a:off x="357158" y="1285860"/>
            <a:ext cx="8501122" cy="5863144"/>
          </a:xfrm>
          <a:prstGeom prst="rect">
            <a:avLst/>
          </a:prstGeom>
          <a:noFill/>
        </p:spPr>
        <p:txBody>
          <a:bodyPr wrap="square" rtlCol="0">
            <a:spAutoFit/>
          </a:bodyPr>
          <a:lstStyle/>
          <a:p>
            <a:pPr>
              <a:lnSpc>
                <a:spcPct val="150000"/>
              </a:lnSpc>
            </a:pPr>
            <a:r>
              <a:rPr lang="en-US" sz="2800" b="1" dirty="0">
                <a:solidFill>
                  <a:srgbClr val="FF0000"/>
                </a:solidFill>
              </a:rPr>
              <a:t>run</a:t>
            </a:r>
            <a:r>
              <a:rPr lang="en-US" sz="2800" dirty="0">
                <a:solidFill>
                  <a:srgbClr val="FF0000"/>
                </a:solidFill>
              </a:rPr>
              <a:t> </a:t>
            </a:r>
            <a:r>
              <a:rPr lang="en-US" sz="2800" i="1" dirty="0">
                <a:solidFill>
                  <a:srgbClr val="FF0000"/>
                </a:solidFill>
              </a:rPr>
              <a:t>command-line-arguments</a:t>
            </a:r>
            <a:r>
              <a:rPr lang="en-US" sz="2800" dirty="0">
                <a:solidFill>
                  <a:srgbClr val="FF0000"/>
                </a:solidFill>
              </a:rPr>
              <a:t> </a:t>
            </a:r>
            <a:endParaRPr lang="en-US" sz="2800" dirty="0">
              <a:solidFill>
                <a:srgbClr val="FF0000"/>
              </a:solidFill>
            </a:endParaRPr>
          </a:p>
          <a:p>
            <a:pPr lvl="1">
              <a:lnSpc>
                <a:spcPct val="150000"/>
              </a:lnSpc>
            </a:pPr>
            <a:r>
              <a:rPr lang="en-US" sz="2000" dirty="0"/>
              <a:t>Begin execution of your program with arguments</a:t>
            </a:r>
            <a:endParaRPr lang="en-US" sz="2000" dirty="0"/>
          </a:p>
          <a:p>
            <a:pPr>
              <a:lnSpc>
                <a:spcPct val="150000"/>
              </a:lnSpc>
            </a:pPr>
            <a:r>
              <a:rPr lang="en-US" sz="2800" b="1" dirty="0">
                <a:solidFill>
                  <a:srgbClr val="FF0000"/>
                </a:solidFill>
              </a:rPr>
              <a:t>break</a:t>
            </a:r>
            <a:r>
              <a:rPr lang="en-US" sz="2800" i="1" dirty="0">
                <a:solidFill>
                  <a:srgbClr val="FF0000"/>
                </a:solidFill>
              </a:rPr>
              <a:t> place</a:t>
            </a:r>
            <a:r>
              <a:rPr lang="en-US" sz="2800" dirty="0">
                <a:solidFill>
                  <a:srgbClr val="FF0000"/>
                </a:solidFill>
              </a:rPr>
              <a:t> </a:t>
            </a:r>
            <a:endParaRPr lang="en-US" sz="2800" dirty="0">
              <a:solidFill>
                <a:srgbClr val="FF0000"/>
              </a:solidFill>
            </a:endParaRPr>
          </a:p>
          <a:p>
            <a:pPr lvl="1">
              <a:lnSpc>
                <a:spcPct val="150000"/>
              </a:lnSpc>
            </a:pPr>
            <a:r>
              <a:rPr lang="en-US" sz="2000" i="1" dirty="0"/>
              <a:t>place</a:t>
            </a:r>
            <a:r>
              <a:rPr lang="en-US" sz="2000" dirty="0"/>
              <a:t> can be the name of a function or a line number</a:t>
            </a:r>
            <a:endParaRPr lang="en-US" sz="2000" dirty="0"/>
          </a:p>
          <a:p>
            <a:pPr lvl="1">
              <a:lnSpc>
                <a:spcPct val="150000"/>
              </a:lnSpc>
            </a:pPr>
            <a:r>
              <a:rPr lang="en-US" sz="2000" dirty="0"/>
              <a:t>For example: </a:t>
            </a:r>
            <a:r>
              <a:rPr lang="en-US" sz="2000" b="1" dirty="0"/>
              <a:t>break main</a:t>
            </a:r>
            <a:r>
              <a:rPr lang="en-US" sz="2000" dirty="0"/>
              <a:t> will stop execution at the first instruction of your program</a:t>
            </a:r>
            <a:r>
              <a:rPr lang="en-US" dirty="0"/>
              <a:t> </a:t>
            </a:r>
            <a:endParaRPr lang="en-US" b="1" dirty="0"/>
          </a:p>
          <a:p>
            <a:pPr>
              <a:lnSpc>
                <a:spcPct val="150000"/>
              </a:lnSpc>
            </a:pPr>
            <a:r>
              <a:rPr lang="en-US" sz="2800" b="1" dirty="0">
                <a:solidFill>
                  <a:srgbClr val="FF0000"/>
                </a:solidFill>
              </a:rPr>
              <a:t>delete</a:t>
            </a:r>
            <a:r>
              <a:rPr lang="en-US" sz="2800" i="1" dirty="0">
                <a:solidFill>
                  <a:srgbClr val="FF0000"/>
                </a:solidFill>
              </a:rPr>
              <a:t> N</a:t>
            </a:r>
            <a:r>
              <a:rPr lang="en-US" sz="2800" dirty="0">
                <a:solidFill>
                  <a:srgbClr val="FF0000"/>
                </a:solidFill>
              </a:rPr>
              <a:t> </a:t>
            </a:r>
            <a:endParaRPr lang="en-US" sz="2800" dirty="0">
              <a:solidFill>
                <a:srgbClr val="FF0000"/>
              </a:solidFill>
            </a:endParaRPr>
          </a:p>
          <a:p>
            <a:pPr lvl="1">
              <a:lnSpc>
                <a:spcPct val="150000"/>
              </a:lnSpc>
            </a:pPr>
            <a:r>
              <a:rPr lang="en-US" sz="2000" dirty="0"/>
              <a:t>Removes breakpoints, where </a:t>
            </a:r>
            <a:r>
              <a:rPr lang="en-US" sz="2000" i="1" dirty="0"/>
              <a:t>N</a:t>
            </a:r>
            <a:r>
              <a:rPr lang="en-US" sz="2000" dirty="0"/>
              <a:t> is the number of the breakpoint</a:t>
            </a:r>
            <a:endParaRPr lang="en-US" sz="2000" dirty="0"/>
          </a:p>
          <a:p>
            <a:pPr>
              <a:lnSpc>
                <a:spcPct val="150000"/>
              </a:lnSpc>
            </a:pPr>
            <a:r>
              <a:rPr lang="en-US" sz="2800" b="1" dirty="0">
                <a:solidFill>
                  <a:srgbClr val="FF0000"/>
                </a:solidFill>
              </a:rPr>
              <a:t>step</a:t>
            </a:r>
            <a:r>
              <a:rPr lang="en-US" sz="2800" dirty="0">
                <a:solidFill>
                  <a:srgbClr val="FF0000"/>
                </a:solidFill>
              </a:rPr>
              <a:t> </a:t>
            </a:r>
            <a:endParaRPr lang="en-US" sz="2800" dirty="0">
              <a:solidFill>
                <a:srgbClr val="FF0000"/>
              </a:solidFill>
            </a:endParaRPr>
          </a:p>
          <a:p>
            <a:pPr lvl="1">
              <a:lnSpc>
                <a:spcPct val="150000"/>
              </a:lnSpc>
            </a:pPr>
            <a:r>
              <a:rPr lang="en-US" sz="2000" dirty="0"/>
              <a:t>Executes current instruction and stops on the next one</a:t>
            </a:r>
            <a:endParaRPr lang="en-US" sz="2000" dirty="0"/>
          </a:p>
          <a:p>
            <a:pPr>
              <a:lnSpc>
                <a:spcPct val="150000"/>
              </a:lnSpc>
            </a:pPr>
            <a:endParaRPr lang="en-GB"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solidFill>
                  <a:srgbClr val="FF0000"/>
                </a:solidFill>
              </a:rPr>
              <a:t>Gdb</a:t>
            </a:r>
            <a:r>
              <a:rPr lang="en-US" b="1" dirty="0">
                <a:solidFill>
                  <a:srgbClr val="FF0000"/>
                </a:solidFill>
              </a:rPr>
              <a:t> commands cont.</a:t>
            </a:r>
            <a:endParaRPr lang="en-GB" b="1" dirty="0">
              <a:solidFill>
                <a:srgbClr val="FF0000"/>
              </a:solidFill>
            </a:endParaRPr>
          </a:p>
        </p:txBody>
      </p:sp>
      <p:sp>
        <p:nvSpPr>
          <p:cNvPr id="3" name="Slide Number Placeholder 2"/>
          <p:cNvSpPr>
            <a:spLocks noGrp="1"/>
          </p:cNvSpPr>
          <p:nvPr>
            <p:ph type="sldNum" sz="quarter" idx="12"/>
          </p:nvPr>
        </p:nvSpPr>
        <p:spPr/>
        <p:txBody>
          <a:bodyPr/>
          <a:lstStyle/>
          <a:p>
            <a:pPr>
              <a:defRPr/>
            </a:pPr>
            <a:fld id="{C4606EBC-56E2-4C5E-AC28-53D64B9C5B98}" type="slidenum">
              <a:rPr lang="en-US" altLang="en-US" smtClean="0"/>
            </a:fld>
            <a:endParaRPr lang="en-US" altLang="en-US"/>
          </a:p>
        </p:txBody>
      </p:sp>
      <p:sp>
        <p:nvSpPr>
          <p:cNvPr id="4" name="TextBox 3"/>
          <p:cNvSpPr txBox="1"/>
          <p:nvPr/>
        </p:nvSpPr>
        <p:spPr>
          <a:xfrm>
            <a:off x="571472" y="1214422"/>
            <a:ext cx="8358246" cy="5970865"/>
          </a:xfrm>
          <a:prstGeom prst="rect">
            <a:avLst/>
          </a:prstGeom>
          <a:noFill/>
        </p:spPr>
        <p:txBody>
          <a:bodyPr wrap="square" rtlCol="0">
            <a:spAutoFit/>
          </a:bodyPr>
          <a:lstStyle/>
          <a:p>
            <a:pPr>
              <a:lnSpc>
                <a:spcPct val="150000"/>
              </a:lnSpc>
            </a:pPr>
            <a:r>
              <a:rPr lang="en-US" sz="2800" b="1" dirty="0">
                <a:solidFill>
                  <a:srgbClr val="FF0000"/>
                </a:solidFill>
              </a:rPr>
              <a:t>next</a:t>
            </a:r>
            <a:r>
              <a:rPr lang="en-US" sz="2800" dirty="0">
                <a:solidFill>
                  <a:srgbClr val="FF0000"/>
                </a:solidFill>
              </a:rPr>
              <a:t> </a:t>
            </a:r>
            <a:endParaRPr lang="en-US" sz="2800" dirty="0">
              <a:solidFill>
                <a:srgbClr val="FF0000"/>
              </a:solidFill>
            </a:endParaRPr>
          </a:p>
          <a:p>
            <a:pPr lvl="1">
              <a:lnSpc>
                <a:spcPct val="150000"/>
              </a:lnSpc>
            </a:pPr>
            <a:r>
              <a:rPr lang="en-US" sz="2000" dirty="0"/>
              <a:t>Same as </a:t>
            </a:r>
            <a:r>
              <a:rPr lang="en-US" sz="2000" b="1" dirty="0"/>
              <a:t>step</a:t>
            </a:r>
            <a:r>
              <a:rPr lang="en-US" sz="2000" dirty="0"/>
              <a:t> except this doesn’t step into functions</a:t>
            </a:r>
            <a:endParaRPr lang="en-US" sz="2000" dirty="0"/>
          </a:p>
          <a:p>
            <a:pPr>
              <a:lnSpc>
                <a:spcPct val="150000"/>
              </a:lnSpc>
            </a:pPr>
            <a:r>
              <a:rPr lang="en-US" sz="2800" b="1" dirty="0">
                <a:solidFill>
                  <a:srgbClr val="FF0000"/>
                </a:solidFill>
              </a:rPr>
              <a:t>print</a:t>
            </a:r>
            <a:r>
              <a:rPr lang="en-US" sz="2800" dirty="0">
                <a:solidFill>
                  <a:srgbClr val="FF0000"/>
                </a:solidFill>
              </a:rPr>
              <a:t> </a:t>
            </a:r>
            <a:r>
              <a:rPr lang="en-US" sz="2800" i="1" dirty="0">
                <a:solidFill>
                  <a:srgbClr val="FF0000"/>
                </a:solidFill>
              </a:rPr>
              <a:t>E</a:t>
            </a:r>
            <a:r>
              <a:rPr lang="en-US" sz="2000" dirty="0">
                <a:solidFill>
                  <a:srgbClr val="FF0000"/>
                </a:solidFill>
              </a:rPr>
              <a:t> </a:t>
            </a:r>
            <a:endParaRPr lang="en-US" sz="2000" dirty="0">
              <a:solidFill>
                <a:srgbClr val="FF0000"/>
              </a:solidFill>
            </a:endParaRPr>
          </a:p>
          <a:p>
            <a:pPr lvl="1">
              <a:lnSpc>
                <a:spcPct val="150000"/>
              </a:lnSpc>
            </a:pPr>
            <a:r>
              <a:rPr lang="en-US" sz="2000" dirty="0"/>
              <a:t>Prints the value of any variable in your program when you are at a breakpoint, where </a:t>
            </a:r>
            <a:r>
              <a:rPr lang="en-US" sz="2000" i="1" dirty="0"/>
              <a:t>E</a:t>
            </a:r>
            <a:r>
              <a:rPr lang="en-US" sz="2000" dirty="0"/>
              <a:t> is the name of the variable you want to print</a:t>
            </a:r>
            <a:endParaRPr lang="en-US" sz="2000" dirty="0"/>
          </a:p>
          <a:p>
            <a:pPr>
              <a:lnSpc>
                <a:spcPct val="150000"/>
              </a:lnSpc>
            </a:pPr>
            <a:r>
              <a:rPr lang="en-US" sz="2800" b="1" dirty="0">
                <a:solidFill>
                  <a:srgbClr val="FF0000"/>
                </a:solidFill>
              </a:rPr>
              <a:t>help</a:t>
            </a:r>
            <a:r>
              <a:rPr lang="en-US" sz="2800" dirty="0">
                <a:solidFill>
                  <a:srgbClr val="FF0000"/>
                </a:solidFill>
              </a:rPr>
              <a:t> </a:t>
            </a:r>
            <a:r>
              <a:rPr lang="en-US" sz="2800" i="1" dirty="0">
                <a:solidFill>
                  <a:srgbClr val="FF0000"/>
                </a:solidFill>
              </a:rPr>
              <a:t>command</a:t>
            </a:r>
            <a:r>
              <a:rPr lang="en-US" sz="2800" dirty="0">
                <a:solidFill>
                  <a:srgbClr val="FF0000"/>
                </a:solidFill>
              </a:rPr>
              <a:t> </a:t>
            </a:r>
            <a:endParaRPr lang="en-US" sz="2800" dirty="0">
              <a:solidFill>
                <a:srgbClr val="FF0000"/>
              </a:solidFill>
            </a:endParaRPr>
          </a:p>
          <a:p>
            <a:pPr lvl="1">
              <a:lnSpc>
                <a:spcPct val="150000"/>
              </a:lnSpc>
            </a:pPr>
            <a:r>
              <a:rPr lang="en-US" sz="2000" dirty="0"/>
              <a:t>Gives you more information about any command or all if you leave out command</a:t>
            </a:r>
            <a:endParaRPr lang="en-US" sz="2000" dirty="0"/>
          </a:p>
          <a:p>
            <a:pPr>
              <a:lnSpc>
                <a:spcPct val="150000"/>
              </a:lnSpc>
            </a:pPr>
            <a:r>
              <a:rPr lang="en-US" sz="2800" b="1" dirty="0">
                <a:solidFill>
                  <a:srgbClr val="FF0000"/>
                </a:solidFill>
              </a:rPr>
              <a:t>quit</a:t>
            </a:r>
            <a:r>
              <a:rPr lang="en-US" sz="2800" dirty="0">
                <a:solidFill>
                  <a:srgbClr val="FF0000"/>
                </a:solidFill>
              </a:rPr>
              <a:t> </a:t>
            </a:r>
            <a:endParaRPr lang="en-US" sz="2800" dirty="0">
              <a:solidFill>
                <a:srgbClr val="FF0000"/>
              </a:solidFill>
            </a:endParaRPr>
          </a:p>
          <a:p>
            <a:pPr lvl="1">
              <a:lnSpc>
                <a:spcPct val="150000"/>
              </a:lnSpc>
            </a:pPr>
            <a:r>
              <a:rPr lang="en-US" sz="2000" dirty="0"/>
              <a:t>Exit </a:t>
            </a:r>
            <a:r>
              <a:rPr lang="en-US" sz="2000" dirty="0" err="1"/>
              <a:t>gdb</a:t>
            </a:r>
            <a:endParaRPr lang="en-US" sz="2000" dirty="0"/>
          </a:p>
          <a:p>
            <a:pPr>
              <a:lnSpc>
                <a:spcPct val="80000"/>
              </a:lnSpc>
            </a:pPr>
            <a:endParaRPr lang="en-US" sz="2000" dirty="0"/>
          </a:p>
          <a:p>
            <a:endParaRPr lang="en-GB"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643182"/>
            <a:ext cx="8229600" cy="1143000"/>
          </a:xfrm>
        </p:spPr>
        <p:txBody>
          <a:bodyPr/>
          <a:lstStyle/>
          <a:p>
            <a:r>
              <a:rPr lang="en-GB" sz="6000" b="1" i="1" dirty="0">
                <a:solidFill>
                  <a:srgbClr val="FF0000"/>
                </a:solidFill>
              </a:rPr>
              <a:t>Questions...</a:t>
            </a:r>
            <a:endParaRPr lang="en-GB" sz="6000" b="1" i="1" dirty="0">
              <a:solidFill>
                <a:srgbClr val="FF0000"/>
              </a:solidFill>
            </a:endParaRPr>
          </a:p>
        </p:txBody>
      </p:sp>
      <p:sp>
        <p:nvSpPr>
          <p:cNvPr id="3" name="Slide Number Placeholder 2"/>
          <p:cNvSpPr>
            <a:spLocks noGrp="1"/>
          </p:cNvSpPr>
          <p:nvPr>
            <p:ph type="sldNum" sz="quarter" idx="12"/>
          </p:nvPr>
        </p:nvSpPr>
        <p:spPr/>
        <p:txBody>
          <a:bodyPr/>
          <a:lstStyle/>
          <a:p>
            <a:pPr>
              <a:defRPr/>
            </a:pPr>
            <a:fld id="{C4606EBC-56E2-4C5E-AC28-53D64B9C5B98}" type="slidenum">
              <a:rPr lang="en-US" altLang="en-US" smtClean="0"/>
            </a:fld>
            <a:endParaRPr lang="en-US"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l"/>
            <a:r>
              <a:rPr lang="en-US" dirty="0"/>
              <a:t> </a:t>
            </a:r>
            <a:endParaRPr lang="en-US" dirty="0"/>
          </a:p>
        </p:txBody>
      </p:sp>
      <p:sp>
        <p:nvSpPr>
          <p:cNvPr id="3" name="TextBox 2"/>
          <p:cNvSpPr txBox="1"/>
          <p:nvPr/>
        </p:nvSpPr>
        <p:spPr>
          <a:xfrm>
            <a:off x="2714612" y="2571744"/>
            <a:ext cx="4214842" cy="830997"/>
          </a:xfrm>
          <a:prstGeom prst="rect">
            <a:avLst/>
          </a:prstGeom>
          <a:noFill/>
        </p:spPr>
        <p:txBody>
          <a:bodyPr wrap="square" rtlCol="0">
            <a:spAutoFit/>
          </a:bodyPr>
          <a:lstStyle/>
          <a:p>
            <a:pPr algn="ctr"/>
            <a:r>
              <a:rPr lang="en-US" sz="4800" b="1" i="1" dirty="0">
                <a:solidFill>
                  <a:srgbClr val="1F15A7"/>
                </a:solidFill>
              </a:rPr>
              <a:t>Thank you</a:t>
            </a:r>
            <a:endParaRPr lang="en-US" sz="4800" b="1" i="1" dirty="0">
              <a:solidFill>
                <a:srgbClr val="1F15A7"/>
              </a:solidFill>
            </a:endParaRPr>
          </a:p>
        </p:txBody>
      </p:sp>
    </p:spTree>
  </p:cSld>
  <p:clrMapOvr>
    <a:masterClrMapping/>
  </p:clrMapOvr>
</p:sld>
</file>

<file path=ppt/theme/theme1.xml><?xml version="1.0" encoding="utf-8"?>
<a:theme xmlns:a="http://schemas.openxmlformats.org/drawingml/2006/main" name="1_默认设计模板">
  <a:themeElements>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默认设计模板">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lnDef>
  </a:objectDefaults>
  <a:extraClrSchemeLst>
    <a:extraClrScheme>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默认设计模板">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lnDef>
  </a:objectDefaults>
  <a:extraClrSchemeLst>
    <a:extraClrScheme>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默认设计模板">
  <a:themeElements>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默认设计模板">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lnDef>
  </a:objectDefaults>
  <a:extraClrSchemeLst>
    <a:extraClrScheme>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默认设计模板">
  <a:themeElements>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默认设计模板">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lnDef>
  </a:objectDefaults>
  <a:extraClrSchemeLst>
    <a:extraClrScheme>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6_默认设计模板">
  <a:themeElements>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默认设计模板">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lnDef>
  </a:objectDefaults>
  <a:extraClrSchemeLst>
    <a:extraClrScheme>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7_默认设计模板">
  <a:themeElements>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默认设计模板">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lnDef>
  </a:objectDefaults>
  <a:extraClrSchemeLst>
    <a:extraClrScheme>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8_默认设计模板">
  <a:themeElements>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默认设计模板">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704020202020204" pitchFamily="34" charset="0"/>
            <a:cs typeface="Arial" panose="020B0704020202020204" pitchFamily="34" charset="0"/>
            <a:sym typeface="Arial" panose="020B0704020202020204" pitchFamily="34" charset="0"/>
          </a:defRPr>
        </a:defPPr>
      </a:lstStyle>
    </a:lnDef>
  </a:objectDefaults>
  <a:extraClrSchemeLst>
    <a:extraClrScheme>
      <a:clrScheme name="默认设计模板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16426</Words>
  <Application>WPS Presentation</Application>
  <PresentationFormat>On-screen Show (4:3)</PresentationFormat>
  <Paragraphs>847</Paragraphs>
  <Slides>55</Slides>
  <Notes>8</Notes>
  <HiddenSlides>0</HiddenSlides>
  <MMClips>0</MMClips>
  <ScaleCrop>false</ScaleCrop>
  <HeadingPairs>
    <vt:vector size="6" baseType="variant">
      <vt:variant>
        <vt:lpstr>已用的字体</vt:lpstr>
      </vt:variant>
      <vt:variant>
        <vt:i4>16</vt:i4>
      </vt:variant>
      <vt:variant>
        <vt:lpstr>主题</vt:lpstr>
      </vt:variant>
      <vt:variant>
        <vt:i4>7</vt:i4>
      </vt:variant>
      <vt:variant>
        <vt:lpstr>幻灯片标题</vt:lpstr>
      </vt:variant>
      <vt:variant>
        <vt:i4>55</vt:i4>
      </vt:variant>
    </vt:vector>
  </HeadingPairs>
  <TitlesOfParts>
    <vt:vector size="78" baseType="lpstr">
      <vt:lpstr>Arial</vt:lpstr>
      <vt:lpstr>SimSun</vt:lpstr>
      <vt:lpstr>Wingdings</vt:lpstr>
      <vt:lpstr>宋体-简</vt:lpstr>
      <vt:lpstr>Calibri</vt:lpstr>
      <vt:lpstr>Helvetica Neue</vt:lpstr>
      <vt:lpstr>Calibri Light</vt:lpstr>
      <vt:lpstr>SimSun</vt:lpstr>
      <vt:lpstr>Times New Roman</vt:lpstr>
      <vt:lpstr>Arial Narrow</vt:lpstr>
      <vt:lpstr>Microsoft YaHei</vt:lpstr>
      <vt:lpstr>汉仪旗黑</vt:lpstr>
      <vt:lpstr>Arial Unicode MS</vt:lpstr>
      <vt:lpstr>SimSun</vt:lpstr>
      <vt:lpstr>Wingdings</vt:lpstr>
      <vt:lpstr>Calibri Light</vt:lpstr>
      <vt:lpstr>1_默认设计模板</vt:lpstr>
      <vt:lpstr>2_默认设计模板</vt:lpstr>
      <vt:lpstr>4_默认设计模板</vt:lpstr>
      <vt:lpstr>5_默认设计模板</vt:lpstr>
      <vt:lpstr>6_默认设计模板</vt:lpstr>
      <vt:lpstr>7_默认设计模板</vt:lpstr>
      <vt:lpstr>8_默认设计模板</vt:lpstr>
      <vt:lpstr>Compiler Design Naveen Kumar Laskari Laskari@wilp.bits-Pilani.ac.in </vt:lpstr>
      <vt:lpstr>PowerPoint 演示文稿</vt:lpstr>
      <vt:lpstr>Course Coverage</vt:lpstr>
      <vt:lpstr>REFERENCE  TEXTS</vt:lpstr>
      <vt:lpstr>Course Coverage ( in Detail )</vt:lpstr>
      <vt:lpstr>Course Coverage ( in Detail )</vt:lpstr>
      <vt:lpstr>Course Coverage ( in Detail )</vt:lpstr>
      <vt:lpstr>Course Coverage ( in Detail )</vt:lpstr>
      <vt:lpstr> – 1 –    INTRODUCTION</vt:lpstr>
      <vt:lpstr>OBJECTIVES</vt:lpstr>
      <vt:lpstr>Programming Languages – What ?</vt:lpstr>
      <vt:lpstr>A Programming Language is defined by:</vt:lpstr>
      <vt:lpstr>Programming Languages – Why ?</vt:lpstr>
      <vt:lpstr>Programming Languages – Why so many ?</vt:lpstr>
      <vt:lpstr>Programming Paradigms</vt:lpstr>
      <vt:lpstr>Programming Paradigms</vt:lpstr>
      <vt:lpstr>Programming Paradigms</vt:lpstr>
      <vt:lpstr>Evolution Of Programming Languages</vt:lpstr>
      <vt:lpstr>Choice Of Programming Language (PL)</vt:lpstr>
      <vt:lpstr>Programming Languages – How used?</vt:lpstr>
      <vt:lpstr>The Compiler</vt:lpstr>
      <vt:lpstr>The Compiler</vt:lpstr>
      <vt:lpstr>The Compiler job 1 – TRANSLATION </vt:lpstr>
      <vt:lpstr>The Compiler job 2 – VALIDATION</vt:lpstr>
      <vt:lpstr>The Compiler job 3 – OPTIMIZATION</vt:lpstr>
      <vt:lpstr>The Compiler</vt:lpstr>
      <vt:lpstr>Phases of a Compilation</vt:lpstr>
      <vt:lpstr>Phases of Compilation </vt:lpstr>
      <vt:lpstr>PowerPoint 演示文稿</vt:lpstr>
      <vt:lpstr>Structure of a Compiler</vt:lpstr>
      <vt:lpstr>Architecture of a COMPILER</vt:lpstr>
      <vt:lpstr>Architecture of a COMPILER</vt:lpstr>
      <vt:lpstr>Flow of data in Compiler modules</vt:lpstr>
      <vt:lpstr>LEXICAL ANALYSER </vt:lpstr>
      <vt:lpstr>LEXICAL ANALYSER</vt:lpstr>
      <vt:lpstr>SYNTAX</vt:lpstr>
      <vt:lpstr>SYNTAX ANALYSER</vt:lpstr>
      <vt:lpstr>SYNTAX ANALYSER</vt:lpstr>
      <vt:lpstr>SEMANTIC ANALYSER</vt:lpstr>
      <vt:lpstr>INTERMEDIATE CODE GENERATOR</vt:lpstr>
      <vt:lpstr>CODE OPTIMISER</vt:lpstr>
      <vt:lpstr>CODE  GENERATOR</vt:lpstr>
      <vt:lpstr>Symbol Table &amp; Error Handling</vt:lpstr>
      <vt:lpstr>Accessories of Compiler</vt:lpstr>
      <vt:lpstr>Accessories of Compiler (Contd.)</vt:lpstr>
      <vt:lpstr>Compiler &amp; its Accessories in Context</vt:lpstr>
      <vt:lpstr>PowerPoint 演示文稿</vt:lpstr>
      <vt:lpstr>What is GCC?</vt:lpstr>
      <vt:lpstr>Gcc example:</vt:lpstr>
      <vt:lpstr>What is Gdb? </vt:lpstr>
      <vt:lpstr>Using Gdb:</vt:lpstr>
      <vt:lpstr>Useful gdb commands</vt:lpstr>
      <vt:lpstr>Gdb commands cont.</vt:lpstr>
      <vt:lpstr>Questions...</vt:lpstr>
      <vt:lpstr>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 ZC451 (Lecture #2)</dc:title>
  <dc:creator>ipc</dc:creator>
  <cp:lastModifiedBy>xelpmoc</cp:lastModifiedBy>
  <cp:revision>431</cp:revision>
  <dcterms:created xsi:type="dcterms:W3CDTF">2026-07-25T08:34:28Z</dcterms:created>
  <dcterms:modified xsi:type="dcterms:W3CDTF">2026-07-25T08:34:28Z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89AE726BBB3C8EDDF672646A46CB6835_42</vt:lpwstr>
  </property>
  <property fmtid="{D5CDD505-2E9C-101B-9397-08002B2CF9AE}" pid="3" name="KSOProductBuildVer">
    <vt:lpwstr>1033-12.1.23152.23152</vt:lpwstr>
  </property>
</Properties>
</file>